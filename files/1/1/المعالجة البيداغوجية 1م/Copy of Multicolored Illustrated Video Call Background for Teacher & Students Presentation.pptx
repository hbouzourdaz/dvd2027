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adani Arabic" panose="020B0604020202020204" charset="-78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8.svg"/><Relationship Id="rId4" Type="http://schemas.openxmlformats.org/officeDocument/2006/relationships/image" Target="../media/image9.png"/><Relationship Id="rId9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4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17.png"/><Relationship Id="rId17" Type="http://schemas.openxmlformats.org/officeDocument/2006/relationships/image" Target="../media/image36.svg"/><Relationship Id="rId2" Type="http://schemas.openxmlformats.org/officeDocument/2006/relationships/image" Target="../media/image12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6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30.svg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40.sv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4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57.sv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12" Type="http://schemas.openxmlformats.org/officeDocument/2006/relationships/image" Target="../media/image30.png"/><Relationship Id="rId17" Type="http://schemas.openxmlformats.org/officeDocument/2006/relationships/image" Target="../media/image61.svg"/><Relationship Id="rId2" Type="http://schemas.openxmlformats.org/officeDocument/2006/relationships/image" Target="../media/image26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55.svg"/><Relationship Id="rId5" Type="http://schemas.openxmlformats.org/officeDocument/2006/relationships/image" Target="../media/image51.svg"/><Relationship Id="rId15" Type="http://schemas.openxmlformats.org/officeDocument/2006/relationships/image" Target="../media/image59.svg"/><Relationship Id="rId10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6.sv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3.svg"/><Relationship Id="rId7" Type="http://schemas.openxmlformats.org/officeDocument/2006/relationships/image" Target="../media/image65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70.sv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8.svg"/><Relationship Id="rId7" Type="http://schemas.openxmlformats.org/officeDocument/2006/relationships/image" Target="../media/image76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80.svg"/><Relationship Id="rId5" Type="http://schemas.openxmlformats.org/officeDocument/2006/relationships/image" Target="../media/image74.svg"/><Relationship Id="rId10" Type="http://schemas.openxmlformats.org/officeDocument/2006/relationships/image" Target="../media/image42.png"/><Relationship Id="rId4" Type="http://schemas.openxmlformats.org/officeDocument/2006/relationships/image" Target="../media/image39.png"/><Relationship Id="rId9" Type="http://schemas.openxmlformats.org/officeDocument/2006/relationships/image" Target="../media/image7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2.svg"/><Relationship Id="rId3" Type="http://schemas.openxmlformats.org/officeDocument/2006/relationships/image" Target="../media/image68.svg"/><Relationship Id="rId7" Type="http://schemas.openxmlformats.org/officeDocument/2006/relationships/image" Target="../media/image82.svg"/><Relationship Id="rId12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86.svg"/><Relationship Id="rId5" Type="http://schemas.openxmlformats.org/officeDocument/2006/relationships/image" Target="../media/image6.svg"/><Relationship Id="rId10" Type="http://schemas.openxmlformats.org/officeDocument/2006/relationships/image" Target="../media/image45.png"/><Relationship Id="rId4" Type="http://schemas.openxmlformats.org/officeDocument/2006/relationships/image" Target="../media/image3.png"/><Relationship Id="rId9" Type="http://schemas.openxmlformats.org/officeDocument/2006/relationships/image" Target="../media/image8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80734" y="2504053"/>
            <a:ext cx="10575092" cy="9056124"/>
          </a:xfrm>
          <a:custGeom>
            <a:avLst/>
            <a:gdLst/>
            <a:ahLst/>
            <a:cxnLst/>
            <a:rect l="l" t="t" r="r" b="b"/>
            <a:pathLst>
              <a:path w="10575092" h="9056124">
                <a:moveTo>
                  <a:pt x="0" y="0"/>
                </a:moveTo>
                <a:lnTo>
                  <a:pt x="10575092" y="0"/>
                </a:lnTo>
                <a:lnTo>
                  <a:pt x="10575092" y="9056124"/>
                </a:lnTo>
                <a:lnTo>
                  <a:pt x="0" y="9056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348977" y="-1880659"/>
            <a:ext cx="9674990" cy="7652037"/>
          </a:xfrm>
          <a:custGeom>
            <a:avLst/>
            <a:gdLst/>
            <a:ahLst/>
            <a:cxnLst/>
            <a:rect l="l" t="t" r="r" b="b"/>
            <a:pathLst>
              <a:path w="9674990" h="7652037">
                <a:moveTo>
                  <a:pt x="0" y="0"/>
                </a:moveTo>
                <a:lnTo>
                  <a:pt x="9674989" y="0"/>
                </a:lnTo>
                <a:lnTo>
                  <a:pt x="9674989" y="7652038"/>
                </a:lnTo>
                <a:lnTo>
                  <a:pt x="0" y="7652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88967" y="6706344"/>
            <a:ext cx="5223436" cy="4277029"/>
          </a:xfrm>
          <a:custGeom>
            <a:avLst/>
            <a:gdLst/>
            <a:ahLst/>
            <a:cxnLst/>
            <a:rect l="l" t="t" r="r" b="b"/>
            <a:pathLst>
              <a:path w="5223436" h="4277029">
                <a:moveTo>
                  <a:pt x="0" y="0"/>
                </a:moveTo>
                <a:lnTo>
                  <a:pt x="5223435" y="0"/>
                </a:lnTo>
                <a:lnTo>
                  <a:pt x="5223435" y="4277029"/>
                </a:lnTo>
                <a:lnTo>
                  <a:pt x="0" y="4277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677094" y="1945360"/>
            <a:ext cx="10933812" cy="6396280"/>
          </a:xfrm>
          <a:custGeom>
            <a:avLst/>
            <a:gdLst/>
            <a:ahLst/>
            <a:cxnLst/>
            <a:rect l="l" t="t" r="r" b="b"/>
            <a:pathLst>
              <a:path w="10933812" h="6396280">
                <a:moveTo>
                  <a:pt x="0" y="0"/>
                </a:moveTo>
                <a:lnTo>
                  <a:pt x="10933812" y="0"/>
                </a:lnTo>
                <a:lnTo>
                  <a:pt x="10933812" y="6396280"/>
                </a:lnTo>
                <a:lnTo>
                  <a:pt x="0" y="6396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84464" y="2739605"/>
            <a:ext cx="9919072" cy="365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50"/>
              </a:lnSpc>
            </a:pPr>
            <a:r>
              <a:rPr lang="en-US" sz="12500" b="1" dirty="0" err="1">
                <a:solidFill>
                  <a:srgbClr val="054A91"/>
                </a:solidFill>
                <a:cs typeface="Madani Arabic"/>
              </a:rPr>
              <a:t>معالجة</a:t>
            </a:r>
            <a:r>
              <a:rPr lang="en-US" sz="12500" b="1" dirty="0">
                <a:solidFill>
                  <a:srgbClr val="054A91"/>
                </a:solidFill>
                <a:cs typeface="Madani Arabic"/>
              </a:rPr>
              <a:t> </a:t>
            </a:r>
            <a:r>
              <a:rPr lang="en-US" sz="12500" b="1" dirty="0" err="1">
                <a:solidFill>
                  <a:srgbClr val="054A91"/>
                </a:solidFill>
                <a:cs typeface="Madani Arabic"/>
              </a:rPr>
              <a:t>مكتسبات</a:t>
            </a:r>
            <a:r>
              <a:rPr lang="en-US" sz="12500" b="1" dirty="0">
                <a:solidFill>
                  <a:srgbClr val="054A91"/>
                </a:solidFill>
                <a:cs typeface="Madani Arabic"/>
              </a:rPr>
              <a:t> </a:t>
            </a:r>
          </a:p>
        </p:txBody>
      </p:sp>
      <p:sp>
        <p:nvSpPr>
          <p:cNvPr id="7" name="Freeform 7"/>
          <p:cNvSpPr/>
          <p:nvPr/>
        </p:nvSpPr>
        <p:spPr>
          <a:xfrm>
            <a:off x="430285" y="-583478"/>
            <a:ext cx="3056775" cy="5726978"/>
          </a:xfrm>
          <a:custGeom>
            <a:avLst/>
            <a:gdLst/>
            <a:ahLst/>
            <a:cxnLst/>
            <a:rect l="l" t="t" r="r" b="b"/>
            <a:pathLst>
              <a:path w="3056775" h="5726978">
                <a:moveTo>
                  <a:pt x="0" y="0"/>
                </a:moveTo>
                <a:lnTo>
                  <a:pt x="3056774" y="0"/>
                </a:lnTo>
                <a:lnTo>
                  <a:pt x="3056774" y="5726978"/>
                </a:lnTo>
                <a:lnTo>
                  <a:pt x="0" y="57269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652263">
            <a:off x="14714804" y="-563505"/>
            <a:ext cx="3007882" cy="3944763"/>
          </a:xfrm>
          <a:custGeom>
            <a:avLst/>
            <a:gdLst/>
            <a:ahLst/>
            <a:cxnLst/>
            <a:rect l="l" t="t" r="r" b="b"/>
            <a:pathLst>
              <a:path w="3007882" h="3944763">
                <a:moveTo>
                  <a:pt x="0" y="0"/>
                </a:moveTo>
                <a:lnTo>
                  <a:pt x="3007883" y="0"/>
                </a:lnTo>
                <a:lnTo>
                  <a:pt x="3007883" y="3944764"/>
                </a:lnTo>
                <a:lnTo>
                  <a:pt x="0" y="39447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501469" y="6394030"/>
            <a:ext cx="6428464" cy="5166147"/>
          </a:xfrm>
          <a:custGeom>
            <a:avLst/>
            <a:gdLst/>
            <a:ahLst/>
            <a:cxnLst/>
            <a:rect l="l" t="t" r="r" b="b"/>
            <a:pathLst>
              <a:path w="6428464" h="5166147">
                <a:moveTo>
                  <a:pt x="0" y="0"/>
                </a:moveTo>
                <a:lnTo>
                  <a:pt x="6428464" y="0"/>
                </a:lnTo>
                <a:lnTo>
                  <a:pt x="6428464" y="5166147"/>
                </a:lnTo>
                <a:lnTo>
                  <a:pt x="0" y="51661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23305" y="6632065"/>
            <a:ext cx="624139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 dirty="0" err="1">
                <a:solidFill>
                  <a:srgbClr val="F46E16"/>
                </a:solidFill>
                <a:cs typeface="Madani Arabic"/>
              </a:rPr>
              <a:t>السنة</a:t>
            </a:r>
            <a:r>
              <a:rPr lang="en-US" sz="4500" b="1" dirty="0">
                <a:solidFill>
                  <a:srgbClr val="F46E16"/>
                </a:solidFill>
                <a:cs typeface="Madani Arabic"/>
              </a:rPr>
              <a:t> </a:t>
            </a:r>
            <a:r>
              <a:rPr lang="en-US" sz="4500" b="1" dirty="0" err="1">
                <a:solidFill>
                  <a:srgbClr val="F46E16"/>
                </a:solidFill>
                <a:cs typeface="Madani Arabic"/>
              </a:rPr>
              <a:t>الأولى</a:t>
            </a:r>
            <a:r>
              <a:rPr lang="en-US" sz="4500" b="1" dirty="0">
                <a:solidFill>
                  <a:srgbClr val="F46E16"/>
                </a:solidFill>
                <a:cs typeface="Madani Arabic"/>
              </a:rPr>
              <a:t> </a:t>
            </a:r>
            <a:r>
              <a:rPr lang="en-US" sz="4500" b="1" dirty="0" err="1">
                <a:solidFill>
                  <a:srgbClr val="F46E16"/>
                </a:solidFill>
                <a:cs typeface="Madani Arabic"/>
              </a:rPr>
              <a:t>متوسط</a:t>
            </a:r>
            <a:endParaRPr lang="en-US" sz="4500" b="1" dirty="0">
              <a:solidFill>
                <a:srgbClr val="F46E16"/>
              </a:solidFill>
              <a:cs typeface="Madani Arab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6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19201">
            <a:off x="8990218" y="-3273083"/>
            <a:ext cx="15023621" cy="11882319"/>
          </a:xfrm>
          <a:custGeom>
            <a:avLst/>
            <a:gdLst/>
            <a:ahLst/>
            <a:cxnLst/>
            <a:rect l="l" t="t" r="r" b="b"/>
            <a:pathLst>
              <a:path w="15023621" h="11882319">
                <a:moveTo>
                  <a:pt x="0" y="0"/>
                </a:moveTo>
                <a:lnTo>
                  <a:pt x="15023621" y="0"/>
                </a:lnTo>
                <a:lnTo>
                  <a:pt x="15023621" y="11882319"/>
                </a:lnTo>
                <a:lnTo>
                  <a:pt x="0" y="11882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32654" y="-285736"/>
            <a:ext cx="6744304" cy="6078304"/>
          </a:xfrm>
          <a:custGeom>
            <a:avLst/>
            <a:gdLst/>
            <a:ahLst/>
            <a:cxnLst/>
            <a:rect l="l" t="t" r="r" b="b"/>
            <a:pathLst>
              <a:path w="6744304" h="6078304">
                <a:moveTo>
                  <a:pt x="0" y="0"/>
                </a:moveTo>
                <a:lnTo>
                  <a:pt x="6744304" y="0"/>
                </a:lnTo>
                <a:lnTo>
                  <a:pt x="6744304" y="6078304"/>
                </a:lnTo>
                <a:lnTo>
                  <a:pt x="0" y="6078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7670" y="227415"/>
            <a:ext cx="10785465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00"/>
              </a:lnSpc>
              <a:spcBef>
                <a:spcPct val="0"/>
              </a:spcBef>
            </a:pPr>
            <a:r>
              <a:rPr lang="en-US" sz="9000" b="1" dirty="0" err="1">
                <a:solidFill>
                  <a:srgbClr val="F1E6B8"/>
                </a:solidFill>
                <a:cs typeface="Madani Arabic"/>
              </a:rPr>
              <a:t>الإستخدم</a:t>
            </a:r>
            <a:r>
              <a:rPr lang="en-US" sz="9000" b="1" dirty="0">
                <a:solidFill>
                  <a:srgbClr val="F1E6B8"/>
                </a:solidFill>
                <a:cs typeface="Madani Arabic"/>
              </a:rPr>
              <a:t> </a:t>
            </a:r>
            <a:r>
              <a:rPr lang="en-US" sz="9000" b="1" dirty="0" err="1">
                <a:solidFill>
                  <a:srgbClr val="F1E6B8"/>
                </a:solidFill>
                <a:cs typeface="Madani Arabic"/>
              </a:rPr>
              <a:t>السليم</a:t>
            </a:r>
            <a:r>
              <a:rPr lang="en-US" sz="9000" b="1" dirty="0">
                <a:solidFill>
                  <a:srgbClr val="F1E6B8"/>
                </a:solidFill>
                <a:cs typeface="Madani Arabic"/>
              </a:rPr>
              <a:t> و </a:t>
            </a:r>
            <a:r>
              <a:rPr lang="en-US" sz="9000" b="1" dirty="0" err="1">
                <a:solidFill>
                  <a:srgbClr val="F1E6B8"/>
                </a:solidFill>
                <a:cs typeface="Madani Arabic"/>
              </a:rPr>
              <a:t>الآمن</a:t>
            </a:r>
            <a:r>
              <a:rPr lang="en-US" sz="9000" b="1" dirty="0">
                <a:solidFill>
                  <a:srgbClr val="F1E6B8"/>
                </a:solidFill>
                <a:cs typeface="Madani Arabic"/>
              </a:rPr>
              <a:t> </a:t>
            </a:r>
            <a:r>
              <a:rPr lang="en-US" sz="9000" b="1" dirty="0" err="1">
                <a:solidFill>
                  <a:srgbClr val="F1E6B8"/>
                </a:solidFill>
                <a:cs typeface="Madani Arabic"/>
              </a:rPr>
              <a:t>للمادة</a:t>
            </a:r>
            <a:endParaRPr lang="en-US" sz="9000" b="1" dirty="0">
              <a:solidFill>
                <a:srgbClr val="F1E6B8"/>
              </a:solidFill>
              <a:cs typeface="Madani Arabic"/>
            </a:endParaRPr>
          </a:p>
        </p:txBody>
      </p:sp>
      <p:sp>
        <p:nvSpPr>
          <p:cNvPr id="5" name="Freeform 5"/>
          <p:cNvSpPr/>
          <p:nvPr/>
        </p:nvSpPr>
        <p:spPr>
          <a:xfrm rot="1619201">
            <a:off x="-6979972" y="3604946"/>
            <a:ext cx="15023621" cy="11882319"/>
          </a:xfrm>
          <a:custGeom>
            <a:avLst/>
            <a:gdLst/>
            <a:ahLst/>
            <a:cxnLst/>
            <a:rect l="l" t="t" r="r" b="b"/>
            <a:pathLst>
              <a:path w="15023621" h="11882319">
                <a:moveTo>
                  <a:pt x="0" y="0"/>
                </a:moveTo>
                <a:lnTo>
                  <a:pt x="15023621" y="0"/>
                </a:lnTo>
                <a:lnTo>
                  <a:pt x="15023621" y="11882318"/>
                </a:lnTo>
                <a:lnTo>
                  <a:pt x="0" y="11882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3667262"/>
            <a:ext cx="3730789" cy="1031054"/>
          </a:xfrm>
          <a:custGeom>
            <a:avLst/>
            <a:gdLst/>
            <a:ahLst/>
            <a:cxnLst/>
            <a:rect l="l" t="t" r="r" b="b"/>
            <a:pathLst>
              <a:path w="3730789" h="1031054">
                <a:moveTo>
                  <a:pt x="0" y="0"/>
                </a:moveTo>
                <a:lnTo>
                  <a:pt x="3730789" y="0"/>
                </a:lnTo>
                <a:lnTo>
                  <a:pt x="3730789" y="1031054"/>
                </a:lnTo>
                <a:lnTo>
                  <a:pt x="0" y="1031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5002312"/>
            <a:ext cx="4955105" cy="2127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الإلتزام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بالقواعد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الامنية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للحماية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من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مخاطر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التكهرب</a:t>
            </a:r>
            <a:endParaRPr lang="en-US" sz="3999" b="1" dirty="0">
              <a:solidFill>
                <a:srgbClr val="000000"/>
              </a:solidFill>
              <a:cs typeface="Madani Arab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219649" y="5084401"/>
            <a:ext cx="4304540" cy="2825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اختيار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المنبع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المناسب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لتغذية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الاجهزة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الكهربائية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و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الطرق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الامنة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لاستخدامها</a:t>
            </a:r>
            <a:r>
              <a:rPr lang="en-US" sz="3999" dirty="0">
                <a:solidFill>
                  <a:srgbClr val="000000"/>
                </a:solidFill>
                <a:latin typeface="Madani Arabic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>
            <a:off x="7351052" y="3667262"/>
            <a:ext cx="3730789" cy="1031054"/>
          </a:xfrm>
          <a:custGeom>
            <a:avLst/>
            <a:gdLst/>
            <a:ahLst/>
            <a:cxnLst/>
            <a:rect l="l" t="t" r="r" b="b"/>
            <a:pathLst>
              <a:path w="3730789" h="1031054">
                <a:moveTo>
                  <a:pt x="0" y="0"/>
                </a:moveTo>
                <a:lnTo>
                  <a:pt x="3730789" y="0"/>
                </a:lnTo>
                <a:lnTo>
                  <a:pt x="3730789" y="1031054"/>
                </a:lnTo>
                <a:lnTo>
                  <a:pt x="0" y="1031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257663" y="5029200"/>
            <a:ext cx="3774789" cy="210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قراءة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ارشادات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الاستخدام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الآمن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للمواد</a:t>
            </a:r>
            <a:r>
              <a:rPr lang="en-US" sz="3999" b="1" dirty="0">
                <a:solidFill>
                  <a:srgbClr val="000000"/>
                </a:solidFill>
                <a:cs typeface="Madani Arabic"/>
              </a:rPr>
              <a:t> و </a:t>
            </a:r>
            <a:r>
              <a:rPr lang="en-US" sz="3999" b="1" dirty="0" err="1">
                <a:solidFill>
                  <a:srgbClr val="000000"/>
                </a:solidFill>
                <a:cs typeface="Madani Arabic"/>
              </a:rPr>
              <a:t>توضيفها</a:t>
            </a:r>
            <a:endParaRPr lang="en-US" sz="3999" b="1" dirty="0">
              <a:solidFill>
                <a:srgbClr val="000000"/>
              </a:solidFill>
              <a:cs typeface="Madani Arabic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418058" y="3667262"/>
            <a:ext cx="3730789" cy="1031054"/>
          </a:xfrm>
          <a:custGeom>
            <a:avLst/>
            <a:gdLst/>
            <a:ahLst/>
            <a:cxnLst/>
            <a:rect l="l" t="t" r="r" b="b"/>
            <a:pathLst>
              <a:path w="3730789" h="1031054">
                <a:moveTo>
                  <a:pt x="0" y="0"/>
                </a:moveTo>
                <a:lnTo>
                  <a:pt x="3730789" y="0"/>
                </a:lnTo>
                <a:lnTo>
                  <a:pt x="3730789" y="1031054"/>
                </a:lnTo>
                <a:lnTo>
                  <a:pt x="0" y="1031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0"/>
          <p:cNvSpPr txBox="1"/>
          <p:nvPr/>
        </p:nvSpPr>
        <p:spPr>
          <a:xfrm>
            <a:off x="12419074" y="3200019"/>
            <a:ext cx="5728756" cy="1158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ar-DZ" sz="3600" b="1" dirty="0" smtClean="0">
                <a:solidFill>
                  <a:srgbClr val="054A91"/>
                </a:solidFill>
                <a:cs typeface="Madani Arabic"/>
              </a:rPr>
              <a:t>المعيار 01</a:t>
            </a:r>
            <a:endParaRPr lang="en-US" sz="3600" b="1" dirty="0">
              <a:solidFill>
                <a:srgbClr val="054A91"/>
              </a:solidFill>
              <a:cs typeface="Madani Arabic"/>
            </a:endParaRPr>
          </a:p>
        </p:txBody>
      </p:sp>
      <p:sp>
        <p:nvSpPr>
          <p:cNvPr id="16" name="TextBox 10"/>
          <p:cNvSpPr txBox="1"/>
          <p:nvPr/>
        </p:nvSpPr>
        <p:spPr>
          <a:xfrm>
            <a:off x="6352068" y="3200019"/>
            <a:ext cx="5728756" cy="1158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ar-DZ" sz="3600" b="1" dirty="0" smtClean="0">
                <a:solidFill>
                  <a:srgbClr val="054A91"/>
                </a:solidFill>
                <a:cs typeface="Madani Arabic"/>
              </a:rPr>
              <a:t>المعيار 02</a:t>
            </a:r>
            <a:endParaRPr lang="en-US" sz="3600" b="1" dirty="0">
              <a:solidFill>
                <a:srgbClr val="054A91"/>
              </a:solidFill>
              <a:cs typeface="Madani Arabic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-62539" y="3181123"/>
            <a:ext cx="5728756" cy="1158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ar-DZ" sz="3600" b="1" dirty="0" smtClean="0">
                <a:solidFill>
                  <a:srgbClr val="054A91"/>
                </a:solidFill>
                <a:cs typeface="Madani Arabic"/>
              </a:rPr>
              <a:t>المعيار 03</a:t>
            </a:r>
            <a:endParaRPr lang="en-US" sz="3600" b="1" dirty="0">
              <a:solidFill>
                <a:srgbClr val="054A91"/>
              </a:solidFill>
              <a:cs typeface="Madani Arab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6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4089" y="-7265148"/>
            <a:ext cx="20556178" cy="20556178"/>
          </a:xfrm>
          <a:custGeom>
            <a:avLst/>
            <a:gdLst/>
            <a:ahLst/>
            <a:cxnLst/>
            <a:rect l="l" t="t" r="r" b="b"/>
            <a:pathLst>
              <a:path w="20556178" h="20556178">
                <a:moveTo>
                  <a:pt x="0" y="0"/>
                </a:moveTo>
                <a:lnTo>
                  <a:pt x="20556178" y="0"/>
                </a:lnTo>
                <a:lnTo>
                  <a:pt x="20556178" y="20556179"/>
                </a:lnTo>
                <a:lnTo>
                  <a:pt x="0" y="20556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19201">
            <a:off x="13715669" y="-3172478"/>
            <a:ext cx="10085701" cy="7976873"/>
          </a:xfrm>
          <a:custGeom>
            <a:avLst/>
            <a:gdLst/>
            <a:ahLst/>
            <a:cxnLst/>
            <a:rect l="l" t="t" r="r" b="b"/>
            <a:pathLst>
              <a:path w="10085701" h="7976873">
                <a:moveTo>
                  <a:pt x="0" y="0"/>
                </a:moveTo>
                <a:lnTo>
                  <a:pt x="10085702" y="0"/>
                </a:lnTo>
                <a:lnTo>
                  <a:pt x="10085702" y="7976873"/>
                </a:lnTo>
                <a:lnTo>
                  <a:pt x="0" y="7976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 flipV="1">
            <a:off x="0" y="5850774"/>
            <a:ext cx="5096940" cy="4436226"/>
          </a:xfrm>
          <a:custGeom>
            <a:avLst/>
            <a:gdLst/>
            <a:ahLst/>
            <a:cxnLst/>
            <a:rect l="l" t="t" r="r" b="b"/>
            <a:pathLst>
              <a:path w="5096940" h="4436226">
                <a:moveTo>
                  <a:pt x="5096940" y="4436226"/>
                </a:moveTo>
                <a:lnTo>
                  <a:pt x="0" y="4436226"/>
                </a:lnTo>
                <a:lnTo>
                  <a:pt x="0" y="0"/>
                </a:lnTo>
                <a:lnTo>
                  <a:pt x="5096940" y="0"/>
                </a:lnTo>
                <a:lnTo>
                  <a:pt x="5096940" y="443622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96940" y="1028700"/>
            <a:ext cx="7920990" cy="8229600"/>
          </a:xfrm>
          <a:custGeom>
            <a:avLst/>
            <a:gdLst/>
            <a:ahLst/>
            <a:cxnLst/>
            <a:rect l="l" t="t" r="r" b="b"/>
            <a:pathLst>
              <a:path w="7920990" h="8229600">
                <a:moveTo>
                  <a:pt x="0" y="0"/>
                </a:moveTo>
                <a:lnTo>
                  <a:pt x="7920990" y="0"/>
                </a:lnTo>
                <a:lnTo>
                  <a:pt x="79209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0068" y="1894245"/>
            <a:ext cx="5219315" cy="8521330"/>
          </a:xfrm>
          <a:custGeom>
            <a:avLst/>
            <a:gdLst/>
            <a:ahLst/>
            <a:cxnLst/>
            <a:rect l="l" t="t" r="r" b="b"/>
            <a:pathLst>
              <a:path w="5219315" h="8521330">
                <a:moveTo>
                  <a:pt x="0" y="0"/>
                </a:moveTo>
                <a:lnTo>
                  <a:pt x="5219314" y="0"/>
                </a:lnTo>
                <a:lnTo>
                  <a:pt x="5219314" y="8521330"/>
                </a:lnTo>
                <a:lnTo>
                  <a:pt x="0" y="8521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952634" y="-816352"/>
            <a:ext cx="5335366" cy="4975229"/>
          </a:xfrm>
          <a:custGeom>
            <a:avLst/>
            <a:gdLst/>
            <a:ahLst/>
            <a:cxnLst/>
            <a:rect l="l" t="t" r="r" b="b"/>
            <a:pathLst>
              <a:path w="5335366" h="4975229">
                <a:moveTo>
                  <a:pt x="0" y="0"/>
                </a:moveTo>
                <a:lnTo>
                  <a:pt x="5335366" y="0"/>
                </a:lnTo>
                <a:lnTo>
                  <a:pt x="5335366" y="4975228"/>
                </a:lnTo>
                <a:lnTo>
                  <a:pt x="0" y="49752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875747" y="-2314320"/>
            <a:ext cx="4867498" cy="3985582"/>
          </a:xfrm>
          <a:custGeom>
            <a:avLst/>
            <a:gdLst/>
            <a:ahLst/>
            <a:cxnLst/>
            <a:rect l="l" t="t" r="r" b="b"/>
            <a:pathLst>
              <a:path w="4867498" h="3985582">
                <a:moveTo>
                  <a:pt x="0" y="0"/>
                </a:moveTo>
                <a:lnTo>
                  <a:pt x="4867497" y="0"/>
                </a:lnTo>
                <a:lnTo>
                  <a:pt x="4867497" y="3985582"/>
                </a:lnTo>
                <a:lnTo>
                  <a:pt x="0" y="3985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017930" y="7307875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68398" y="4362450"/>
            <a:ext cx="737807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err="1">
                <a:solidFill>
                  <a:srgbClr val="054A91"/>
                </a:solidFill>
                <a:cs typeface="Madani Arabic"/>
              </a:rPr>
              <a:t>الأنشطة</a:t>
            </a:r>
            <a:endParaRPr lang="en-US" sz="9000" b="1" dirty="0">
              <a:solidFill>
                <a:srgbClr val="054A91"/>
              </a:solidFill>
              <a:cs typeface="Madani Arab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6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595460" y="5559095"/>
            <a:ext cx="13481877" cy="9045114"/>
          </a:xfrm>
          <a:custGeom>
            <a:avLst/>
            <a:gdLst/>
            <a:ahLst/>
            <a:cxnLst/>
            <a:rect l="l" t="t" r="r" b="b"/>
            <a:pathLst>
              <a:path w="13481877" h="9045114">
                <a:moveTo>
                  <a:pt x="0" y="0"/>
                </a:moveTo>
                <a:lnTo>
                  <a:pt x="13481877" y="0"/>
                </a:lnTo>
                <a:lnTo>
                  <a:pt x="13481877" y="9045114"/>
                </a:lnTo>
                <a:lnTo>
                  <a:pt x="0" y="9045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378075" y="0"/>
            <a:ext cx="11168887" cy="6647227"/>
          </a:xfrm>
          <a:custGeom>
            <a:avLst/>
            <a:gdLst/>
            <a:ahLst/>
            <a:cxnLst/>
            <a:rect l="l" t="t" r="r" b="b"/>
            <a:pathLst>
              <a:path w="11168887" h="6647227">
                <a:moveTo>
                  <a:pt x="11168887" y="0"/>
                </a:moveTo>
                <a:lnTo>
                  <a:pt x="0" y="0"/>
                </a:lnTo>
                <a:lnTo>
                  <a:pt x="0" y="6647227"/>
                </a:lnTo>
                <a:lnTo>
                  <a:pt x="11168887" y="6647227"/>
                </a:lnTo>
                <a:lnTo>
                  <a:pt x="111688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86243">
            <a:off x="-897135" y="5840279"/>
            <a:ext cx="4299209" cy="4375785"/>
          </a:xfrm>
          <a:custGeom>
            <a:avLst/>
            <a:gdLst/>
            <a:ahLst/>
            <a:cxnLst/>
            <a:rect l="l" t="t" r="r" b="b"/>
            <a:pathLst>
              <a:path w="4299209" h="4375785">
                <a:moveTo>
                  <a:pt x="0" y="0"/>
                </a:moveTo>
                <a:lnTo>
                  <a:pt x="4299209" y="0"/>
                </a:lnTo>
                <a:lnTo>
                  <a:pt x="4299209" y="4375785"/>
                </a:lnTo>
                <a:lnTo>
                  <a:pt x="0" y="43757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07691">
            <a:off x="12817250" y="-818545"/>
            <a:ext cx="5799413" cy="5494944"/>
          </a:xfrm>
          <a:custGeom>
            <a:avLst/>
            <a:gdLst/>
            <a:ahLst/>
            <a:cxnLst/>
            <a:rect l="l" t="t" r="r" b="b"/>
            <a:pathLst>
              <a:path w="5799413" h="5494944">
                <a:moveTo>
                  <a:pt x="0" y="0"/>
                </a:moveTo>
                <a:lnTo>
                  <a:pt x="5799412" y="0"/>
                </a:lnTo>
                <a:lnTo>
                  <a:pt x="5799412" y="5494943"/>
                </a:lnTo>
                <a:lnTo>
                  <a:pt x="0" y="5494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81779" y="3778701"/>
            <a:ext cx="4902149" cy="4304326"/>
          </a:xfrm>
          <a:custGeom>
            <a:avLst/>
            <a:gdLst/>
            <a:ahLst/>
            <a:cxnLst/>
            <a:rect l="l" t="t" r="r" b="b"/>
            <a:pathLst>
              <a:path w="4902149" h="4304326">
                <a:moveTo>
                  <a:pt x="0" y="0"/>
                </a:moveTo>
                <a:lnTo>
                  <a:pt x="4902149" y="0"/>
                </a:lnTo>
                <a:lnTo>
                  <a:pt x="4902149" y="4304326"/>
                </a:lnTo>
                <a:lnTo>
                  <a:pt x="0" y="4304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419625" y="3833557"/>
            <a:ext cx="4839675" cy="4249471"/>
          </a:xfrm>
          <a:custGeom>
            <a:avLst/>
            <a:gdLst/>
            <a:ahLst/>
            <a:cxnLst/>
            <a:rect l="l" t="t" r="r" b="b"/>
            <a:pathLst>
              <a:path w="4839675" h="4249471">
                <a:moveTo>
                  <a:pt x="0" y="0"/>
                </a:moveTo>
                <a:lnTo>
                  <a:pt x="4839675" y="0"/>
                </a:lnTo>
                <a:lnTo>
                  <a:pt x="4839675" y="4249470"/>
                </a:lnTo>
                <a:lnTo>
                  <a:pt x="0" y="42494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3284" y="3778701"/>
            <a:ext cx="4820295" cy="4249471"/>
          </a:xfrm>
          <a:custGeom>
            <a:avLst/>
            <a:gdLst/>
            <a:ahLst/>
            <a:cxnLst/>
            <a:rect l="l" t="t" r="r" b="b"/>
            <a:pathLst>
              <a:path w="4820295" h="4249471">
                <a:moveTo>
                  <a:pt x="0" y="0"/>
                </a:moveTo>
                <a:lnTo>
                  <a:pt x="4820295" y="0"/>
                </a:lnTo>
                <a:lnTo>
                  <a:pt x="4820295" y="4249471"/>
                </a:lnTo>
                <a:lnTo>
                  <a:pt x="0" y="4249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462076"/>
            <a:ext cx="737807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10800"/>
              </a:lnSpc>
              <a:spcBef>
                <a:spcPct val="0"/>
              </a:spcBef>
            </a:pPr>
            <a:r>
              <a:rPr lang="en-US" sz="9000" b="1" dirty="0" err="1">
                <a:solidFill>
                  <a:srgbClr val="054A91"/>
                </a:solidFill>
                <a:cs typeface="Madani Arabic"/>
              </a:rPr>
              <a:t>النشاط</a:t>
            </a:r>
            <a:r>
              <a:rPr lang="en-US" sz="9000" dirty="0">
                <a:solidFill>
                  <a:srgbClr val="054A91"/>
                </a:solidFill>
                <a:cs typeface="Madani Arabic"/>
              </a:rPr>
              <a:t> 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76830" y="2292801"/>
            <a:ext cx="13734341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9600"/>
              </a:lnSpc>
              <a:spcBef>
                <a:spcPct val="0"/>
              </a:spcBef>
            </a:pPr>
            <a:r>
              <a:rPr lang="ar-DZ" sz="8000" b="1" dirty="0" smtClean="0">
                <a:solidFill>
                  <a:srgbClr val="000000"/>
                </a:solidFill>
                <a:cs typeface="Madani Arabic"/>
              </a:rPr>
              <a:t>إ</a:t>
            </a:r>
            <a:r>
              <a:rPr lang="en-US" sz="8000" b="1" dirty="0" err="1" smtClean="0">
                <a:solidFill>
                  <a:srgbClr val="000000"/>
                </a:solidFill>
                <a:cs typeface="Madani Arabic"/>
              </a:rPr>
              <a:t>ليك</a:t>
            </a:r>
            <a:r>
              <a:rPr lang="en-US" sz="8000" b="1" dirty="0" smtClean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8000" b="1" dirty="0" err="1">
                <a:solidFill>
                  <a:srgbClr val="000000"/>
                </a:solidFill>
                <a:cs typeface="Madani Arabic"/>
              </a:rPr>
              <a:t>الوثائق</a:t>
            </a:r>
            <a:r>
              <a:rPr lang="en-US" sz="8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8000" b="1" dirty="0" err="1">
                <a:solidFill>
                  <a:srgbClr val="000000"/>
                </a:solidFill>
                <a:cs typeface="Madani Arabic"/>
              </a:rPr>
              <a:t>التالية</a:t>
            </a:r>
            <a:r>
              <a:rPr lang="en-US" sz="8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8000" dirty="0">
                <a:solidFill>
                  <a:srgbClr val="000000"/>
                </a:solidFill>
                <a:cs typeface="Madani Arabic"/>
              </a:rPr>
              <a:t>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76619" y="8464027"/>
            <a:ext cx="5325482" cy="96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7795"/>
              </a:lnSpc>
              <a:spcBef>
                <a:spcPct val="0"/>
              </a:spcBef>
            </a:pPr>
            <a:r>
              <a:rPr lang="en-US" sz="6496" b="1" dirty="0" err="1">
                <a:solidFill>
                  <a:srgbClr val="054A91"/>
                </a:solidFill>
                <a:cs typeface="Madani Arabic"/>
              </a:rPr>
              <a:t>الوثيقة</a:t>
            </a:r>
            <a:r>
              <a:rPr lang="en-US" sz="6496" dirty="0">
                <a:solidFill>
                  <a:srgbClr val="054A91"/>
                </a:solidFill>
                <a:cs typeface="Madani Arabic"/>
              </a:rPr>
              <a:t>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70113" y="8464027"/>
            <a:ext cx="5325482" cy="96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7795"/>
              </a:lnSpc>
              <a:spcBef>
                <a:spcPct val="0"/>
              </a:spcBef>
            </a:pPr>
            <a:r>
              <a:rPr lang="en-US" sz="6496" b="1" dirty="0" err="1">
                <a:solidFill>
                  <a:srgbClr val="054A91"/>
                </a:solidFill>
                <a:cs typeface="Madani Arabic"/>
              </a:rPr>
              <a:t>الوثيقة</a:t>
            </a:r>
            <a:r>
              <a:rPr lang="en-US" sz="6496" dirty="0">
                <a:solidFill>
                  <a:srgbClr val="054A91"/>
                </a:solidFill>
                <a:cs typeface="Madani Arabic"/>
              </a:rPr>
              <a:t>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0935" y="8464027"/>
            <a:ext cx="5325482" cy="96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7795"/>
              </a:lnSpc>
              <a:spcBef>
                <a:spcPct val="0"/>
              </a:spcBef>
            </a:pPr>
            <a:r>
              <a:rPr lang="en-US" sz="6496" b="1" dirty="0" err="1">
                <a:solidFill>
                  <a:srgbClr val="054A91"/>
                </a:solidFill>
                <a:cs typeface="Madani Arabic"/>
              </a:rPr>
              <a:t>الوثيقة</a:t>
            </a:r>
            <a:r>
              <a:rPr lang="en-US" sz="6496" dirty="0">
                <a:solidFill>
                  <a:srgbClr val="054A91"/>
                </a:solidFill>
                <a:cs typeface="Madani Arabic"/>
              </a:rPr>
              <a:t>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6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53413" y="-777112"/>
            <a:ext cx="20556178" cy="20556178"/>
          </a:xfrm>
          <a:custGeom>
            <a:avLst/>
            <a:gdLst/>
            <a:ahLst/>
            <a:cxnLst/>
            <a:rect l="l" t="t" r="r" b="b"/>
            <a:pathLst>
              <a:path w="20556178" h="20556178">
                <a:moveTo>
                  <a:pt x="0" y="0"/>
                </a:moveTo>
                <a:lnTo>
                  <a:pt x="20556178" y="0"/>
                </a:lnTo>
                <a:lnTo>
                  <a:pt x="20556178" y="20556178"/>
                </a:lnTo>
                <a:lnTo>
                  <a:pt x="0" y="2055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606263"/>
            <a:ext cx="8824676" cy="7680737"/>
          </a:xfrm>
          <a:custGeom>
            <a:avLst/>
            <a:gdLst/>
            <a:ahLst/>
            <a:cxnLst/>
            <a:rect l="l" t="t" r="r" b="b"/>
            <a:pathLst>
              <a:path w="8824676" h="7680737">
                <a:moveTo>
                  <a:pt x="0" y="0"/>
                </a:moveTo>
                <a:lnTo>
                  <a:pt x="8824676" y="0"/>
                </a:lnTo>
                <a:lnTo>
                  <a:pt x="8824676" y="7680737"/>
                </a:lnTo>
                <a:lnTo>
                  <a:pt x="0" y="7680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918777" y="0"/>
            <a:ext cx="7369223" cy="8626904"/>
          </a:xfrm>
          <a:custGeom>
            <a:avLst/>
            <a:gdLst/>
            <a:ahLst/>
            <a:cxnLst/>
            <a:rect l="l" t="t" r="r" b="b"/>
            <a:pathLst>
              <a:path w="7369223" h="8626904">
                <a:moveTo>
                  <a:pt x="7369223" y="0"/>
                </a:moveTo>
                <a:lnTo>
                  <a:pt x="0" y="0"/>
                </a:lnTo>
                <a:lnTo>
                  <a:pt x="0" y="8626904"/>
                </a:lnTo>
                <a:lnTo>
                  <a:pt x="7369223" y="8626904"/>
                </a:lnTo>
                <a:lnTo>
                  <a:pt x="7369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19381" y="1139413"/>
            <a:ext cx="737807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err="1">
                <a:solidFill>
                  <a:srgbClr val="F46E16"/>
                </a:solidFill>
                <a:cs typeface="Madani Arabic"/>
              </a:rPr>
              <a:t>المطلوب</a:t>
            </a:r>
            <a:endParaRPr lang="en-US" sz="9000" b="1" dirty="0">
              <a:solidFill>
                <a:srgbClr val="F46E16"/>
              </a:solidFill>
              <a:cs typeface="Madani Arabic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033198" y="5174245"/>
            <a:ext cx="3783410" cy="3097914"/>
          </a:xfrm>
          <a:custGeom>
            <a:avLst/>
            <a:gdLst/>
            <a:ahLst/>
            <a:cxnLst/>
            <a:rect l="l" t="t" r="r" b="b"/>
            <a:pathLst>
              <a:path w="3783410" h="3097914">
                <a:moveTo>
                  <a:pt x="0" y="0"/>
                </a:moveTo>
                <a:lnTo>
                  <a:pt x="3783410" y="0"/>
                </a:lnTo>
                <a:lnTo>
                  <a:pt x="3783410" y="3097915"/>
                </a:lnTo>
                <a:lnTo>
                  <a:pt x="0" y="30979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3519599">
            <a:off x="-1827936" y="1622643"/>
            <a:ext cx="5186534" cy="5381618"/>
          </a:xfrm>
          <a:custGeom>
            <a:avLst/>
            <a:gdLst/>
            <a:ahLst/>
            <a:cxnLst/>
            <a:rect l="l" t="t" r="r" b="b"/>
            <a:pathLst>
              <a:path w="5186534" h="5381618">
                <a:moveTo>
                  <a:pt x="0" y="0"/>
                </a:moveTo>
                <a:lnTo>
                  <a:pt x="5186534" y="0"/>
                </a:lnTo>
                <a:lnTo>
                  <a:pt x="5186534" y="5381618"/>
                </a:lnTo>
                <a:lnTo>
                  <a:pt x="0" y="5381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8539" y="3235956"/>
            <a:ext cx="4043478" cy="7453415"/>
          </a:xfrm>
          <a:custGeom>
            <a:avLst/>
            <a:gdLst/>
            <a:ahLst/>
            <a:cxnLst/>
            <a:rect l="l" t="t" r="r" b="b"/>
            <a:pathLst>
              <a:path w="4043478" h="7453415">
                <a:moveTo>
                  <a:pt x="0" y="0"/>
                </a:moveTo>
                <a:lnTo>
                  <a:pt x="4043477" y="0"/>
                </a:lnTo>
                <a:lnTo>
                  <a:pt x="4043477" y="7453415"/>
                </a:lnTo>
                <a:lnTo>
                  <a:pt x="0" y="7453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337719" y="0"/>
            <a:ext cx="4587184" cy="5349486"/>
          </a:xfrm>
          <a:custGeom>
            <a:avLst/>
            <a:gdLst/>
            <a:ahLst/>
            <a:cxnLst/>
            <a:rect l="l" t="t" r="r" b="b"/>
            <a:pathLst>
              <a:path w="4587184" h="5349486">
                <a:moveTo>
                  <a:pt x="0" y="0"/>
                </a:moveTo>
                <a:lnTo>
                  <a:pt x="4587184" y="0"/>
                </a:lnTo>
                <a:lnTo>
                  <a:pt x="4587184" y="5349486"/>
                </a:lnTo>
                <a:lnTo>
                  <a:pt x="0" y="53494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607691">
            <a:off x="10029727" y="-555709"/>
            <a:ext cx="3075720" cy="2914245"/>
          </a:xfrm>
          <a:custGeom>
            <a:avLst/>
            <a:gdLst/>
            <a:ahLst/>
            <a:cxnLst/>
            <a:rect l="l" t="t" r="r" b="b"/>
            <a:pathLst>
              <a:path w="3075720" h="2914245">
                <a:moveTo>
                  <a:pt x="0" y="0"/>
                </a:moveTo>
                <a:lnTo>
                  <a:pt x="3075720" y="0"/>
                </a:lnTo>
                <a:lnTo>
                  <a:pt x="3075720" y="2914245"/>
                </a:lnTo>
                <a:lnTo>
                  <a:pt x="0" y="29142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08418" y="3717832"/>
            <a:ext cx="7378075" cy="421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err="1">
                <a:solidFill>
                  <a:srgbClr val="000000"/>
                </a:solidFill>
                <a:cs typeface="Madani Arabic"/>
              </a:rPr>
              <a:t>عبر</a:t>
            </a:r>
            <a:r>
              <a:rPr lang="en-US" sz="9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dirty="0" err="1">
                <a:solidFill>
                  <a:srgbClr val="000000"/>
                </a:solidFill>
                <a:cs typeface="Madani Arabic"/>
              </a:rPr>
              <a:t>عن</a:t>
            </a:r>
            <a:r>
              <a:rPr lang="en-US" sz="9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dirty="0" err="1">
                <a:solidFill>
                  <a:srgbClr val="000000"/>
                </a:solidFill>
                <a:cs typeface="Madani Arabic"/>
              </a:rPr>
              <a:t>مدلول</a:t>
            </a:r>
            <a:r>
              <a:rPr lang="en-US" sz="9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dirty="0" err="1">
                <a:solidFill>
                  <a:srgbClr val="000000"/>
                </a:solidFill>
                <a:cs typeface="Madani Arabic"/>
              </a:rPr>
              <a:t>هذه</a:t>
            </a:r>
            <a:r>
              <a:rPr lang="en-US" sz="9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dirty="0" err="1">
                <a:solidFill>
                  <a:srgbClr val="000000"/>
                </a:solidFill>
                <a:cs typeface="Madani Arabic"/>
              </a:rPr>
              <a:t>الصور</a:t>
            </a:r>
            <a:r>
              <a:rPr lang="en-US" sz="9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dirty="0" err="1">
                <a:solidFill>
                  <a:srgbClr val="000000"/>
                </a:solidFill>
                <a:cs typeface="Madani Arabic"/>
              </a:rPr>
              <a:t>وبين</a:t>
            </a:r>
            <a:r>
              <a:rPr lang="en-US" sz="9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dirty="0" err="1">
                <a:solidFill>
                  <a:srgbClr val="000000"/>
                </a:solidFill>
                <a:cs typeface="Madani Arabic"/>
              </a:rPr>
              <a:t>أي</a:t>
            </a:r>
            <a:r>
              <a:rPr lang="en-US" sz="9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dirty="0" err="1" smtClean="0">
                <a:solidFill>
                  <a:srgbClr val="000000"/>
                </a:solidFill>
                <a:cs typeface="Madani Arabic"/>
              </a:rPr>
              <a:t>نجدها</a:t>
            </a:r>
            <a:endParaRPr lang="en-US" sz="9000" b="1" dirty="0">
              <a:solidFill>
                <a:srgbClr val="000000"/>
              </a:solidFill>
              <a:cs typeface="Madani Arab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705980" y="3298429"/>
            <a:ext cx="10712781" cy="6719836"/>
          </a:xfrm>
          <a:custGeom>
            <a:avLst/>
            <a:gdLst/>
            <a:ahLst/>
            <a:cxnLst/>
            <a:rect l="l" t="t" r="r" b="b"/>
            <a:pathLst>
              <a:path w="10712781" h="6719836">
                <a:moveTo>
                  <a:pt x="10712781" y="0"/>
                </a:moveTo>
                <a:lnTo>
                  <a:pt x="0" y="0"/>
                </a:lnTo>
                <a:lnTo>
                  <a:pt x="0" y="6719835"/>
                </a:lnTo>
                <a:lnTo>
                  <a:pt x="10712781" y="6719835"/>
                </a:lnTo>
                <a:lnTo>
                  <a:pt x="10712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152405" cy="3400052"/>
          </a:xfrm>
          <a:custGeom>
            <a:avLst/>
            <a:gdLst/>
            <a:ahLst/>
            <a:cxnLst/>
            <a:rect l="l" t="t" r="r" b="b"/>
            <a:pathLst>
              <a:path w="4152405" h="3400052">
                <a:moveTo>
                  <a:pt x="0" y="0"/>
                </a:moveTo>
                <a:lnTo>
                  <a:pt x="4152405" y="0"/>
                </a:lnTo>
                <a:lnTo>
                  <a:pt x="4152405" y="3400052"/>
                </a:lnTo>
                <a:lnTo>
                  <a:pt x="0" y="3400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254650" y="-998158"/>
            <a:ext cx="9418013" cy="14591287"/>
          </a:xfrm>
          <a:custGeom>
            <a:avLst/>
            <a:gdLst/>
            <a:ahLst/>
            <a:cxnLst/>
            <a:rect l="l" t="t" r="r" b="b"/>
            <a:pathLst>
              <a:path w="9418013" h="14591287">
                <a:moveTo>
                  <a:pt x="0" y="0"/>
                </a:moveTo>
                <a:lnTo>
                  <a:pt x="9418013" y="0"/>
                </a:lnTo>
                <a:lnTo>
                  <a:pt x="9418013" y="14591287"/>
                </a:lnTo>
                <a:lnTo>
                  <a:pt x="0" y="14591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41739" y="2895326"/>
            <a:ext cx="12043834" cy="7122939"/>
          </a:xfrm>
          <a:custGeom>
            <a:avLst/>
            <a:gdLst/>
            <a:ahLst/>
            <a:cxnLst/>
            <a:rect l="l" t="t" r="r" b="b"/>
            <a:pathLst>
              <a:path w="12043834" h="7122939">
                <a:moveTo>
                  <a:pt x="0" y="0"/>
                </a:moveTo>
                <a:lnTo>
                  <a:pt x="12043834" y="0"/>
                </a:lnTo>
                <a:lnTo>
                  <a:pt x="12043834" y="7122939"/>
                </a:lnTo>
                <a:lnTo>
                  <a:pt x="0" y="7122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864405" y="318901"/>
            <a:ext cx="4394895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 rtl="1">
              <a:lnSpc>
                <a:spcPts val="9900"/>
              </a:lnSpc>
              <a:spcBef>
                <a:spcPct val="0"/>
              </a:spcBef>
            </a:pPr>
            <a:r>
              <a:rPr lang="en-US" sz="9000" b="1" spc="-405" dirty="0" err="1">
                <a:solidFill>
                  <a:srgbClr val="F1E6B8"/>
                </a:solidFill>
                <a:cs typeface="Madani Arabic"/>
              </a:rPr>
              <a:t>النشاط</a:t>
            </a:r>
            <a:r>
              <a:rPr lang="en-US" sz="9000" spc="-405" dirty="0">
                <a:solidFill>
                  <a:srgbClr val="F1E6B8"/>
                </a:solidFill>
                <a:cs typeface="Madani Arabic"/>
              </a:rPr>
              <a:t> 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05400" y="1945852"/>
            <a:ext cx="13734341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9600"/>
              </a:lnSpc>
              <a:spcBef>
                <a:spcPct val="0"/>
              </a:spcBef>
            </a:pPr>
            <a:r>
              <a:rPr lang="ar-DZ" sz="8000" b="1" dirty="0">
                <a:solidFill>
                  <a:srgbClr val="000000"/>
                </a:solidFill>
                <a:cs typeface="Madani Arabic"/>
              </a:rPr>
              <a:t>إ</a:t>
            </a:r>
            <a:r>
              <a:rPr lang="en-US" sz="8000" b="1" dirty="0" err="1" smtClean="0">
                <a:solidFill>
                  <a:srgbClr val="000000"/>
                </a:solidFill>
                <a:cs typeface="Madani Arabic"/>
              </a:rPr>
              <a:t>ليك</a:t>
            </a:r>
            <a:r>
              <a:rPr lang="en-US" sz="8000" b="1" dirty="0" smtClean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8000" b="1" dirty="0" err="1">
                <a:solidFill>
                  <a:srgbClr val="000000"/>
                </a:solidFill>
                <a:cs typeface="Madani Arabic"/>
              </a:rPr>
              <a:t>الوثائق</a:t>
            </a:r>
            <a:r>
              <a:rPr lang="en-US" sz="8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8000" b="1" dirty="0" err="1">
                <a:solidFill>
                  <a:srgbClr val="000000"/>
                </a:solidFill>
                <a:cs typeface="Madani Arabic"/>
              </a:rPr>
              <a:t>التالية</a:t>
            </a:r>
            <a:r>
              <a:rPr lang="en-US" sz="8000" b="1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8000" dirty="0">
                <a:solidFill>
                  <a:srgbClr val="000000"/>
                </a:solidFill>
                <a:cs typeface="Madani Arabic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9F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4089" y="-5577430"/>
            <a:ext cx="20556178" cy="20556178"/>
          </a:xfrm>
          <a:custGeom>
            <a:avLst/>
            <a:gdLst/>
            <a:ahLst/>
            <a:cxnLst/>
            <a:rect l="l" t="t" r="r" b="b"/>
            <a:pathLst>
              <a:path w="20556178" h="20556178">
                <a:moveTo>
                  <a:pt x="0" y="0"/>
                </a:moveTo>
                <a:lnTo>
                  <a:pt x="20556178" y="0"/>
                </a:lnTo>
                <a:lnTo>
                  <a:pt x="20556178" y="20556178"/>
                </a:lnTo>
                <a:lnTo>
                  <a:pt x="0" y="2055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5851212" y="-1895769"/>
            <a:ext cx="9258300" cy="14343845"/>
          </a:xfrm>
          <a:custGeom>
            <a:avLst/>
            <a:gdLst/>
            <a:ahLst/>
            <a:cxnLst/>
            <a:rect l="l" t="t" r="r" b="b"/>
            <a:pathLst>
              <a:path w="9258300" h="14343845">
                <a:moveTo>
                  <a:pt x="0" y="0"/>
                </a:moveTo>
                <a:lnTo>
                  <a:pt x="9258300" y="0"/>
                </a:lnTo>
                <a:lnTo>
                  <a:pt x="9258300" y="14343845"/>
                </a:lnTo>
                <a:lnTo>
                  <a:pt x="0" y="14343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049371" y="1111048"/>
            <a:ext cx="7882461" cy="8330210"/>
          </a:xfrm>
          <a:custGeom>
            <a:avLst/>
            <a:gdLst/>
            <a:ahLst/>
            <a:cxnLst/>
            <a:rect l="l" t="t" r="r" b="b"/>
            <a:pathLst>
              <a:path w="7882461" h="8330210">
                <a:moveTo>
                  <a:pt x="0" y="0"/>
                </a:moveTo>
                <a:lnTo>
                  <a:pt x="7882461" y="0"/>
                </a:lnTo>
                <a:lnTo>
                  <a:pt x="7882461" y="8330211"/>
                </a:lnTo>
                <a:lnTo>
                  <a:pt x="0" y="8330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541152" y="1019175"/>
            <a:ext cx="6718148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00"/>
              </a:lnSpc>
              <a:spcBef>
                <a:spcPct val="0"/>
              </a:spcBef>
            </a:pPr>
            <a:r>
              <a:rPr lang="en-US" sz="9000" b="1" spc="-405" dirty="0" err="1">
                <a:solidFill>
                  <a:srgbClr val="F46E16"/>
                </a:solidFill>
                <a:cs typeface="Madani Arabic"/>
              </a:rPr>
              <a:t>المطلوب</a:t>
            </a:r>
            <a:endParaRPr lang="en-US" sz="9000" b="1" spc="-405" dirty="0">
              <a:solidFill>
                <a:srgbClr val="F46E16"/>
              </a:solidFill>
              <a:cs typeface="Madani Arab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348596" y="2847975"/>
            <a:ext cx="12303689" cy="641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0" lvl="1" indent="-971550" algn="r" rtl="1">
              <a:lnSpc>
                <a:spcPts val="9900"/>
              </a:lnSpc>
              <a:buFont typeface="Arial"/>
              <a:buChar char="•"/>
            </a:pP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حدد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الأجهزة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التي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تشتغل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بكهرباء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القطاع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وكهرباء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البطاريات</a:t>
            </a:r>
            <a:r>
              <a:rPr lang="en-US" sz="9000" spc="-405" dirty="0">
                <a:solidFill>
                  <a:srgbClr val="000000"/>
                </a:solidFill>
                <a:cs typeface="Madani Arabic"/>
              </a:rPr>
              <a:t>.</a:t>
            </a:r>
          </a:p>
          <a:p>
            <a:pPr marL="1943100" lvl="1" indent="-971550" algn="r" rtl="1">
              <a:lnSpc>
                <a:spcPts val="9900"/>
              </a:lnSpc>
              <a:buFont typeface="Arial"/>
              <a:buChar char="•"/>
            </a:pP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اذكر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الطرق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الآمنة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و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السليمة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لاستخدامها</a:t>
            </a:r>
            <a:r>
              <a:rPr lang="en-US" sz="9000" spc="-405" dirty="0">
                <a:solidFill>
                  <a:srgbClr val="000000"/>
                </a:solidFill>
                <a:cs typeface="Madani Arabic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4A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4089" y="-7265148"/>
            <a:ext cx="20556178" cy="20556178"/>
          </a:xfrm>
          <a:custGeom>
            <a:avLst/>
            <a:gdLst/>
            <a:ahLst/>
            <a:cxnLst/>
            <a:rect l="l" t="t" r="r" b="b"/>
            <a:pathLst>
              <a:path w="20556178" h="20556178">
                <a:moveTo>
                  <a:pt x="0" y="0"/>
                </a:moveTo>
                <a:lnTo>
                  <a:pt x="20556178" y="0"/>
                </a:lnTo>
                <a:lnTo>
                  <a:pt x="20556178" y="20556179"/>
                </a:lnTo>
                <a:lnTo>
                  <a:pt x="0" y="20556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958244">
            <a:off x="-5774111" y="4655851"/>
            <a:ext cx="12346731" cy="10573292"/>
          </a:xfrm>
          <a:custGeom>
            <a:avLst/>
            <a:gdLst/>
            <a:ahLst/>
            <a:cxnLst/>
            <a:rect l="l" t="t" r="r" b="b"/>
            <a:pathLst>
              <a:path w="12346731" h="10573292">
                <a:moveTo>
                  <a:pt x="0" y="0"/>
                </a:moveTo>
                <a:lnTo>
                  <a:pt x="12346731" y="0"/>
                </a:lnTo>
                <a:lnTo>
                  <a:pt x="12346731" y="10573292"/>
                </a:lnTo>
                <a:lnTo>
                  <a:pt x="0" y="105732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593112">
            <a:off x="382599" y="4359783"/>
            <a:ext cx="5206008" cy="5373944"/>
          </a:xfrm>
          <a:custGeom>
            <a:avLst/>
            <a:gdLst/>
            <a:ahLst/>
            <a:cxnLst/>
            <a:rect l="l" t="t" r="r" b="b"/>
            <a:pathLst>
              <a:path w="5206008" h="5373944">
                <a:moveTo>
                  <a:pt x="0" y="0"/>
                </a:moveTo>
                <a:lnTo>
                  <a:pt x="5206007" y="0"/>
                </a:lnTo>
                <a:lnTo>
                  <a:pt x="5206007" y="5373944"/>
                </a:lnTo>
                <a:lnTo>
                  <a:pt x="0" y="53739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345802">
            <a:off x="2299662" y="9672"/>
            <a:ext cx="2687123" cy="3524096"/>
          </a:xfrm>
          <a:custGeom>
            <a:avLst/>
            <a:gdLst/>
            <a:ahLst/>
            <a:cxnLst/>
            <a:rect l="l" t="t" r="r" b="b"/>
            <a:pathLst>
              <a:path w="2687123" h="3524096">
                <a:moveTo>
                  <a:pt x="0" y="0"/>
                </a:moveTo>
                <a:lnTo>
                  <a:pt x="2687123" y="0"/>
                </a:lnTo>
                <a:lnTo>
                  <a:pt x="2687123" y="3524095"/>
                </a:lnTo>
                <a:lnTo>
                  <a:pt x="0" y="35240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631998" y="300864"/>
            <a:ext cx="4867498" cy="3985582"/>
          </a:xfrm>
          <a:custGeom>
            <a:avLst/>
            <a:gdLst/>
            <a:ahLst/>
            <a:cxnLst/>
            <a:rect l="l" t="t" r="r" b="b"/>
            <a:pathLst>
              <a:path w="4867498" h="3985582">
                <a:moveTo>
                  <a:pt x="0" y="0"/>
                </a:moveTo>
                <a:lnTo>
                  <a:pt x="4867498" y="0"/>
                </a:lnTo>
                <a:lnTo>
                  <a:pt x="4867498" y="3985582"/>
                </a:lnTo>
                <a:lnTo>
                  <a:pt x="0" y="3985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353800" y="1136931"/>
            <a:ext cx="6718148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9900"/>
              </a:lnSpc>
              <a:spcBef>
                <a:spcPct val="0"/>
              </a:spcBef>
            </a:pPr>
            <a:r>
              <a:rPr lang="en-US" sz="9000" b="1" spc="-405" dirty="0" err="1" smtClean="0">
                <a:solidFill>
                  <a:srgbClr val="FABB17"/>
                </a:solidFill>
                <a:cs typeface="Madani Arabic"/>
              </a:rPr>
              <a:t>نشاط</a:t>
            </a:r>
            <a:r>
              <a:rPr lang="en-US" sz="9000" b="1" spc="-405" dirty="0" smtClean="0">
                <a:solidFill>
                  <a:srgbClr val="FABB17"/>
                </a:solidFill>
                <a:cs typeface="Madani Arabic"/>
              </a:rPr>
              <a:t> </a:t>
            </a:r>
            <a:r>
              <a:rPr lang="en-US" sz="9000" spc="-405" dirty="0" smtClean="0">
                <a:solidFill>
                  <a:srgbClr val="FABB17"/>
                </a:solidFill>
                <a:cs typeface="Madani Arabic"/>
              </a:rPr>
              <a:t>03</a:t>
            </a:r>
            <a:endParaRPr lang="en-US" sz="9000" spc="-405" dirty="0">
              <a:solidFill>
                <a:srgbClr val="FABB17"/>
              </a:solidFill>
              <a:cs typeface="Madani Arab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277853" y="3437429"/>
            <a:ext cx="12583997" cy="389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00"/>
              </a:lnSpc>
              <a:spcBef>
                <a:spcPct val="0"/>
              </a:spcBef>
            </a:pP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عن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استعمال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عددة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أجهزة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في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آن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واحد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ومن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نفس</a:t>
            </a:r>
            <a:r>
              <a:rPr lang="en-US" sz="9000" b="1" spc="-405" dirty="0">
                <a:solidFill>
                  <a:srgbClr val="FFFFFF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FFFFFF"/>
                </a:solidFill>
                <a:cs typeface="Madani Arabic"/>
              </a:rPr>
              <a:t>المأخذ</a:t>
            </a:r>
            <a:endParaRPr lang="en-US" sz="9000" b="1" spc="-405" dirty="0">
              <a:solidFill>
                <a:srgbClr val="FFFFFF"/>
              </a:solidFill>
              <a:cs typeface="Madani Arab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6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4089" y="-7265148"/>
            <a:ext cx="20556178" cy="20556178"/>
          </a:xfrm>
          <a:custGeom>
            <a:avLst/>
            <a:gdLst/>
            <a:ahLst/>
            <a:cxnLst/>
            <a:rect l="l" t="t" r="r" b="b"/>
            <a:pathLst>
              <a:path w="20556178" h="20556178">
                <a:moveTo>
                  <a:pt x="0" y="0"/>
                </a:moveTo>
                <a:lnTo>
                  <a:pt x="20556178" y="0"/>
                </a:lnTo>
                <a:lnTo>
                  <a:pt x="20556178" y="20556179"/>
                </a:lnTo>
                <a:lnTo>
                  <a:pt x="0" y="20556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51333" y="-1411202"/>
            <a:ext cx="4614891" cy="3778743"/>
          </a:xfrm>
          <a:custGeom>
            <a:avLst/>
            <a:gdLst/>
            <a:ahLst/>
            <a:cxnLst/>
            <a:rect l="l" t="t" r="r" b="b"/>
            <a:pathLst>
              <a:path w="4614891" h="3778743">
                <a:moveTo>
                  <a:pt x="0" y="0"/>
                </a:moveTo>
                <a:lnTo>
                  <a:pt x="4614891" y="0"/>
                </a:lnTo>
                <a:lnTo>
                  <a:pt x="4614891" y="3778743"/>
                </a:lnTo>
                <a:lnTo>
                  <a:pt x="0" y="377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>
            <a:off x="5458504" y="-1208179"/>
            <a:ext cx="11820789" cy="13838203"/>
          </a:xfrm>
          <a:custGeom>
            <a:avLst/>
            <a:gdLst/>
            <a:ahLst/>
            <a:cxnLst/>
            <a:rect l="l" t="t" r="r" b="b"/>
            <a:pathLst>
              <a:path w="11820789" h="13838203">
                <a:moveTo>
                  <a:pt x="11820789" y="0"/>
                </a:moveTo>
                <a:lnTo>
                  <a:pt x="0" y="0"/>
                </a:lnTo>
                <a:lnTo>
                  <a:pt x="0" y="13838203"/>
                </a:lnTo>
                <a:lnTo>
                  <a:pt x="11820789" y="13838203"/>
                </a:lnTo>
                <a:lnTo>
                  <a:pt x="1182078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69860" flipH="1">
            <a:off x="10954414" y="3674758"/>
            <a:ext cx="7486404" cy="6653542"/>
          </a:xfrm>
          <a:custGeom>
            <a:avLst/>
            <a:gdLst/>
            <a:ahLst/>
            <a:cxnLst/>
            <a:rect l="l" t="t" r="r" b="b"/>
            <a:pathLst>
              <a:path w="7486404" h="6653542">
                <a:moveTo>
                  <a:pt x="7486404" y="0"/>
                </a:moveTo>
                <a:lnTo>
                  <a:pt x="0" y="0"/>
                </a:lnTo>
                <a:lnTo>
                  <a:pt x="0" y="6653541"/>
                </a:lnTo>
                <a:lnTo>
                  <a:pt x="7486404" y="6653541"/>
                </a:lnTo>
                <a:lnTo>
                  <a:pt x="748640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05708" y="218881"/>
            <a:ext cx="3282292" cy="3261778"/>
          </a:xfrm>
          <a:custGeom>
            <a:avLst/>
            <a:gdLst/>
            <a:ahLst/>
            <a:cxnLst/>
            <a:rect l="l" t="t" r="r" b="b"/>
            <a:pathLst>
              <a:path w="3282292" h="3261778">
                <a:moveTo>
                  <a:pt x="0" y="0"/>
                </a:moveTo>
                <a:lnTo>
                  <a:pt x="3282292" y="0"/>
                </a:lnTo>
                <a:lnTo>
                  <a:pt x="3282292" y="3261778"/>
                </a:lnTo>
                <a:lnTo>
                  <a:pt x="0" y="3261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6345802">
            <a:off x="5559467" y="8269742"/>
            <a:ext cx="3076319" cy="4034516"/>
          </a:xfrm>
          <a:custGeom>
            <a:avLst/>
            <a:gdLst/>
            <a:ahLst/>
            <a:cxnLst/>
            <a:rect l="l" t="t" r="r" b="b"/>
            <a:pathLst>
              <a:path w="3076319" h="4034516">
                <a:moveTo>
                  <a:pt x="0" y="0"/>
                </a:moveTo>
                <a:lnTo>
                  <a:pt x="3076318" y="0"/>
                </a:lnTo>
                <a:lnTo>
                  <a:pt x="3076318" y="4034516"/>
                </a:lnTo>
                <a:lnTo>
                  <a:pt x="0" y="40345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287560" y="333375"/>
            <a:ext cx="6718148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00"/>
              </a:lnSpc>
              <a:spcBef>
                <a:spcPct val="0"/>
              </a:spcBef>
            </a:pPr>
            <a:r>
              <a:rPr lang="en-US" sz="9000" b="1" spc="-405" dirty="0" err="1">
                <a:solidFill>
                  <a:srgbClr val="054A91"/>
                </a:solidFill>
                <a:cs typeface="Madani Arabic"/>
              </a:rPr>
              <a:t>المطلوب</a:t>
            </a:r>
            <a:endParaRPr lang="en-US" sz="9000" b="1" spc="-405" dirty="0">
              <a:solidFill>
                <a:srgbClr val="054A91"/>
              </a:solidFill>
              <a:cs typeface="Madani Arab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0" y="1933575"/>
            <a:ext cx="13669936" cy="641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0" lvl="1" indent="-971550" algn="r" rtl="1">
              <a:lnSpc>
                <a:spcPts val="9900"/>
              </a:lnSpc>
              <a:buFont typeface="Arial"/>
              <a:buChar char="•"/>
            </a:pP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أذكر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الأخطار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المحتمل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حدوثها</a:t>
            </a:r>
            <a:endParaRPr lang="en-US" sz="9000" b="1" spc="-405" dirty="0">
              <a:solidFill>
                <a:srgbClr val="000000"/>
              </a:solidFill>
              <a:cs typeface="Madani Arabic"/>
            </a:endParaRPr>
          </a:p>
          <a:p>
            <a:pPr marL="1943100" lvl="1" indent="-971550" algn="r" rtl="1">
              <a:lnSpc>
                <a:spcPts val="9900"/>
              </a:lnSpc>
              <a:buFont typeface="Arial"/>
              <a:buChar char="•"/>
            </a:pP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اقترح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حلول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مناسبة</a:t>
            </a:r>
            <a:endParaRPr lang="en-US" sz="9000" b="1" spc="-405" dirty="0">
              <a:solidFill>
                <a:srgbClr val="000000"/>
              </a:solidFill>
              <a:cs typeface="Madani Arabic"/>
            </a:endParaRPr>
          </a:p>
          <a:p>
            <a:pPr marL="1943100" lvl="1" indent="-971550" algn="r" rtl="1">
              <a:lnSpc>
                <a:spcPts val="9900"/>
              </a:lnSpc>
              <a:buFont typeface="Arial"/>
              <a:buChar char="•"/>
            </a:pP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أذكر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بعض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القواعد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الأمنية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لتجني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خطر</a:t>
            </a:r>
            <a:r>
              <a:rPr lang="en-US" sz="9000" b="1" spc="-405" dirty="0">
                <a:solidFill>
                  <a:srgbClr val="000000"/>
                </a:solidFill>
                <a:cs typeface="Madani Arabic"/>
              </a:rPr>
              <a:t> </a:t>
            </a:r>
            <a:r>
              <a:rPr lang="en-US" sz="9000" b="1" spc="-405" dirty="0" err="1">
                <a:solidFill>
                  <a:srgbClr val="000000"/>
                </a:solidFill>
                <a:cs typeface="Madani Arabic"/>
              </a:rPr>
              <a:t>التكهرب</a:t>
            </a:r>
            <a:endParaRPr lang="en-US" sz="9000" b="1" spc="-405" dirty="0">
              <a:solidFill>
                <a:srgbClr val="000000"/>
              </a:solidFill>
              <a:cs typeface="Madani Arab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115</Words>
  <Application>Microsoft Office PowerPoint</Application>
  <PresentationFormat>Personnalisé</PresentationFormat>
  <Paragraphs>28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Madani Arabic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Multicolored Illustrated Video Call Background for Teacher &amp; Students Presentation</dc:title>
  <cp:lastModifiedBy>SAMSUNG</cp:lastModifiedBy>
  <cp:revision>6</cp:revision>
  <dcterms:created xsi:type="dcterms:W3CDTF">2006-08-16T00:00:00Z</dcterms:created>
  <dcterms:modified xsi:type="dcterms:W3CDTF">2023-10-02T08:48:28Z</dcterms:modified>
  <dc:identifier>DAFwAw4av54</dc:identifier>
</cp:coreProperties>
</file>