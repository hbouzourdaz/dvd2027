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6"/>
  </p:notesMasterIdLst>
  <p:sldIdLst>
    <p:sldId id="258" r:id="rId2"/>
    <p:sldId id="327" r:id="rId3"/>
    <p:sldId id="261" r:id="rId4"/>
    <p:sldId id="309" r:id="rId5"/>
    <p:sldId id="317" r:id="rId6"/>
    <p:sldId id="316" r:id="rId7"/>
    <p:sldId id="263" r:id="rId8"/>
    <p:sldId id="310" r:id="rId9"/>
    <p:sldId id="311" r:id="rId10"/>
    <p:sldId id="318" r:id="rId11"/>
    <p:sldId id="319" r:id="rId12"/>
    <p:sldId id="328" r:id="rId13"/>
    <p:sldId id="329" r:id="rId14"/>
    <p:sldId id="330" r:id="rId15"/>
    <p:sldId id="331" r:id="rId16"/>
    <p:sldId id="332" r:id="rId17"/>
    <p:sldId id="363" r:id="rId18"/>
    <p:sldId id="362" r:id="rId19"/>
    <p:sldId id="333" r:id="rId20"/>
    <p:sldId id="334" r:id="rId21"/>
    <p:sldId id="346" r:id="rId22"/>
    <p:sldId id="356" r:id="rId23"/>
    <p:sldId id="336" r:id="rId24"/>
    <p:sldId id="358" r:id="rId25"/>
    <p:sldId id="360" r:id="rId26"/>
    <p:sldId id="361" r:id="rId27"/>
    <p:sldId id="349" r:id="rId28"/>
    <p:sldId id="337" r:id="rId29"/>
    <p:sldId id="350" r:id="rId30"/>
    <p:sldId id="351" r:id="rId31"/>
    <p:sldId id="352" r:id="rId32"/>
    <p:sldId id="353" r:id="rId33"/>
    <p:sldId id="354" r:id="rId34"/>
    <p:sldId id="347" r:id="rId3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Style léger 3 - Accentuation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312" autoAdjust="0"/>
    <p:restoredTop sz="94660"/>
  </p:normalViewPr>
  <p:slideViewPr>
    <p:cSldViewPr snapToGrid="0">
      <p:cViewPr varScale="1">
        <p:scale>
          <a:sx n="71" d="100"/>
          <a:sy n="71" d="100"/>
        </p:scale>
        <p:origin x="360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574CEC-FC7D-44FF-8B59-6E9D1820C98B}" type="datetimeFigureOut">
              <a:rPr lang="fr-FR" smtClean="0"/>
              <a:t>17/09/2024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0FEB89-01B6-4F30-88B4-003AD5B5BD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1230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637669D5-CBCF-4907-8900-99676628C8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="" xmlns:a16="http://schemas.microsoft.com/office/drawing/2014/main" id="{E95DE250-3DAF-4274-9085-878C17E44B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="" xmlns:a16="http://schemas.microsoft.com/office/drawing/2014/main" id="{93533413-2AA2-4C61-B9E6-06398ACFE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9C2AC-9F48-4165-9C00-846B8D22C5AB}" type="datetime1">
              <a:rPr lang="fr-FR" smtClean="0"/>
              <a:t>17/09/2024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="" xmlns:a16="http://schemas.microsoft.com/office/drawing/2014/main" id="{00C3FB7B-AC2B-4761-BA2E-34CC11497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DZ"/>
              <a:t>الندوة الوطنيّة - تقييم امتحان مكتسبات مرحلة التعليم الابتدائي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="" xmlns:a16="http://schemas.microsoft.com/office/drawing/2014/main" id="{EACFCE1C-D7CF-4B59-B21D-7750EB30D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C3548-C254-436B-B7C1-FB6D7FB82E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9369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3789EE11-B283-47B3-B9DA-A594F83C8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="" xmlns:a16="http://schemas.microsoft.com/office/drawing/2014/main" id="{707A467A-2062-4254-98A0-FC6B78EE8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="" xmlns:a16="http://schemas.microsoft.com/office/drawing/2014/main" id="{233E5DA6-25FE-46C0-AD55-7F856188C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4961-DAE2-4EAA-8D7A-1441995A7F1D}" type="datetime1">
              <a:rPr lang="fr-FR" smtClean="0"/>
              <a:t>17/09/2024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="" xmlns:a16="http://schemas.microsoft.com/office/drawing/2014/main" id="{F9AAC2A4-7079-4397-9D3D-EF743813A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DZ"/>
              <a:t>الندوة الوطنيّة - تقييم امتحان مكتسبات مرحلة التعليم الابتدائي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="" xmlns:a16="http://schemas.microsoft.com/office/drawing/2014/main" id="{84E746EB-4970-4A4D-824D-0FABB7163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C3548-C254-436B-B7C1-FB6D7FB82E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7566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8D9CF5AB-8A1D-4D25-8219-B95E190AD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="" xmlns:a16="http://schemas.microsoft.com/office/drawing/2014/main" id="{668A9202-8D27-458D-BA7D-84E919DB7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="" xmlns:a16="http://schemas.microsoft.com/office/drawing/2014/main" id="{B9934500-7413-46FE-9AAA-48162704F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10870-8F75-43BB-9F86-0F4DCEBB58EB}" type="datetime1">
              <a:rPr lang="fr-FR" smtClean="0"/>
              <a:t>17/09/2024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="" xmlns:a16="http://schemas.microsoft.com/office/drawing/2014/main" id="{3B5828F8-A563-4499-849C-F4E867A45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DZ"/>
              <a:t>الندوة الوطنيّة - تقييم امتحان مكتسبات مرحلة التعليم الابتدائي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="" xmlns:a16="http://schemas.microsoft.com/office/drawing/2014/main" id="{B0B76C5D-4641-4FE4-AA79-56261F407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C3548-C254-436B-B7C1-FB6D7FB82E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35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7AD50441-7849-4844-9CC0-5258AFD7D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="" xmlns:a16="http://schemas.microsoft.com/office/drawing/2014/main" id="{F02513CE-D345-40B2-B21A-31E86C80FB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="" xmlns:a16="http://schemas.microsoft.com/office/drawing/2014/main" id="{8396E3B3-2B5F-4E0A-9105-1DB18D68B0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="" xmlns:a16="http://schemas.microsoft.com/office/drawing/2014/main" id="{12C1CAA9-3216-4E89-85D4-012EA0B85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F7245-F035-4502-9E8F-A0E18123CF84}" type="datetime1">
              <a:rPr lang="fr-FR" smtClean="0"/>
              <a:t>17/09/2024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="" xmlns:a16="http://schemas.microsoft.com/office/drawing/2014/main" id="{A6A86746-B953-4C7A-A8B5-BFE032FE3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DZ"/>
              <a:t>الندوة الوطنيّة - تقييم امتحان مكتسبات مرحلة التعليم الابتدائي</a:t>
            </a:r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="" xmlns:a16="http://schemas.microsoft.com/office/drawing/2014/main" id="{755254A0-CDB8-465F-8B6C-E3575395A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C3548-C254-436B-B7C1-FB6D7FB82E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0210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34F6E3B8-A1E2-4D3C-BB3F-5D757C131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="" xmlns:a16="http://schemas.microsoft.com/office/drawing/2014/main" id="{3F927A69-29BF-40EC-864C-8078D42CE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="" xmlns:a16="http://schemas.microsoft.com/office/drawing/2014/main" id="{A253A203-994E-4715-985F-7C3716E321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="" xmlns:a16="http://schemas.microsoft.com/office/drawing/2014/main" id="{633C3BBE-12C8-4D71-B29B-C1564328AF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="" xmlns:a16="http://schemas.microsoft.com/office/drawing/2014/main" id="{B6C83B22-7377-4F19-9D83-721C8FDC15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="" xmlns:a16="http://schemas.microsoft.com/office/drawing/2014/main" id="{39E4C52E-3F09-4E9E-B16A-B00BC316D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8194A-0395-4E05-AC6F-D349EFB6517D}" type="datetime1">
              <a:rPr lang="fr-FR" smtClean="0"/>
              <a:t>17/09/2024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="" xmlns:a16="http://schemas.microsoft.com/office/drawing/2014/main" id="{BD5974FA-A5B2-4B58-BD97-3C7E867E8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DZ"/>
              <a:t>الندوة الوطنيّة - تقييم امتحان مكتسبات مرحلة التعليم الابتدائي</a:t>
            </a:r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="" xmlns:a16="http://schemas.microsoft.com/office/drawing/2014/main" id="{37C380B1-F0D0-443B-8EE2-E9D1FA420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C3548-C254-436B-B7C1-FB6D7FB82E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9869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3F6D85AA-0EA2-484B-BA02-67D8F5850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="" xmlns:a16="http://schemas.microsoft.com/office/drawing/2014/main" id="{883CADC1-96FA-4F63-93E3-885E644F6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35DC5-7710-4DE3-B4BC-60915F6B9538}" type="datetime1">
              <a:rPr lang="fr-FR" smtClean="0"/>
              <a:t>17/09/2024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="" xmlns:a16="http://schemas.microsoft.com/office/drawing/2014/main" id="{22FB2C60-6016-4BDA-9096-50242BEAA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DZ"/>
              <a:t>الندوة الوطنيّة - تقييم امتحان مكتسبات مرحلة التعليم الابتدائي</a:t>
            </a:r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="" xmlns:a16="http://schemas.microsoft.com/office/drawing/2014/main" id="{101F7D52-9FFA-4DF4-8139-43357F45E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C3548-C254-436B-B7C1-FB6D7FB82E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1510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="" xmlns:a16="http://schemas.microsoft.com/office/drawing/2014/main" id="{70AA0E49-341E-4056-9B76-49F18098B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E87FC-C103-4354-B403-57258DCE71A7}" type="datetime1">
              <a:rPr lang="fr-FR" smtClean="0"/>
              <a:t>17/09/2024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="" xmlns:a16="http://schemas.microsoft.com/office/drawing/2014/main" id="{924FEFE2-AEBC-44CB-BE2D-5937A7AA1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DZ"/>
              <a:t>الندوة الوطنيّة - تقييم امتحان مكتسبات مرحلة التعليم الابتدائي</a:t>
            </a:r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="" xmlns:a16="http://schemas.microsoft.com/office/drawing/2014/main" id="{5C3561EA-8BE9-4097-8E79-C47BC9EE2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C3548-C254-436B-B7C1-FB6D7FB82E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4904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3297028C-8B5A-4709-A0C1-EE17C14CF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="" xmlns:a16="http://schemas.microsoft.com/office/drawing/2014/main" id="{597C4E85-B8A7-43E8-8960-D3AB142E1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="" xmlns:a16="http://schemas.microsoft.com/office/drawing/2014/main" id="{65014F7C-2AA1-4201-9AAC-D75F772562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="" xmlns:a16="http://schemas.microsoft.com/office/drawing/2014/main" id="{BC272923-0454-4096-8C7E-181934874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D74CC-64AB-4278-AEF0-8183ECC925B1}" type="datetime1">
              <a:rPr lang="fr-FR" smtClean="0"/>
              <a:t>17/09/2024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="" xmlns:a16="http://schemas.microsoft.com/office/drawing/2014/main" id="{29BFE08C-60A1-4E7A-A61E-7B84FCFDD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DZ"/>
              <a:t>الندوة الوطنيّة - تقييم امتحان مكتسبات مرحلة التعليم الابتدائي</a:t>
            </a:r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="" xmlns:a16="http://schemas.microsoft.com/office/drawing/2014/main" id="{FD1D5FCF-7E77-4861-8D48-A6F299CC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C3548-C254-436B-B7C1-FB6D7FB82E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677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CFCA8F5C-EF7B-4D43-87D4-A8BD07C15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="" xmlns:a16="http://schemas.microsoft.com/office/drawing/2014/main" id="{31673B8B-9957-4AC6-B2C9-654D2FE92F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="" xmlns:a16="http://schemas.microsoft.com/office/drawing/2014/main" id="{00D19E8B-3574-4D0B-B350-2E7D29F430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="" xmlns:a16="http://schemas.microsoft.com/office/drawing/2014/main" id="{810B36F6-7DC4-41ED-A9A2-AD24ABD03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5C23-CD67-49F9-8D6D-8219F9A36005}" type="datetime1">
              <a:rPr lang="fr-FR" smtClean="0"/>
              <a:t>17/09/2024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="" xmlns:a16="http://schemas.microsoft.com/office/drawing/2014/main" id="{635D26B8-717D-4DAC-8003-85E5E863C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DZ"/>
              <a:t>الندوة الوطنيّة - تقييم امتحان مكتسبات مرحلة التعليم الابتدائي</a:t>
            </a:r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="" xmlns:a16="http://schemas.microsoft.com/office/drawing/2014/main" id="{070FD21D-BF51-4516-BBFF-12C7E0CDF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C3548-C254-436B-B7C1-FB6D7FB82E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6920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C77C1918-3424-457C-B693-36E3F4B88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="" xmlns:a16="http://schemas.microsoft.com/office/drawing/2014/main" id="{DE29B7F8-B206-410C-9399-CF77B15EAC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="" xmlns:a16="http://schemas.microsoft.com/office/drawing/2014/main" id="{B3A7FF71-F7D6-417A-BD0B-A52AEE367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78CB4-A41D-4AF8-A09D-857611BADE41}" type="datetime1">
              <a:rPr lang="fr-FR" smtClean="0"/>
              <a:t>17/09/2024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="" xmlns:a16="http://schemas.microsoft.com/office/drawing/2014/main" id="{1DB2372D-B4BE-47EF-97A1-5941F5ADD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DZ"/>
              <a:t>الندوة الوطنيّة - تقييم امتحان مكتسبات مرحلة التعليم الابتدائي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="" xmlns:a16="http://schemas.microsoft.com/office/drawing/2014/main" id="{CC8A74D0-5942-4B68-9B9E-6789E8F06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C3548-C254-436B-B7C1-FB6D7FB82E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9856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="" xmlns:a16="http://schemas.microsoft.com/office/drawing/2014/main" id="{D468CDFD-D891-4218-924A-E0013C7B82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="" xmlns:a16="http://schemas.microsoft.com/office/drawing/2014/main" id="{A454E446-EB0F-4BBB-A1AD-52D523A613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="" xmlns:a16="http://schemas.microsoft.com/office/drawing/2014/main" id="{B7FCA628-60B7-472D-B88D-897347742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2FCED-C197-408F-B69C-A10BD415A8E9}" type="datetime1">
              <a:rPr lang="fr-FR" smtClean="0"/>
              <a:t>17/09/2024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="" xmlns:a16="http://schemas.microsoft.com/office/drawing/2014/main" id="{D867A456-187F-453E-ADB0-DCBF06EE4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DZ"/>
              <a:t>الندوة الوطنيّة - تقييم امتحان مكتسبات مرحلة التعليم الابتدائي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="" xmlns:a16="http://schemas.microsoft.com/office/drawing/2014/main" id="{A9D25E3C-3DE8-40B9-9D76-796A8D2F9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C3548-C254-436B-B7C1-FB6D7FB82E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6335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="" xmlns:a16="http://schemas.microsoft.com/office/drawing/2014/main" id="{1F4A90FF-8625-4997-A497-1A50A3695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="" xmlns:a16="http://schemas.microsoft.com/office/drawing/2014/main" id="{680C63F7-B010-4F3A-A795-40FE09157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="" xmlns:a16="http://schemas.microsoft.com/office/drawing/2014/main" id="{27FD296F-0F39-41B0-A80A-76EA0EC750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325CDD-E699-4672-A16A-DBC8BFD0E48E}" type="datetime1">
              <a:rPr lang="fr-FR" smtClean="0"/>
              <a:t>17/09/2024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="" xmlns:a16="http://schemas.microsoft.com/office/drawing/2014/main" id="{931DE86B-C5F1-4593-9DF9-E3249BE761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ar-DZ"/>
              <a:t>الندوة الوطنيّة - تقييم امتحان مكتسبات مرحلة التعليم الابتدائي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="" xmlns:a16="http://schemas.microsoft.com/office/drawing/2014/main" id="{A69216C7-88CA-48A0-BDA1-7D4DCFABBE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1C3548-C254-436B-B7C1-FB6D7FB82E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9843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="" xmlns:a16="http://schemas.microsoft.com/office/drawing/2014/main" id="{2FC8C924-59B3-42D2-AD5E-FB316D6F9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9788" y="6567615"/>
            <a:ext cx="781050" cy="369332"/>
          </a:xfrm>
        </p:spPr>
        <p:txBody>
          <a:bodyPr/>
          <a:lstStyle/>
          <a:p>
            <a:pPr algn="ctr" rtl="1"/>
            <a:fld id="{E01C3548-C254-436B-B7C1-FB6D7FB82EBD}" type="slidenum">
              <a:rPr lang="fr-FR" sz="1400" b="1" smtClean="0"/>
              <a:pPr algn="ctr" rtl="1"/>
              <a:t>1</a:t>
            </a:fld>
            <a:endParaRPr lang="fr-FR" sz="1400" b="1" dirty="0"/>
          </a:p>
        </p:txBody>
      </p:sp>
      <p:grpSp>
        <p:nvGrpSpPr>
          <p:cNvPr id="12" name="Group 1">
            <a:extLst>
              <a:ext uri="{FF2B5EF4-FFF2-40B4-BE49-F238E27FC236}">
                <a16:creationId xmlns="" xmlns:a16="http://schemas.microsoft.com/office/drawing/2014/main" id="{8AF29C44-0C11-49B1-B452-99F762D42D69}"/>
              </a:ext>
            </a:extLst>
          </p:cNvPr>
          <p:cNvGrpSpPr/>
          <p:nvPr/>
        </p:nvGrpSpPr>
        <p:grpSpPr>
          <a:xfrm>
            <a:off x="54439" y="6411059"/>
            <a:ext cx="12083122" cy="217536"/>
            <a:chOff x="-23" y="4553904"/>
            <a:chExt cx="8540061" cy="209747"/>
          </a:xfrm>
        </p:grpSpPr>
        <p:sp>
          <p:nvSpPr>
            <p:cNvPr id="13" name="Rectangle">
              <a:extLst>
                <a:ext uri="{FF2B5EF4-FFF2-40B4-BE49-F238E27FC236}">
                  <a16:creationId xmlns="" xmlns:a16="http://schemas.microsoft.com/office/drawing/2014/main" id="{259AB13F-4EFB-4EE7-985C-066D66F44ABF}"/>
                </a:ext>
              </a:extLst>
            </p:cNvPr>
            <p:cNvSpPr/>
            <p:nvPr userDrawn="1"/>
          </p:nvSpPr>
          <p:spPr>
            <a:xfrm>
              <a:off x="-23" y="4553904"/>
              <a:ext cx="3562151" cy="208265"/>
            </a:xfrm>
            <a:prstGeom prst="rect">
              <a:avLst/>
            </a:prstGeom>
            <a:solidFill>
              <a:srgbClr val="035103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4" name="Rectangle">
              <a:extLst>
                <a:ext uri="{FF2B5EF4-FFF2-40B4-BE49-F238E27FC236}">
                  <a16:creationId xmlns="" xmlns:a16="http://schemas.microsoft.com/office/drawing/2014/main" id="{1398BCC2-D125-43E4-A68E-21B9A8AF3968}"/>
                </a:ext>
              </a:extLst>
            </p:cNvPr>
            <p:cNvSpPr/>
            <p:nvPr userDrawn="1"/>
          </p:nvSpPr>
          <p:spPr>
            <a:xfrm>
              <a:off x="4977887" y="4554973"/>
              <a:ext cx="3562151" cy="208265"/>
            </a:xfrm>
            <a:prstGeom prst="rect">
              <a:avLst/>
            </a:prstGeom>
            <a:solidFill>
              <a:srgbClr val="F1F1F2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5" name="Rectangle">
              <a:extLst>
                <a:ext uri="{FF2B5EF4-FFF2-40B4-BE49-F238E27FC236}">
                  <a16:creationId xmlns="" xmlns:a16="http://schemas.microsoft.com/office/drawing/2014/main" id="{D1A32321-CB60-446B-BD2E-4D4EB6CF0D48}"/>
                </a:ext>
              </a:extLst>
            </p:cNvPr>
            <p:cNvSpPr/>
            <p:nvPr userDrawn="1"/>
          </p:nvSpPr>
          <p:spPr>
            <a:xfrm>
              <a:off x="3023255" y="4555385"/>
              <a:ext cx="2493506" cy="208266"/>
            </a:xfrm>
            <a:prstGeom prst="rect">
              <a:avLst/>
            </a:prstGeom>
            <a:solidFill>
              <a:srgbClr val="BB1C2D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dirty="0"/>
            </a:p>
          </p:txBody>
        </p:sp>
      </p:grpSp>
      <p:pic>
        <p:nvPicPr>
          <p:cNvPr id="28" name="Image 27">
            <a:extLst>
              <a:ext uri="{FF2B5EF4-FFF2-40B4-BE49-F238E27FC236}">
                <a16:creationId xmlns="" xmlns:a16="http://schemas.microsoft.com/office/drawing/2014/main" id="{F20631A2-BCF6-4AA4-8926-2C7870B295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264" y="297808"/>
            <a:ext cx="1439574" cy="1000125"/>
          </a:xfrm>
          <a:prstGeom prst="rect">
            <a:avLst/>
          </a:prstGeom>
        </p:spPr>
      </p:pic>
      <p:sp>
        <p:nvSpPr>
          <p:cNvPr id="35" name="ZoneTexte 34">
            <a:extLst>
              <a:ext uri="{FF2B5EF4-FFF2-40B4-BE49-F238E27FC236}">
                <a16:creationId xmlns="" xmlns:a16="http://schemas.microsoft.com/office/drawing/2014/main" id="{86DB9F69-92E3-4B2C-8E78-7F7BE4C491E4}"/>
              </a:ext>
            </a:extLst>
          </p:cNvPr>
          <p:cNvSpPr txBox="1"/>
          <p:nvPr/>
        </p:nvSpPr>
        <p:spPr>
          <a:xfrm>
            <a:off x="1215964" y="134155"/>
            <a:ext cx="9385300" cy="1569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 rtl="1"/>
            <a:r>
              <a:rPr lang="ar-DZ" sz="4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الجمهورية الجزائرية الديمقراطية الشعبية</a:t>
            </a:r>
          </a:p>
          <a:p>
            <a:pPr algn="ctr" rtl="1"/>
            <a:r>
              <a:rPr lang="ar-DZ" sz="4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وزارة التربية الوطنية</a:t>
            </a:r>
          </a:p>
        </p:txBody>
      </p:sp>
      <p:sp>
        <p:nvSpPr>
          <p:cNvPr id="2" name="Rectangle à coins arrondis 1"/>
          <p:cNvSpPr/>
          <p:nvPr/>
        </p:nvSpPr>
        <p:spPr>
          <a:xfrm>
            <a:off x="1757445" y="2581442"/>
            <a:ext cx="8302336" cy="155267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ar-DZ" sz="400" b="1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ctr"/>
            <a:r>
              <a:rPr lang="ar-DZ" sz="4400" b="1" dirty="0" smtClean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- المعالجة البيداغوجية</a:t>
            </a:r>
          </a:p>
          <a:p>
            <a:pPr algn="ctr" rtl="1"/>
            <a:r>
              <a:rPr lang="ar-DZ" sz="4400" b="1" dirty="0" smtClean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- توجيهات </a:t>
            </a:r>
            <a:endParaRPr lang="ar-DZ" sz="4400" b="1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3970709" y="5259518"/>
            <a:ext cx="3875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/>
              <a:t>السنة الدراسية 2024-2025</a:t>
            </a:r>
            <a:endParaRPr 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304480495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2" grpId="0" animBg="1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C3548-C254-436B-B7C1-FB6D7FB82EBD}" type="slidenum">
              <a:rPr lang="fr-FR" smtClean="0"/>
              <a:t>2</a:t>
            </a:fld>
            <a:endParaRPr lang="fr-FR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372" y="309093"/>
            <a:ext cx="8976574" cy="598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0749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327;p20">
            <a:extLst>
              <a:ext uri="{FF2B5EF4-FFF2-40B4-BE49-F238E27FC236}">
                <a16:creationId xmlns="" xmlns:a16="http://schemas.microsoft.com/office/drawing/2014/main" id="{78AB83CE-BFB9-412C-8AE6-60D220015A7B}"/>
              </a:ext>
            </a:extLst>
          </p:cNvPr>
          <p:cNvSpPr>
            <a:spLocks/>
          </p:cNvSpPr>
          <p:nvPr/>
        </p:nvSpPr>
        <p:spPr bwMode="auto">
          <a:xfrm>
            <a:off x="497298" y="3351205"/>
            <a:ext cx="1086129" cy="989126"/>
          </a:xfrm>
          <a:custGeom>
            <a:avLst/>
            <a:gdLst>
              <a:gd name="T0" fmla="*/ 2147483646 w 26695"/>
              <a:gd name="T1" fmla="*/ 0 h 24319"/>
              <a:gd name="T2" fmla="*/ 2147483646 w 26695"/>
              <a:gd name="T3" fmla="*/ 2147483646 h 24319"/>
              <a:gd name="T4" fmla="*/ 2147483646 w 26695"/>
              <a:gd name="T5" fmla="*/ 2147483646 h 24319"/>
              <a:gd name="T6" fmla="*/ 2147483646 w 26695"/>
              <a:gd name="T7" fmla="*/ 2147483646 h 24319"/>
              <a:gd name="T8" fmla="*/ 2147483646 w 26695"/>
              <a:gd name="T9" fmla="*/ 2147483646 h 24319"/>
              <a:gd name="T10" fmla="*/ 2147483646 w 26695"/>
              <a:gd name="T11" fmla="*/ 2147483646 h 24319"/>
              <a:gd name="T12" fmla="*/ 2147483646 w 26695"/>
              <a:gd name="T13" fmla="*/ 0 h 2431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6695" h="24319" extrusionOk="0">
                <a:moveTo>
                  <a:pt x="13352" y="0"/>
                </a:moveTo>
                <a:cubicBezTo>
                  <a:pt x="10240" y="0"/>
                  <a:pt x="7127" y="1188"/>
                  <a:pt x="4751" y="3563"/>
                </a:cubicBezTo>
                <a:cubicBezTo>
                  <a:pt x="1" y="8314"/>
                  <a:pt x="1" y="16005"/>
                  <a:pt x="4751" y="20756"/>
                </a:cubicBezTo>
                <a:cubicBezTo>
                  <a:pt x="7127" y="23131"/>
                  <a:pt x="10240" y="24319"/>
                  <a:pt x="13352" y="24319"/>
                </a:cubicBezTo>
                <a:cubicBezTo>
                  <a:pt x="16464" y="24319"/>
                  <a:pt x="19575" y="23131"/>
                  <a:pt x="21944" y="20756"/>
                </a:cubicBezTo>
                <a:cubicBezTo>
                  <a:pt x="26695" y="16005"/>
                  <a:pt x="26695" y="8314"/>
                  <a:pt x="21944" y="3563"/>
                </a:cubicBezTo>
                <a:cubicBezTo>
                  <a:pt x="19575" y="1188"/>
                  <a:pt x="16464" y="0"/>
                  <a:pt x="1335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21900" tIns="121900" rIns="121900" bIns="121900" anchor="ctr"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="" xmlns:a16="http://schemas.microsoft.com/office/drawing/2014/main" id="{2FC8C924-59B3-42D2-AD5E-FB316D6F9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9788" y="6567615"/>
            <a:ext cx="781050" cy="369332"/>
          </a:xfrm>
        </p:spPr>
        <p:txBody>
          <a:bodyPr/>
          <a:lstStyle/>
          <a:p>
            <a:pPr algn="ctr" rtl="1"/>
            <a:fld id="{E01C3548-C254-436B-B7C1-FB6D7FB82EBD}" type="slidenum">
              <a:rPr lang="fr-FR" sz="1400" b="1" smtClean="0"/>
              <a:pPr algn="ctr" rtl="1"/>
              <a:t>3</a:t>
            </a:fld>
            <a:endParaRPr lang="fr-FR" sz="1400" b="1" dirty="0"/>
          </a:p>
        </p:txBody>
      </p:sp>
      <p:grpSp>
        <p:nvGrpSpPr>
          <p:cNvPr id="12" name="Group 1">
            <a:extLst>
              <a:ext uri="{FF2B5EF4-FFF2-40B4-BE49-F238E27FC236}">
                <a16:creationId xmlns="" xmlns:a16="http://schemas.microsoft.com/office/drawing/2014/main" id="{8AF29C44-0C11-49B1-B452-99F762D42D69}"/>
              </a:ext>
            </a:extLst>
          </p:cNvPr>
          <p:cNvGrpSpPr/>
          <p:nvPr/>
        </p:nvGrpSpPr>
        <p:grpSpPr>
          <a:xfrm>
            <a:off x="54439" y="6411059"/>
            <a:ext cx="12083122" cy="217536"/>
            <a:chOff x="-23" y="4553904"/>
            <a:chExt cx="8540061" cy="209747"/>
          </a:xfrm>
        </p:grpSpPr>
        <p:sp>
          <p:nvSpPr>
            <p:cNvPr id="13" name="Rectangle">
              <a:extLst>
                <a:ext uri="{FF2B5EF4-FFF2-40B4-BE49-F238E27FC236}">
                  <a16:creationId xmlns="" xmlns:a16="http://schemas.microsoft.com/office/drawing/2014/main" id="{259AB13F-4EFB-4EE7-985C-066D66F44ABF}"/>
                </a:ext>
              </a:extLst>
            </p:cNvPr>
            <p:cNvSpPr/>
            <p:nvPr userDrawn="1"/>
          </p:nvSpPr>
          <p:spPr>
            <a:xfrm>
              <a:off x="-23" y="4553904"/>
              <a:ext cx="3562151" cy="208265"/>
            </a:xfrm>
            <a:prstGeom prst="rect">
              <a:avLst/>
            </a:prstGeom>
            <a:solidFill>
              <a:srgbClr val="035103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4" name="Rectangle">
              <a:extLst>
                <a:ext uri="{FF2B5EF4-FFF2-40B4-BE49-F238E27FC236}">
                  <a16:creationId xmlns="" xmlns:a16="http://schemas.microsoft.com/office/drawing/2014/main" id="{1398BCC2-D125-43E4-A68E-21B9A8AF3968}"/>
                </a:ext>
              </a:extLst>
            </p:cNvPr>
            <p:cNvSpPr/>
            <p:nvPr userDrawn="1"/>
          </p:nvSpPr>
          <p:spPr>
            <a:xfrm>
              <a:off x="4977887" y="4554973"/>
              <a:ext cx="3562151" cy="208265"/>
            </a:xfrm>
            <a:prstGeom prst="rect">
              <a:avLst/>
            </a:prstGeom>
            <a:solidFill>
              <a:srgbClr val="F1F1F2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5" name="Rectangle">
              <a:extLst>
                <a:ext uri="{FF2B5EF4-FFF2-40B4-BE49-F238E27FC236}">
                  <a16:creationId xmlns="" xmlns:a16="http://schemas.microsoft.com/office/drawing/2014/main" id="{D1A32321-CB60-446B-BD2E-4D4EB6CF0D48}"/>
                </a:ext>
              </a:extLst>
            </p:cNvPr>
            <p:cNvSpPr/>
            <p:nvPr userDrawn="1"/>
          </p:nvSpPr>
          <p:spPr>
            <a:xfrm>
              <a:off x="3023255" y="4555385"/>
              <a:ext cx="2493506" cy="208266"/>
            </a:xfrm>
            <a:prstGeom prst="rect">
              <a:avLst/>
            </a:prstGeom>
            <a:solidFill>
              <a:srgbClr val="BB1C2D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dirty="0"/>
            </a:p>
          </p:txBody>
        </p:sp>
      </p:grpSp>
      <p:pic>
        <p:nvPicPr>
          <p:cNvPr id="7" name="Image 6">
            <a:extLst>
              <a:ext uri="{FF2B5EF4-FFF2-40B4-BE49-F238E27FC236}">
                <a16:creationId xmlns="" xmlns:a16="http://schemas.microsoft.com/office/drawing/2014/main" id="{35EE7812-A287-4123-A30B-6A6BB1F1F5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1803" y="316313"/>
            <a:ext cx="2184991" cy="241743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="" xmlns:a16="http://schemas.microsoft.com/office/drawing/2014/main" id="{A30A50FC-220D-4DB5-910B-F444164B3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2167" y="3152437"/>
            <a:ext cx="2184991" cy="2342339"/>
          </a:xfrm>
          <a:prstGeom prst="rect">
            <a:avLst/>
          </a:prstGeom>
        </p:spPr>
      </p:pic>
      <p:grpSp>
        <p:nvGrpSpPr>
          <p:cNvPr id="86" name="Google Shape;300;p20">
            <a:extLst>
              <a:ext uri="{FF2B5EF4-FFF2-40B4-BE49-F238E27FC236}">
                <a16:creationId xmlns="" xmlns:a16="http://schemas.microsoft.com/office/drawing/2014/main" id="{2B692474-BA8C-46EF-9304-F45B13775797}"/>
              </a:ext>
            </a:extLst>
          </p:cNvPr>
          <p:cNvGrpSpPr>
            <a:grpSpLocks/>
          </p:cNvGrpSpPr>
          <p:nvPr/>
        </p:nvGrpSpPr>
        <p:grpSpPr bwMode="auto">
          <a:xfrm>
            <a:off x="246454" y="499730"/>
            <a:ext cx="7081298" cy="2454493"/>
            <a:chOff x="6171600" y="1338277"/>
            <a:chExt cx="1944493" cy="1499444"/>
          </a:xfrm>
        </p:grpSpPr>
        <p:sp>
          <p:nvSpPr>
            <p:cNvPr id="87" name="Google Shape;301;p20">
              <a:extLst>
                <a:ext uri="{FF2B5EF4-FFF2-40B4-BE49-F238E27FC236}">
                  <a16:creationId xmlns="" xmlns:a16="http://schemas.microsoft.com/office/drawing/2014/main" id="{B24B4E46-C5F8-42CA-B145-074D12DE035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34838" y="2583065"/>
              <a:ext cx="444845" cy="254656"/>
            </a:xfrm>
            <a:custGeom>
              <a:avLst/>
              <a:gdLst>
                <a:gd name="T0" fmla="*/ 0 w 20575"/>
                <a:gd name="T1" fmla="*/ 819182289 h 8348"/>
                <a:gd name="T2" fmla="*/ 0 w 20575"/>
                <a:gd name="T3" fmla="*/ 2147483646 h 8348"/>
                <a:gd name="T4" fmla="*/ 2147483646 w 20575"/>
                <a:gd name="T5" fmla="*/ 2147483646 h 8348"/>
                <a:gd name="T6" fmla="*/ 2147483646 w 20575"/>
                <a:gd name="T7" fmla="*/ 819182289 h 8348"/>
                <a:gd name="T8" fmla="*/ 0 w 20575"/>
                <a:gd name="T9" fmla="*/ 819182289 h 83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575" h="8348" extrusionOk="0">
                  <a:moveTo>
                    <a:pt x="0" y="1"/>
                  </a:moveTo>
                  <a:lnTo>
                    <a:pt x="0" y="8347"/>
                  </a:lnTo>
                  <a:lnTo>
                    <a:pt x="16598" y="1608"/>
                  </a:lnTo>
                  <a:lnTo>
                    <a:pt x="20574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69E7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fr-FR" dirty="0"/>
            </a:p>
          </p:txBody>
        </p:sp>
        <p:sp>
          <p:nvSpPr>
            <p:cNvPr id="88" name="Google Shape;302;p20">
              <a:extLst>
                <a:ext uri="{FF2B5EF4-FFF2-40B4-BE49-F238E27FC236}">
                  <a16:creationId xmlns="" xmlns:a16="http://schemas.microsoft.com/office/drawing/2014/main" id="{85415ED7-EC3C-4D1A-9CAF-4A1E59958C08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1600" y="1338277"/>
              <a:ext cx="1944493" cy="1244880"/>
            </a:xfrm>
            <a:custGeom>
              <a:avLst/>
              <a:gdLst>
                <a:gd name="T0" fmla="*/ 0 w 62330"/>
                <a:gd name="T1" fmla="*/ 819179128 h 32969"/>
                <a:gd name="T2" fmla="*/ 0 w 62330"/>
                <a:gd name="T3" fmla="*/ 2147483646 h 32969"/>
                <a:gd name="T4" fmla="*/ 2147483646 w 62330"/>
                <a:gd name="T5" fmla="*/ 2147483646 h 32969"/>
                <a:gd name="T6" fmla="*/ 2147483646 w 62330"/>
                <a:gd name="T7" fmla="*/ 2147483646 h 32969"/>
                <a:gd name="T8" fmla="*/ 2147483646 w 62330"/>
                <a:gd name="T9" fmla="*/ 2147483646 h 32969"/>
                <a:gd name="T10" fmla="*/ 2147483646 w 62330"/>
                <a:gd name="T11" fmla="*/ 819179128 h 32969"/>
                <a:gd name="T12" fmla="*/ 0 w 62330"/>
                <a:gd name="T13" fmla="*/ 819179128 h 329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2330" h="32969" extrusionOk="0">
                  <a:moveTo>
                    <a:pt x="0" y="1"/>
                  </a:moveTo>
                  <a:lnTo>
                    <a:pt x="0" y="29159"/>
                  </a:lnTo>
                  <a:cubicBezTo>
                    <a:pt x="0" y="31254"/>
                    <a:pt x="1703" y="32969"/>
                    <a:pt x="3810" y="32969"/>
                  </a:cubicBezTo>
                  <a:lnTo>
                    <a:pt x="62329" y="32969"/>
                  </a:lnTo>
                  <a:lnTo>
                    <a:pt x="62329" y="3811"/>
                  </a:lnTo>
                  <a:cubicBezTo>
                    <a:pt x="62329" y="1715"/>
                    <a:pt x="60627" y="1"/>
                    <a:pt x="58531" y="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fr-FR"/>
            </a:p>
          </p:txBody>
        </p:sp>
        <p:sp>
          <p:nvSpPr>
            <p:cNvPr id="89" name="Google Shape;303;p20">
              <a:extLst>
                <a:ext uri="{FF2B5EF4-FFF2-40B4-BE49-F238E27FC236}">
                  <a16:creationId xmlns="" xmlns:a16="http://schemas.microsoft.com/office/drawing/2014/main" id="{44961227-7B18-4514-8909-82E5FCA20C1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7537" y="2583065"/>
              <a:ext cx="415188" cy="49083"/>
            </a:xfrm>
            <a:custGeom>
              <a:avLst/>
              <a:gdLst>
                <a:gd name="T0" fmla="*/ 0 w 20575"/>
                <a:gd name="T1" fmla="*/ 819202317 h 1609"/>
                <a:gd name="T2" fmla="*/ 0 w 20575"/>
                <a:gd name="T3" fmla="*/ 2147483646 h 1609"/>
                <a:gd name="T4" fmla="*/ 2147483646 w 20575"/>
                <a:gd name="T5" fmla="*/ 819202317 h 1609"/>
                <a:gd name="T6" fmla="*/ 0 w 20575"/>
                <a:gd name="T7" fmla="*/ 819202317 h 160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575" h="1609" extrusionOk="0">
                  <a:moveTo>
                    <a:pt x="0" y="1"/>
                  </a:moveTo>
                  <a:lnTo>
                    <a:pt x="0" y="1608"/>
                  </a:lnTo>
                  <a:lnTo>
                    <a:pt x="20574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FC9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fr-FR"/>
            </a:p>
          </p:txBody>
        </p:sp>
        <p:sp>
          <p:nvSpPr>
            <p:cNvPr id="93" name="Google Shape;307;p20">
              <a:extLst>
                <a:ext uri="{FF2B5EF4-FFF2-40B4-BE49-F238E27FC236}">
                  <a16:creationId xmlns="" xmlns:a16="http://schemas.microsoft.com/office/drawing/2014/main" id="{1C31ED51-BAEB-40B9-9167-8EF87A2961D3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1600" y="2407306"/>
              <a:ext cx="1901377" cy="175800"/>
            </a:xfrm>
            <a:custGeom>
              <a:avLst/>
              <a:gdLst>
                <a:gd name="T0" fmla="*/ 0 w 62330"/>
                <a:gd name="T1" fmla="*/ 0 h 5763"/>
                <a:gd name="T2" fmla="*/ 0 w 62330"/>
                <a:gd name="T3" fmla="*/ 2147483646 h 5763"/>
                <a:gd name="T4" fmla="*/ 2147483646 w 62330"/>
                <a:gd name="T5" fmla="*/ 2147483646 h 5763"/>
                <a:gd name="T6" fmla="*/ 2147483646 w 62330"/>
                <a:gd name="T7" fmla="*/ 2147483646 h 5763"/>
                <a:gd name="T8" fmla="*/ 2147483646 w 62330"/>
                <a:gd name="T9" fmla="*/ 2147483646 h 5763"/>
                <a:gd name="T10" fmla="*/ 2147483646 w 62330"/>
                <a:gd name="T11" fmla="*/ 2147483646 h 5763"/>
                <a:gd name="T12" fmla="*/ 0 w 62330"/>
                <a:gd name="T13" fmla="*/ 0 h 576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2330" h="5763" extrusionOk="0">
                  <a:moveTo>
                    <a:pt x="0" y="0"/>
                  </a:moveTo>
                  <a:lnTo>
                    <a:pt x="0" y="1953"/>
                  </a:lnTo>
                  <a:cubicBezTo>
                    <a:pt x="0" y="4048"/>
                    <a:pt x="1703" y="5763"/>
                    <a:pt x="3810" y="5763"/>
                  </a:cubicBezTo>
                  <a:lnTo>
                    <a:pt x="62329" y="5763"/>
                  </a:lnTo>
                  <a:lnTo>
                    <a:pt x="62329" y="3810"/>
                  </a:lnTo>
                  <a:lnTo>
                    <a:pt x="3810" y="3810"/>
                  </a:lnTo>
                  <a:cubicBezTo>
                    <a:pt x="1703" y="3810"/>
                    <a:pt x="0" y="2108"/>
                    <a:pt x="0" y="0"/>
                  </a:cubicBezTo>
                  <a:close/>
                </a:path>
              </a:pathLst>
            </a:custGeom>
            <a:solidFill>
              <a:srgbClr val="000000">
                <a:alpha val="3294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fr-FR"/>
            </a:p>
          </p:txBody>
        </p:sp>
        <p:sp>
          <p:nvSpPr>
            <p:cNvPr id="94" name="Google Shape;308;p20">
              <a:extLst>
                <a:ext uri="{FF2B5EF4-FFF2-40B4-BE49-F238E27FC236}">
                  <a16:creationId xmlns="" xmlns:a16="http://schemas.microsoft.com/office/drawing/2014/main" id="{2907757C-D4CD-4E14-982C-E5E1B15CC31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17912" y="2410876"/>
              <a:ext cx="444845" cy="54878"/>
            </a:xfrm>
            <a:custGeom>
              <a:avLst/>
              <a:gdLst>
                <a:gd name="T0" fmla="*/ 2147483646 w 17801"/>
                <a:gd name="T1" fmla="*/ 0 h 1799"/>
                <a:gd name="T2" fmla="*/ 819182108 w 17801"/>
                <a:gd name="T3" fmla="*/ 2147483646 h 1799"/>
                <a:gd name="T4" fmla="*/ 2147483646 w 17801"/>
                <a:gd name="T5" fmla="*/ 2147483646 h 1799"/>
                <a:gd name="T6" fmla="*/ 2147483646 w 17801"/>
                <a:gd name="T7" fmla="*/ 2147483646 h 1799"/>
                <a:gd name="T8" fmla="*/ 2147483646 w 17801"/>
                <a:gd name="T9" fmla="*/ 2147483646 h 1799"/>
                <a:gd name="T10" fmla="*/ 2147483646 w 17801"/>
                <a:gd name="T11" fmla="*/ 0 h 1799"/>
                <a:gd name="T12" fmla="*/ 2147483646 w 17801"/>
                <a:gd name="T13" fmla="*/ 0 h 17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801" h="1799" extrusionOk="0">
                  <a:moveTo>
                    <a:pt x="905" y="0"/>
                  </a:moveTo>
                  <a:cubicBezTo>
                    <a:pt x="405" y="0"/>
                    <a:pt x="1" y="405"/>
                    <a:pt x="1" y="905"/>
                  </a:cubicBezTo>
                  <a:cubicBezTo>
                    <a:pt x="1" y="1393"/>
                    <a:pt x="405" y="1798"/>
                    <a:pt x="905" y="1798"/>
                  </a:cubicBezTo>
                  <a:lnTo>
                    <a:pt x="16896" y="1798"/>
                  </a:lnTo>
                  <a:cubicBezTo>
                    <a:pt x="17396" y="1798"/>
                    <a:pt x="17800" y="1393"/>
                    <a:pt x="17800" y="905"/>
                  </a:cubicBezTo>
                  <a:cubicBezTo>
                    <a:pt x="17800" y="405"/>
                    <a:pt x="17396" y="0"/>
                    <a:pt x="16896" y="0"/>
                  </a:cubicBezTo>
                  <a:lnTo>
                    <a:pt x="905" y="0"/>
                  </a:lnTo>
                  <a:close/>
                </a:path>
              </a:pathLst>
            </a:custGeom>
            <a:solidFill>
              <a:srgbClr val="69E7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fr-FR"/>
            </a:p>
          </p:txBody>
        </p:sp>
        <p:sp>
          <p:nvSpPr>
            <p:cNvPr id="96" name="Google Shape;310;p20">
              <a:extLst>
                <a:ext uri="{FF2B5EF4-FFF2-40B4-BE49-F238E27FC236}">
                  <a16:creationId xmlns="" xmlns:a16="http://schemas.microsoft.com/office/drawing/2014/main" id="{8EC69005-525D-4DAF-8EF5-DB8562698E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18639" y="1716142"/>
              <a:ext cx="1807891" cy="365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>
              <a:lvl1pPr>
                <a:defRPr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defRPr>
              </a:lvl1pPr>
              <a:lvl2pPr marL="742950" indent="-285750">
                <a:defRPr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defRPr>
              </a:lvl2pPr>
              <a:lvl3pPr marL="1143000" indent="-228600">
                <a:defRPr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defRPr>
              </a:lvl3pPr>
              <a:lvl4pPr marL="1600200" indent="-228600">
                <a:defRPr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defRPr>
              </a:lvl4pPr>
              <a:lvl5pPr marL="2057400" indent="-228600">
                <a:defRPr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defRPr>
              </a:lvl9pPr>
            </a:lstStyle>
            <a:p>
              <a:pPr algn="r"/>
              <a:endParaRPr lang="ar-SA" altLang="ar-SA" sz="2200" dirty="0">
                <a:solidFill>
                  <a:srgbClr val="434343"/>
                </a:solidFill>
                <a:latin typeface="Fira Sans Extra Condensed Mediu" charset="0"/>
                <a:cs typeface="Fira Sans Extra Condensed Mediu" charset="0"/>
                <a:sym typeface="Fira Sans Extra Condensed Mediu" charset="0"/>
              </a:endParaRPr>
            </a:p>
          </p:txBody>
        </p:sp>
      </p:grpSp>
      <p:sp>
        <p:nvSpPr>
          <p:cNvPr id="100" name="Google Shape;324;p20">
            <a:extLst>
              <a:ext uri="{FF2B5EF4-FFF2-40B4-BE49-F238E27FC236}">
                <a16:creationId xmlns="" xmlns:a16="http://schemas.microsoft.com/office/drawing/2014/main" id="{8840CECC-7C25-4D05-880F-921A713EA7B7}"/>
              </a:ext>
            </a:extLst>
          </p:cNvPr>
          <p:cNvSpPr>
            <a:spLocks/>
          </p:cNvSpPr>
          <p:nvPr/>
        </p:nvSpPr>
        <p:spPr bwMode="auto">
          <a:xfrm>
            <a:off x="206852" y="3130007"/>
            <a:ext cx="7231250" cy="2781374"/>
          </a:xfrm>
          <a:custGeom>
            <a:avLst/>
            <a:gdLst>
              <a:gd name="T0" fmla="*/ 0 w 62330"/>
              <a:gd name="T1" fmla="*/ 0 h 32957"/>
              <a:gd name="T2" fmla="*/ 0 w 62330"/>
              <a:gd name="T3" fmla="*/ 2147483646 h 32957"/>
              <a:gd name="T4" fmla="*/ 2147483646 w 62330"/>
              <a:gd name="T5" fmla="*/ 2147483646 h 32957"/>
              <a:gd name="T6" fmla="*/ 2147483646 w 62330"/>
              <a:gd name="T7" fmla="*/ 2147483646 h 32957"/>
              <a:gd name="T8" fmla="*/ 2147483646 w 62330"/>
              <a:gd name="T9" fmla="*/ 2147483646 h 32957"/>
              <a:gd name="T10" fmla="*/ 2147483646 w 62330"/>
              <a:gd name="T11" fmla="*/ 0 h 32957"/>
              <a:gd name="T12" fmla="*/ 0 w 62330"/>
              <a:gd name="T13" fmla="*/ 0 h 329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62330" h="32957" extrusionOk="0">
                <a:moveTo>
                  <a:pt x="0" y="0"/>
                </a:moveTo>
                <a:lnTo>
                  <a:pt x="0" y="29147"/>
                </a:lnTo>
                <a:cubicBezTo>
                  <a:pt x="0" y="31254"/>
                  <a:pt x="1703" y="32957"/>
                  <a:pt x="3810" y="32957"/>
                </a:cubicBezTo>
                <a:lnTo>
                  <a:pt x="62330" y="32957"/>
                </a:lnTo>
                <a:lnTo>
                  <a:pt x="62330" y="3810"/>
                </a:lnTo>
                <a:cubicBezTo>
                  <a:pt x="62330" y="1703"/>
                  <a:pt x="60627" y="0"/>
                  <a:pt x="58532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21900" tIns="121900" rIns="121900" bIns="121900" anchor="ctr"/>
          <a:lstStyle/>
          <a:p>
            <a:pPr algn="just" rtl="1"/>
            <a:r>
              <a:rPr lang="ar-DZ" sz="3200" b="1" dirty="0">
                <a:latin typeface="Arial Black" pitchFamily="34" charset="0"/>
              </a:rPr>
              <a:t>المعالجة البيداغوجية هي عملية تقويم للنقائص المشخصة أثناء </a:t>
            </a:r>
            <a:r>
              <a:rPr lang="ar-DZ" sz="3200" b="1" dirty="0" smtClean="0">
                <a:latin typeface="Arial Black" pitchFamily="34" charset="0"/>
              </a:rPr>
              <a:t>العملية التعليمية </a:t>
            </a:r>
            <a:r>
              <a:rPr lang="ar-DZ" sz="3200" b="1" dirty="0">
                <a:latin typeface="Arial Black" pitchFamily="34" charset="0"/>
              </a:rPr>
              <a:t>التعلمية</a:t>
            </a:r>
            <a:r>
              <a:rPr lang="ar-SA" sz="3200" b="1" dirty="0" smtClean="0">
                <a:latin typeface="Arial Black" pitchFamily="34" charset="0"/>
              </a:rPr>
              <a:t>،</a:t>
            </a:r>
            <a:r>
              <a:rPr lang="ar-DZ" sz="3200" b="1" dirty="0" smtClean="0">
                <a:latin typeface="Arial Black" pitchFamily="34" charset="0"/>
              </a:rPr>
              <a:t> وسد</a:t>
            </a:r>
            <a:r>
              <a:rPr lang="ar-SA" sz="3200" b="1" dirty="0" smtClean="0">
                <a:latin typeface="Arial Black" pitchFamily="34" charset="0"/>
              </a:rPr>
              <a:t> </a:t>
            </a:r>
            <a:r>
              <a:rPr lang="ar-DZ" sz="3200" b="1" dirty="0">
                <a:latin typeface="Arial Black" pitchFamily="34" charset="0"/>
              </a:rPr>
              <a:t>الثغرات لدى المتعلمين وتجاوز الصعوبات المشخصة لديهم بما يمكّنهم من مواصلة بناء تعلّماتهم.</a:t>
            </a:r>
            <a:endParaRPr lang="ar-SA" sz="3200" b="1" dirty="0">
              <a:latin typeface="Arial Black" pitchFamily="34" charset="0"/>
            </a:endParaRPr>
          </a:p>
          <a:p>
            <a:pPr algn="r" rtl="1"/>
            <a:endParaRPr lang="ar-SA" sz="4400" b="1" dirty="0">
              <a:latin typeface="Arial Black" pitchFamily="34" charset="0"/>
            </a:endParaRPr>
          </a:p>
        </p:txBody>
      </p:sp>
      <p:sp>
        <p:nvSpPr>
          <p:cNvPr id="99" name="Google Shape;323;p20">
            <a:extLst>
              <a:ext uri="{FF2B5EF4-FFF2-40B4-BE49-F238E27FC236}">
                <a16:creationId xmlns="" xmlns:a16="http://schemas.microsoft.com/office/drawing/2014/main" id="{92E9FF71-676D-4372-B16C-568A9E913072}"/>
              </a:ext>
            </a:extLst>
          </p:cNvPr>
          <p:cNvSpPr>
            <a:spLocks/>
          </p:cNvSpPr>
          <p:nvPr/>
        </p:nvSpPr>
        <p:spPr bwMode="auto">
          <a:xfrm>
            <a:off x="5818102" y="5917152"/>
            <a:ext cx="1620000" cy="340026"/>
          </a:xfrm>
          <a:custGeom>
            <a:avLst/>
            <a:gdLst>
              <a:gd name="T0" fmla="*/ 819178706 w 20575"/>
              <a:gd name="T1" fmla="*/ 819181912 h 8360"/>
              <a:gd name="T2" fmla="*/ 819178706 w 20575"/>
              <a:gd name="T3" fmla="*/ 2147483646 h 8360"/>
              <a:gd name="T4" fmla="*/ 2147483646 w 20575"/>
              <a:gd name="T5" fmla="*/ 2147483646 h 8360"/>
              <a:gd name="T6" fmla="*/ 2147483646 w 20575"/>
              <a:gd name="T7" fmla="*/ 819181912 h 8360"/>
              <a:gd name="T8" fmla="*/ 819178706 w 20575"/>
              <a:gd name="T9" fmla="*/ 819181912 h 83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575" h="8360" extrusionOk="0">
                <a:moveTo>
                  <a:pt x="1" y="1"/>
                </a:moveTo>
                <a:lnTo>
                  <a:pt x="1" y="8359"/>
                </a:lnTo>
                <a:lnTo>
                  <a:pt x="16598" y="1620"/>
                </a:lnTo>
                <a:lnTo>
                  <a:pt x="20575" y="1"/>
                </a:lnTo>
                <a:lnTo>
                  <a:pt x="1" y="1"/>
                </a:lnTo>
                <a:close/>
              </a:path>
            </a:pathLst>
          </a:cu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21900" tIns="121900" rIns="121900" bIns="121900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>
              <a:solidFill>
                <a:srgbClr val="000000"/>
              </a:solidFill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03" name="Google Shape;330;p20">
            <a:extLst>
              <a:ext uri="{FF2B5EF4-FFF2-40B4-BE49-F238E27FC236}">
                <a16:creationId xmlns="" xmlns:a16="http://schemas.microsoft.com/office/drawing/2014/main" id="{5A382C61-251A-418C-82B1-963DB87D6CEF}"/>
              </a:ext>
            </a:extLst>
          </p:cNvPr>
          <p:cNvSpPr>
            <a:spLocks/>
          </p:cNvSpPr>
          <p:nvPr/>
        </p:nvSpPr>
        <p:spPr bwMode="auto">
          <a:xfrm>
            <a:off x="5818102" y="5693181"/>
            <a:ext cx="1620000" cy="73170"/>
          </a:xfrm>
          <a:custGeom>
            <a:avLst/>
            <a:gdLst>
              <a:gd name="T0" fmla="*/ 2147483646 w 17801"/>
              <a:gd name="T1" fmla="*/ 819129558 h 1799"/>
              <a:gd name="T2" fmla="*/ 819182108 w 17801"/>
              <a:gd name="T3" fmla="*/ 2147483646 h 1799"/>
              <a:gd name="T4" fmla="*/ 2147483646 w 17801"/>
              <a:gd name="T5" fmla="*/ 2147483646 h 1799"/>
              <a:gd name="T6" fmla="*/ 2147483646 w 17801"/>
              <a:gd name="T7" fmla="*/ 2147483646 h 1799"/>
              <a:gd name="T8" fmla="*/ 2147483646 w 17801"/>
              <a:gd name="T9" fmla="*/ 2147483646 h 1799"/>
              <a:gd name="T10" fmla="*/ 2147483646 w 17801"/>
              <a:gd name="T11" fmla="*/ 819129558 h 1799"/>
              <a:gd name="T12" fmla="*/ 2147483646 w 17801"/>
              <a:gd name="T13" fmla="*/ 819129558 h 17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7801" h="1799" extrusionOk="0">
                <a:moveTo>
                  <a:pt x="906" y="1"/>
                </a:moveTo>
                <a:cubicBezTo>
                  <a:pt x="406" y="1"/>
                  <a:pt x="1" y="406"/>
                  <a:pt x="1" y="894"/>
                </a:cubicBezTo>
                <a:cubicBezTo>
                  <a:pt x="1" y="1394"/>
                  <a:pt x="406" y="1799"/>
                  <a:pt x="906" y="1799"/>
                </a:cubicBezTo>
                <a:lnTo>
                  <a:pt x="16896" y="1799"/>
                </a:lnTo>
                <a:cubicBezTo>
                  <a:pt x="17396" y="1799"/>
                  <a:pt x="17801" y="1394"/>
                  <a:pt x="17801" y="894"/>
                </a:cubicBezTo>
                <a:cubicBezTo>
                  <a:pt x="17801" y="406"/>
                  <a:pt x="17396" y="1"/>
                  <a:pt x="16896" y="1"/>
                </a:cubicBezTo>
                <a:lnTo>
                  <a:pt x="906" y="1"/>
                </a:lnTo>
                <a:close/>
              </a:path>
            </a:pathLst>
          </a:custGeom>
          <a:solidFill>
            <a:srgbClr val="EC3A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21900" tIns="121900" rIns="121900" bIns="121900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>
              <a:solidFill>
                <a:srgbClr val="000000"/>
              </a:solidFill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06" name="ZoneTexte 105">
            <a:extLst>
              <a:ext uri="{FF2B5EF4-FFF2-40B4-BE49-F238E27FC236}">
                <a16:creationId xmlns="" xmlns:a16="http://schemas.microsoft.com/office/drawing/2014/main" id="{913AF1FE-64D7-45D8-9AB1-E5EF716F9B6D}"/>
              </a:ext>
            </a:extLst>
          </p:cNvPr>
          <p:cNvSpPr txBox="1"/>
          <p:nvPr/>
        </p:nvSpPr>
        <p:spPr>
          <a:xfrm>
            <a:off x="1383818" y="892930"/>
            <a:ext cx="512781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DZ" sz="6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مفهوم المعالجة </a:t>
            </a:r>
          </a:p>
        </p:txBody>
      </p:sp>
    </p:spTree>
    <p:extLst>
      <p:ext uri="{BB962C8B-B14F-4D97-AF65-F5344CB8AC3E}">
        <p14:creationId xmlns:p14="http://schemas.microsoft.com/office/powerpoint/2010/main" val="3939183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animBg="1"/>
      <p:bldP spid="99" grpId="0" animBg="1"/>
      <p:bldP spid="103" grpId="0" animBg="1"/>
      <p:bldP spid="10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="" xmlns:a16="http://schemas.microsoft.com/office/drawing/2014/main" id="{2FC8C924-59B3-42D2-AD5E-FB316D6F9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9788" y="6567615"/>
            <a:ext cx="781050" cy="369332"/>
          </a:xfrm>
        </p:spPr>
        <p:txBody>
          <a:bodyPr/>
          <a:lstStyle/>
          <a:p>
            <a:pPr algn="ctr" rtl="1"/>
            <a:fld id="{E01C3548-C254-436B-B7C1-FB6D7FB82EBD}" type="slidenum">
              <a:rPr lang="fr-FR" sz="1400" b="1" smtClean="0"/>
              <a:pPr algn="ctr" rtl="1"/>
              <a:t>4</a:t>
            </a:fld>
            <a:endParaRPr lang="fr-FR" sz="1400" b="1" dirty="0"/>
          </a:p>
        </p:txBody>
      </p:sp>
      <p:grpSp>
        <p:nvGrpSpPr>
          <p:cNvPr id="12" name="Group 1">
            <a:extLst>
              <a:ext uri="{FF2B5EF4-FFF2-40B4-BE49-F238E27FC236}">
                <a16:creationId xmlns="" xmlns:a16="http://schemas.microsoft.com/office/drawing/2014/main" id="{8AF29C44-0C11-49B1-B452-99F762D42D69}"/>
              </a:ext>
            </a:extLst>
          </p:cNvPr>
          <p:cNvGrpSpPr/>
          <p:nvPr/>
        </p:nvGrpSpPr>
        <p:grpSpPr>
          <a:xfrm>
            <a:off x="54439" y="6411059"/>
            <a:ext cx="12083122" cy="217536"/>
            <a:chOff x="-23" y="4553904"/>
            <a:chExt cx="8540061" cy="209747"/>
          </a:xfrm>
        </p:grpSpPr>
        <p:sp>
          <p:nvSpPr>
            <p:cNvPr id="13" name="Rectangle">
              <a:extLst>
                <a:ext uri="{FF2B5EF4-FFF2-40B4-BE49-F238E27FC236}">
                  <a16:creationId xmlns="" xmlns:a16="http://schemas.microsoft.com/office/drawing/2014/main" id="{259AB13F-4EFB-4EE7-985C-066D66F44ABF}"/>
                </a:ext>
              </a:extLst>
            </p:cNvPr>
            <p:cNvSpPr/>
            <p:nvPr userDrawn="1"/>
          </p:nvSpPr>
          <p:spPr>
            <a:xfrm>
              <a:off x="-23" y="4553904"/>
              <a:ext cx="3562151" cy="208265"/>
            </a:xfrm>
            <a:prstGeom prst="rect">
              <a:avLst/>
            </a:prstGeom>
            <a:solidFill>
              <a:srgbClr val="035103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4" name="Rectangle">
              <a:extLst>
                <a:ext uri="{FF2B5EF4-FFF2-40B4-BE49-F238E27FC236}">
                  <a16:creationId xmlns="" xmlns:a16="http://schemas.microsoft.com/office/drawing/2014/main" id="{1398BCC2-D125-43E4-A68E-21B9A8AF3968}"/>
                </a:ext>
              </a:extLst>
            </p:cNvPr>
            <p:cNvSpPr/>
            <p:nvPr userDrawn="1"/>
          </p:nvSpPr>
          <p:spPr>
            <a:xfrm>
              <a:off x="4977887" y="4554973"/>
              <a:ext cx="3562151" cy="208265"/>
            </a:xfrm>
            <a:prstGeom prst="rect">
              <a:avLst/>
            </a:prstGeom>
            <a:solidFill>
              <a:srgbClr val="F1F1F2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5" name="Rectangle">
              <a:extLst>
                <a:ext uri="{FF2B5EF4-FFF2-40B4-BE49-F238E27FC236}">
                  <a16:creationId xmlns="" xmlns:a16="http://schemas.microsoft.com/office/drawing/2014/main" id="{D1A32321-CB60-446B-BD2E-4D4EB6CF0D48}"/>
                </a:ext>
              </a:extLst>
            </p:cNvPr>
            <p:cNvSpPr/>
            <p:nvPr userDrawn="1"/>
          </p:nvSpPr>
          <p:spPr>
            <a:xfrm>
              <a:off x="3023255" y="4555385"/>
              <a:ext cx="2493506" cy="208266"/>
            </a:xfrm>
            <a:prstGeom prst="rect">
              <a:avLst/>
            </a:prstGeom>
            <a:solidFill>
              <a:srgbClr val="BB1C2D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dirty="0"/>
            </a:p>
          </p:txBody>
        </p:sp>
      </p:grpSp>
      <p:sp>
        <p:nvSpPr>
          <p:cNvPr id="17" name="Shape">
            <a:extLst>
              <a:ext uri="{FF2B5EF4-FFF2-40B4-BE49-F238E27FC236}">
                <a16:creationId xmlns="" xmlns:a16="http://schemas.microsoft.com/office/drawing/2014/main" id="{928C452F-F9EA-47EE-8742-EBEBCDEC1D9D}"/>
              </a:ext>
            </a:extLst>
          </p:cNvPr>
          <p:cNvSpPr/>
          <p:nvPr/>
        </p:nvSpPr>
        <p:spPr>
          <a:xfrm>
            <a:off x="2958403" y="974528"/>
            <a:ext cx="6746584" cy="1692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314"/>
                </a:moveTo>
                <a:lnTo>
                  <a:pt x="0" y="19286"/>
                </a:lnTo>
                <a:cubicBezTo>
                  <a:pt x="0" y="20571"/>
                  <a:pt x="434" y="21600"/>
                  <a:pt x="977" y="21600"/>
                </a:cubicBezTo>
                <a:lnTo>
                  <a:pt x="20623" y="21600"/>
                </a:lnTo>
                <a:cubicBezTo>
                  <a:pt x="21166" y="21600"/>
                  <a:pt x="21600" y="20571"/>
                  <a:pt x="21600" y="19286"/>
                </a:cubicBezTo>
                <a:lnTo>
                  <a:pt x="21600" y="2314"/>
                </a:lnTo>
                <a:cubicBezTo>
                  <a:pt x="21600" y="1029"/>
                  <a:pt x="21166" y="0"/>
                  <a:pt x="20623" y="0"/>
                </a:cubicBezTo>
                <a:lnTo>
                  <a:pt x="977" y="0"/>
                </a:lnTo>
                <a:cubicBezTo>
                  <a:pt x="434" y="0"/>
                  <a:pt x="0" y="1029"/>
                  <a:pt x="0" y="2314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" name="Shape">
            <a:extLst>
              <a:ext uri="{FF2B5EF4-FFF2-40B4-BE49-F238E27FC236}">
                <a16:creationId xmlns="" xmlns:a16="http://schemas.microsoft.com/office/drawing/2014/main" id="{CABFF6AA-6C65-4E9E-A8DC-5DAE4D8AC0B5}"/>
              </a:ext>
            </a:extLst>
          </p:cNvPr>
          <p:cNvSpPr/>
          <p:nvPr/>
        </p:nvSpPr>
        <p:spPr>
          <a:xfrm>
            <a:off x="676627" y="3613754"/>
            <a:ext cx="2304000" cy="24885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88" y="0"/>
                </a:moveTo>
                <a:lnTo>
                  <a:pt x="2312" y="0"/>
                </a:lnTo>
                <a:cubicBezTo>
                  <a:pt x="1028" y="0"/>
                  <a:pt x="0" y="804"/>
                  <a:pt x="0" y="1809"/>
                </a:cubicBezTo>
                <a:lnTo>
                  <a:pt x="0" y="19791"/>
                </a:lnTo>
                <a:cubicBezTo>
                  <a:pt x="0" y="20796"/>
                  <a:pt x="1028" y="21600"/>
                  <a:pt x="2312" y="21600"/>
                </a:cubicBezTo>
                <a:lnTo>
                  <a:pt x="19288" y="21600"/>
                </a:lnTo>
                <a:cubicBezTo>
                  <a:pt x="20572" y="21600"/>
                  <a:pt x="21600" y="20796"/>
                  <a:pt x="21600" y="19791"/>
                </a:cubicBezTo>
                <a:lnTo>
                  <a:pt x="21600" y="1809"/>
                </a:lnTo>
                <a:cubicBezTo>
                  <a:pt x="21600" y="804"/>
                  <a:pt x="20572" y="0"/>
                  <a:pt x="19288" y="0"/>
                </a:cubicBezTo>
                <a:close/>
              </a:path>
            </a:pathLst>
          </a:custGeom>
          <a:solidFill>
            <a:schemeClr val="tx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" name="Shape">
            <a:extLst>
              <a:ext uri="{FF2B5EF4-FFF2-40B4-BE49-F238E27FC236}">
                <a16:creationId xmlns="" xmlns:a16="http://schemas.microsoft.com/office/drawing/2014/main" id="{F6941E36-15FB-4BCA-A273-3FE1B01E0396}"/>
              </a:ext>
            </a:extLst>
          </p:cNvPr>
          <p:cNvSpPr/>
          <p:nvPr/>
        </p:nvSpPr>
        <p:spPr>
          <a:xfrm>
            <a:off x="3665965" y="3613754"/>
            <a:ext cx="2196000" cy="24885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88" y="0"/>
                </a:moveTo>
                <a:lnTo>
                  <a:pt x="2312" y="0"/>
                </a:lnTo>
                <a:cubicBezTo>
                  <a:pt x="1028" y="0"/>
                  <a:pt x="0" y="804"/>
                  <a:pt x="0" y="1809"/>
                </a:cubicBezTo>
                <a:lnTo>
                  <a:pt x="0" y="19791"/>
                </a:lnTo>
                <a:cubicBezTo>
                  <a:pt x="0" y="20796"/>
                  <a:pt x="1028" y="21600"/>
                  <a:pt x="2312" y="21600"/>
                </a:cubicBezTo>
                <a:lnTo>
                  <a:pt x="19288" y="21600"/>
                </a:lnTo>
                <a:cubicBezTo>
                  <a:pt x="20572" y="21600"/>
                  <a:pt x="21600" y="20796"/>
                  <a:pt x="21600" y="19791"/>
                </a:cubicBezTo>
                <a:lnTo>
                  <a:pt x="21600" y="1809"/>
                </a:lnTo>
                <a:cubicBezTo>
                  <a:pt x="21600" y="804"/>
                  <a:pt x="20572" y="0"/>
                  <a:pt x="19288" y="0"/>
                </a:cubicBezTo>
                <a:close/>
              </a:path>
            </a:pathLst>
          </a:custGeom>
          <a:solidFill>
            <a:schemeClr val="tx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" name="Shape">
            <a:extLst>
              <a:ext uri="{FF2B5EF4-FFF2-40B4-BE49-F238E27FC236}">
                <a16:creationId xmlns="" xmlns:a16="http://schemas.microsoft.com/office/drawing/2014/main" id="{B072E501-6E05-4D73-A28B-EF791D8231E2}"/>
              </a:ext>
            </a:extLst>
          </p:cNvPr>
          <p:cNvSpPr/>
          <p:nvPr/>
        </p:nvSpPr>
        <p:spPr>
          <a:xfrm>
            <a:off x="6513176" y="3606994"/>
            <a:ext cx="2232000" cy="24885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88" y="0"/>
                </a:moveTo>
                <a:lnTo>
                  <a:pt x="2312" y="0"/>
                </a:lnTo>
                <a:cubicBezTo>
                  <a:pt x="1028" y="0"/>
                  <a:pt x="0" y="804"/>
                  <a:pt x="0" y="1809"/>
                </a:cubicBezTo>
                <a:lnTo>
                  <a:pt x="0" y="19791"/>
                </a:lnTo>
                <a:cubicBezTo>
                  <a:pt x="0" y="20796"/>
                  <a:pt x="1028" y="21600"/>
                  <a:pt x="2312" y="21600"/>
                </a:cubicBezTo>
                <a:lnTo>
                  <a:pt x="19288" y="21600"/>
                </a:lnTo>
                <a:cubicBezTo>
                  <a:pt x="20572" y="21600"/>
                  <a:pt x="21600" y="20796"/>
                  <a:pt x="21600" y="19791"/>
                </a:cubicBezTo>
                <a:lnTo>
                  <a:pt x="21600" y="1809"/>
                </a:lnTo>
                <a:cubicBezTo>
                  <a:pt x="21600" y="804"/>
                  <a:pt x="20553" y="0"/>
                  <a:pt x="19288" y="0"/>
                </a:cubicBezTo>
                <a:close/>
              </a:path>
            </a:pathLst>
          </a:custGeom>
          <a:solidFill>
            <a:schemeClr val="tx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23" name="Shape">
            <a:extLst>
              <a:ext uri="{FF2B5EF4-FFF2-40B4-BE49-F238E27FC236}">
                <a16:creationId xmlns="" xmlns:a16="http://schemas.microsoft.com/office/drawing/2014/main" id="{B54C09E2-89C4-4DD4-9046-C2B510A82B21}"/>
              </a:ext>
            </a:extLst>
          </p:cNvPr>
          <p:cNvSpPr/>
          <p:nvPr/>
        </p:nvSpPr>
        <p:spPr>
          <a:xfrm>
            <a:off x="9297520" y="3584284"/>
            <a:ext cx="2052000" cy="24885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88" y="0"/>
                </a:moveTo>
                <a:lnTo>
                  <a:pt x="2312" y="0"/>
                </a:lnTo>
                <a:cubicBezTo>
                  <a:pt x="1028" y="0"/>
                  <a:pt x="0" y="804"/>
                  <a:pt x="0" y="1809"/>
                </a:cubicBezTo>
                <a:lnTo>
                  <a:pt x="0" y="19791"/>
                </a:lnTo>
                <a:cubicBezTo>
                  <a:pt x="0" y="20796"/>
                  <a:pt x="1028" y="21600"/>
                  <a:pt x="2312" y="21600"/>
                </a:cubicBezTo>
                <a:lnTo>
                  <a:pt x="19288" y="21600"/>
                </a:lnTo>
                <a:cubicBezTo>
                  <a:pt x="20572" y="21600"/>
                  <a:pt x="21600" y="20796"/>
                  <a:pt x="21600" y="19791"/>
                </a:cubicBezTo>
                <a:lnTo>
                  <a:pt x="21600" y="1809"/>
                </a:lnTo>
                <a:cubicBezTo>
                  <a:pt x="21600" y="804"/>
                  <a:pt x="20553" y="0"/>
                  <a:pt x="19288" y="0"/>
                </a:cubicBezTo>
                <a:close/>
              </a:path>
            </a:pathLst>
          </a:custGeom>
          <a:solidFill>
            <a:schemeClr val="tx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 b="1" dirty="0"/>
          </a:p>
        </p:txBody>
      </p:sp>
      <p:sp>
        <p:nvSpPr>
          <p:cNvPr id="24" name="Shape">
            <a:extLst>
              <a:ext uri="{FF2B5EF4-FFF2-40B4-BE49-F238E27FC236}">
                <a16:creationId xmlns="" xmlns:a16="http://schemas.microsoft.com/office/drawing/2014/main" id="{1F07159E-DE6E-4E7E-89EA-8E1D95CCE51F}"/>
              </a:ext>
            </a:extLst>
          </p:cNvPr>
          <p:cNvSpPr/>
          <p:nvPr/>
        </p:nvSpPr>
        <p:spPr>
          <a:xfrm>
            <a:off x="899293" y="3043720"/>
            <a:ext cx="1501669" cy="30585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574" y="4038"/>
                </a:moveTo>
                <a:lnTo>
                  <a:pt x="0" y="4038"/>
                </a:lnTo>
                <a:lnTo>
                  <a:pt x="0" y="1271"/>
                </a:lnTo>
                <a:cubicBezTo>
                  <a:pt x="0" y="566"/>
                  <a:pt x="1153" y="0"/>
                  <a:pt x="2588" y="0"/>
                </a:cubicBezTo>
                <a:lnTo>
                  <a:pt x="19012" y="0"/>
                </a:lnTo>
                <a:cubicBezTo>
                  <a:pt x="20447" y="0"/>
                  <a:pt x="21600" y="566"/>
                  <a:pt x="21600" y="1271"/>
                </a:cubicBezTo>
                <a:lnTo>
                  <a:pt x="21600" y="4038"/>
                </a:lnTo>
                <a:close/>
                <a:moveTo>
                  <a:pt x="21574" y="21600"/>
                </a:moveTo>
                <a:cubicBezTo>
                  <a:pt x="21574" y="21084"/>
                  <a:pt x="20729" y="20669"/>
                  <a:pt x="19678" y="20669"/>
                </a:cubicBezTo>
                <a:lnTo>
                  <a:pt x="1896" y="20669"/>
                </a:lnTo>
                <a:cubicBezTo>
                  <a:pt x="846" y="20669"/>
                  <a:pt x="0" y="21084"/>
                  <a:pt x="0" y="21600"/>
                </a:cubicBezTo>
                <a:lnTo>
                  <a:pt x="0" y="21600"/>
                </a:lnTo>
                <a:lnTo>
                  <a:pt x="21574" y="21600"/>
                </a:lnTo>
                <a:lnTo>
                  <a:pt x="21574" y="21600"/>
                </a:ln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5" name="Shape">
            <a:extLst>
              <a:ext uri="{FF2B5EF4-FFF2-40B4-BE49-F238E27FC236}">
                <a16:creationId xmlns="" xmlns:a16="http://schemas.microsoft.com/office/drawing/2014/main" id="{F7B0AF32-C97A-4F6C-93E0-1AC0028AF500}"/>
              </a:ext>
            </a:extLst>
          </p:cNvPr>
          <p:cNvSpPr/>
          <p:nvPr/>
        </p:nvSpPr>
        <p:spPr>
          <a:xfrm>
            <a:off x="4000196" y="3043720"/>
            <a:ext cx="1501669" cy="30585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574" y="4038"/>
                </a:moveTo>
                <a:lnTo>
                  <a:pt x="0" y="4038"/>
                </a:lnTo>
                <a:lnTo>
                  <a:pt x="0" y="1271"/>
                </a:lnTo>
                <a:cubicBezTo>
                  <a:pt x="0" y="566"/>
                  <a:pt x="1153" y="0"/>
                  <a:pt x="2588" y="0"/>
                </a:cubicBezTo>
                <a:lnTo>
                  <a:pt x="19012" y="0"/>
                </a:lnTo>
                <a:cubicBezTo>
                  <a:pt x="20447" y="0"/>
                  <a:pt x="21600" y="566"/>
                  <a:pt x="21600" y="1271"/>
                </a:cubicBezTo>
                <a:lnTo>
                  <a:pt x="21600" y="4038"/>
                </a:lnTo>
                <a:close/>
                <a:moveTo>
                  <a:pt x="21574" y="21600"/>
                </a:moveTo>
                <a:cubicBezTo>
                  <a:pt x="21574" y="21084"/>
                  <a:pt x="20729" y="20669"/>
                  <a:pt x="19678" y="20669"/>
                </a:cubicBezTo>
                <a:lnTo>
                  <a:pt x="1896" y="20669"/>
                </a:lnTo>
                <a:cubicBezTo>
                  <a:pt x="846" y="20669"/>
                  <a:pt x="0" y="21084"/>
                  <a:pt x="0" y="21600"/>
                </a:cubicBezTo>
                <a:lnTo>
                  <a:pt x="0" y="21600"/>
                </a:lnTo>
                <a:lnTo>
                  <a:pt x="21574" y="21600"/>
                </a:lnTo>
                <a:lnTo>
                  <a:pt x="21574" y="21600"/>
                </a:ln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6" name="Shape">
            <a:extLst>
              <a:ext uri="{FF2B5EF4-FFF2-40B4-BE49-F238E27FC236}">
                <a16:creationId xmlns="" xmlns:a16="http://schemas.microsoft.com/office/drawing/2014/main" id="{0027B5FA-70AF-4549-B32A-8097E790C078}"/>
              </a:ext>
            </a:extLst>
          </p:cNvPr>
          <p:cNvSpPr/>
          <p:nvPr/>
        </p:nvSpPr>
        <p:spPr>
          <a:xfrm>
            <a:off x="6864543" y="3043720"/>
            <a:ext cx="1501669" cy="30585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574" y="4038"/>
                </a:moveTo>
                <a:lnTo>
                  <a:pt x="0" y="4038"/>
                </a:lnTo>
                <a:lnTo>
                  <a:pt x="0" y="1271"/>
                </a:lnTo>
                <a:cubicBezTo>
                  <a:pt x="0" y="566"/>
                  <a:pt x="1153" y="0"/>
                  <a:pt x="2588" y="0"/>
                </a:cubicBezTo>
                <a:lnTo>
                  <a:pt x="19012" y="0"/>
                </a:lnTo>
                <a:cubicBezTo>
                  <a:pt x="20447" y="0"/>
                  <a:pt x="21600" y="566"/>
                  <a:pt x="21600" y="1271"/>
                </a:cubicBezTo>
                <a:lnTo>
                  <a:pt x="21600" y="4038"/>
                </a:lnTo>
                <a:close/>
                <a:moveTo>
                  <a:pt x="21574" y="21600"/>
                </a:moveTo>
                <a:cubicBezTo>
                  <a:pt x="21574" y="21084"/>
                  <a:pt x="20729" y="20669"/>
                  <a:pt x="19678" y="20669"/>
                </a:cubicBezTo>
                <a:lnTo>
                  <a:pt x="1896" y="20669"/>
                </a:lnTo>
                <a:cubicBezTo>
                  <a:pt x="846" y="20669"/>
                  <a:pt x="0" y="21084"/>
                  <a:pt x="0" y="21600"/>
                </a:cubicBezTo>
                <a:lnTo>
                  <a:pt x="0" y="21600"/>
                </a:lnTo>
                <a:lnTo>
                  <a:pt x="21574" y="21600"/>
                </a:lnTo>
                <a:lnTo>
                  <a:pt x="21574" y="2160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7" name="Shape">
            <a:extLst>
              <a:ext uri="{FF2B5EF4-FFF2-40B4-BE49-F238E27FC236}">
                <a16:creationId xmlns="" xmlns:a16="http://schemas.microsoft.com/office/drawing/2014/main" id="{6927F68D-E0A1-42CF-AD20-D3C865B51E70}"/>
              </a:ext>
            </a:extLst>
          </p:cNvPr>
          <p:cNvSpPr/>
          <p:nvPr/>
        </p:nvSpPr>
        <p:spPr>
          <a:xfrm>
            <a:off x="9609866" y="3049580"/>
            <a:ext cx="1501673" cy="30585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574" y="4038"/>
                </a:moveTo>
                <a:lnTo>
                  <a:pt x="0" y="4038"/>
                </a:lnTo>
                <a:lnTo>
                  <a:pt x="0" y="1271"/>
                </a:lnTo>
                <a:cubicBezTo>
                  <a:pt x="0" y="566"/>
                  <a:pt x="1153" y="0"/>
                  <a:pt x="2588" y="0"/>
                </a:cubicBezTo>
                <a:lnTo>
                  <a:pt x="19012" y="0"/>
                </a:lnTo>
                <a:cubicBezTo>
                  <a:pt x="20447" y="0"/>
                  <a:pt x="21600" y="566"/>
                  <a:pt x="21600" y="1271"/>
                </a:cubicBezTo>
                <a:lnTo>
                  <a:pt x="21600" y="4038"/>
                </a:lnTo>
                <a:close/>
                <a:moveTo>
                  <a:pt x="21574" y="21600"/>
                </a:moveTo>
                <a:cubicBezTo>
                  <a:pt x="21574" y="21084"/>
                  <a:pt x="20729" y="20669"/>
                  <a:pt x="19678" y="20669"/>
                </a:cubicBezTo>
                <a:lnTo>
                  <a:pt x="1896" y="20669"/>
                </a:lnTo>
                <a:cubicBezTo>
                  <a:pt x="846" y="20669"/>
                  <a:pt x="0" y="21084"/>
                  <a:pt x="0" y="21600"/>
                </a:cubicBezTo>
                <a:lnTo>
                  <a:pt x="0" y="21600"/>
                </a:lnTo>
                <a:lnTo>
                  <a:pt x="21574" y="21600"/>
                </a:lnTo>
                <a:lnTo>
                  <a:pt x="21574" y="2160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8" name="Shape">
            <a:extLst>
              <a:ext uri="{FF2B5EF4-FFF2-40B4-BE49-F238E27FC236}">
                <a16:creationId xmlns="" xmlns:a16="http://schemas.microsoft.com/office/drawing/2014/main" id="{AE28D555-1DAF-450E-86AE-53357297A389}"/>
              </a:ext>
            </a:extLst>
          </p:cNvPr>
          <p:cNvSpPr/>
          <p:nvPr/>
        </p:nvSpPr>
        <p:spPr>
          <a:xfrm>
            <a:off x="1711234" y="1974918"/>
            <a:ext cx="8686799" cy="9975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7" y="21561"/>
                </a:moveTo>
                <a:cubicBezTo>
                  <a:pt x="24" y="21561"/>
                  <a:pt x="0" y="21407"/>
                  <a:pt x="0" y="21253"/>
                </a:cubicBezTo>
                <a:lnTo>
                  <a:pt x="0" y="3009"/>
                </a:lnTo>
                <a:cubicBezTo>
                  <a:pt x="0" y="1350"/>
                  <a:pt x="208" y="0"/>
                  <a:pt x="463" y="0"/>
                </a:cubicBezTo>
                <a:lnTo>
                  <a:pt x="5143" y="0"/>
                </a:lnTo>
                <a:cubicBezTo>
                  <a:pt x="5167" y="0"/>
                  <a:pt x="5191" y="154"/>
                  <a:pt x="5191" y="309"/>
                </a:cubicBezTo>
                <a:cubicBezTo>
                  <a:pt x="5191" y="463"/>
                  <a:pt x="5167" y="617"/>
                  <a:pt x="5143" y="617"/>
                </a:cubicBezTo>
                <a:lnTo>
                  <a:pt x="463" y="617"/>
                </a:lnTo>
                <a:cubicBezTo>
                  <a:pt x="261" y="617"/>
                  <a:pt x="95" y="1697"/>
                  <a:pt x="95" y="3009"/>
                </a:cubicBezTo>
                <a:lnTo>
                  <a:pt x="95" y="21253"/>
                </a:lnTo>
                <a:cubicBezTo>
                  <a:pt x="95" y="21446"/>
                  <a:pt x="71" y="21561"/>
                  <a:pt x="47" y="21561"/>
                </a:cubicBezTo>
                <a:close/>
                <a:moveTo>
                  <a:pt x="7255" y="21291"/>
                </a:moveTo>
                <a:lnTo>
                  <a:pt x="7255" y="20983"/>
                </a:lnTo>
                <a:cubicBezTo>
                  <a:pt x="7255" y="19671"/>
                  <a:pt x="7421" y="18591"/>
                  <a:pt x="7623" y="18591"/>
                </a:cubicBezTo>
                <a:lnTo>
                  <a:pt x="10038" y="18591"/>
                </a:lnTo>
                <a:cubicBezTo>
                  <a:pt x="10293" y="18591"/>
                  <a:pt x="10500" y="17241"/>
                  <a:pt x="10500" y="15583"/>
                </a:cubicBezTo>
                <a:cubicBezTo>
                  <a:pt x="10500" y="15429"/>
                  <a:pt x="10477" y="15274"/>
                  <a:pt x="10453" y="15274"/>
                </a:cubicBezTo>
                <a:cubicBezTo>
                  <a:pt x="10429" y="15274"/>
                  <a:pt x="10405" y="15429"/>
                  <a:pt x="10405" y="15583"/>
                </a:cubicBezTo>
                <a:cubicBezTo>
                  <a:pt x="10405" y="16894"/>
                  <a:pt x="10239" y="17974"/>
                  <a:pt x="10038" y="17974"/>
                </a:cubicBezTo>
                <a:lnTo>
                  <a:pt x="7623" y="17974"/>
                </a:lnTo>
                <a:cubicBezTo>
                  <a:pt x="7368" y="17974"/>
                  <a:pt x="7160" y="19324"/>
                  <a:pt x="7160" y="20983"/>
                </a:cubicBezTo>
                <a:lnTo>
                  <a:pt x="7160" y="21291"/>
                </a:lnTo>
                <a:cubicBezTo>
                  <a:pt x="7160" y="21446"/>
                  <a:pt x="7184" y="21600"/>
                  <a:pt x="7208" y="21600"/>
                </a:cubicBezTo>
                <a:cubicBezTo>
                  <a:pt x="7232" y="21600"/>
                  <a:pt x="7255" y="21446"/>
                  <a:pt x="7255" y="21291"/>
                </a:cubicBezTo>
                <a:close/>
                <a:moveTo>
                  <a:pt x="21600" y="21291"/>
                </a:moveTo>
                <a:lnTo>
                  <a:pt x="21600" y="3047"/>
                </a:lnTo>
                <a:cubicBezTo>
                  <a:pt x="21600" y="1389"/>
                  <a:pt x="21392" y="39"/>
                  <a:pt x="21137" y="39"/>
                </a:cubicBezTo>
                <a:lnTo>
                  <a:pt x="16457" y="39"/>
                </a:lnTo>
                <a:cubicBezTo>
                  <a:pt x="16433" y="39"/>
                  <a:pt x="16409" y="193"/>
                  <a:pt x="16409" y="347"/>
                </a:cubicBezTo>
                <a:cubicBezTo>
                  <a:pt x="16409" y="501"/>
                  <a:pt x="16433" y="656"/>
                  <a:pt x="16457" y="656"/>
                </a:cubicBezTo>
                <a:lnTo>
                  <a:pt x="21137" y="656"/>
                </a:lnTo>
                <a:cubicBezTo>
                  <a:pt x="21339" y="656"/>
                  <a:pt x="21505" y="1736"/>
                  <a:pt x="21505" y="3047"/>
                </a:cubicBezTo>
                <a:lnTo>
                  <a:pt x="21505" y="21291"/>
                </a:lnTo>
                <a:cubicBezTo>
                  <a:pt x="21505" y="21446"/>
                  <a:pt x="21529" y="21600"/>
                  <a:pt x="21553" y="21600"/>
                </a:cubicBezTo>
                <a:cubicBezTo>
                  <a:pt x="21576" y="21600"/>
                  <a:pt x="21600" y="21446"/>
                  <a:pt x="21600" y="21291"/>
                </a:cubicBezTo>
                <a:close/>
                <a:moveTo>
                  <a:pt x="14440" y="21291"/>
                </a:moveTo>
                <a:lnTo>
                  <a:pt x="14440" y="20983"/>
                </a:lnTo>
                <a:cubicBezTo>
                  <a:pt x="14440" y="19324"/>
                  <a:pt x="14232" y="17974"/>
                  <a:pt x="13977" y="17974"/>
                </a:cubicBezTo>
                <a:lnTo>
                  <a:pt x="11562" y="17974"/>
                </a:lnTo>
                <a:cubicBezTo>
                  <a:pt x="11361" y="17974"/>
                  <a:pt x="11195" y="16894"/>
                  <a:pt x="11195" y="15583"/>
                </a:cubicBezTo>
                <a:cubicBezTo>
                  <a:pt x="11195" y="15429"/>
                  <a:pt x="11171" y="15274"/>
                  <a:pt x="11147" y="15274"/>
                </a:cubicBezTo>
                <a:cubicBezTo>
                  <a:pt x="11123" y="15274"/>
                  <a:pt x="11100" y="15429"/>
                  <a:pt x="11100" y="15583"/>
                </a:cubicBezTo>
                <a:cubicBezTo>
                  <a:pt x="11100" y="17241"/>
                  <a:pt x="11307" y="18591"/>
                  <a:pt x="11562" y="18591"/>
                </a:cubicBezTo>
                <a:lnTo>
                  <a:pt x="13977" y="18591"/>
                </a:lnTo>
                <a:cubicBezTo>
                  <a:pt x="14179" y="18591"/>
                  <a:pt x="14345" y="19671"/>
                  <a:pt x="14345" y="20983"/>
                </a:cubicBezTo>
                <a:lnTo>
                  <a:pt x="14345" y="21291"/>
                </a:lnTo>
                <a:cubicBezTo>
                  <a:pt x="14345" y="21446"/>
                  <a:pt x="14368" y="21600"/>
                  <a:pt x="14392" y="21600"/>
                </a:cubicBezTo>
                <a:cubicBezTo>
                  <a:pt x="14416" y="21600"/>
                  <a:pt x="14440" y="21446"/>
                  <a:pt x="14440" y="21291"/>
                </a:cubicBezTo>
                <a:close/>
              </a:path>
            </a:pathLst>
          </a:custGeom>
          <a:solidFill>
            <a:srgbClr val="004A64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1" name="TextBox 24">
            <a:extLst>
              <a:ext uri="{FF2B5EF4-FFF2-40B4-BE49-F238E27FC236}">
                <a16:creationId xmlns="" xmlns:a16="http://schemas.microsoft.com/office/drawing/2014/main" id="{CEFDF567-DE4F-47A4-ACD1-2EECCB7E2326}"/>
              </a:ext>
            </a:extLst>
          </p:cNvPr>
          <p:cNvSpPr txBox="1"/>
          <p:nvPr/>
        </p:nvSpPr>
        <p:spPr>
          <a:xfrm>
            <a:off x="9319373" y="3850542"/>
            <a:ext cx="2030147" cy="1323439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algn="ctr" rtl="1"/>
            <a:r>
              <a:rPr lang="ar-DZ" sz="4000" b="1" kern="0" noProof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استقراء </a:t>
            </a:r>
          </a:p>
          <a:p>
            <a:pPr algn="ctr" rtl="1"/>
            <a:r>
              <a:rPr lang="ar-DZ" sz="4000" b="1" kern="0" noProof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المعطيات</a:t>
            </a:r>
            <a:endParaRPr lang="en-US" sz="4000" b="1" kern="0" noProof="1">
              <a:solidFill>
                <a:schemeClr val="bg1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8" name="TextBox 31">
            <a:extLst>
              <a:ext uri="{FF2B5EF4-FFF2-40B4-BE49-F238E27FC236}">
                <a16:creationId xmlns="" xmlns:a16="http://schemas.microsoft.com/office/drawing/2014/main" id="{A40D5BB1-F872-4D2E-B8F4-8BBA776B60D0}"/>
              </a:ext>
            </a:extLst>
          </p:cNvPr>
          <p:cNvSpPr txBox="1"/>
          <p:nvPr/>
        </p:nvSpPr>
        <p:spPr>
          <a:xfrm>
            <a:off x="3137263" y="1330833"/>
            <a:ext cx="5917474" cy="707886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algn="ctr" rtl="1"/>
            <a:r>
              <a:rPr lang="ar-DZ" sz="4000" b="1" kern="0" noProof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عناصر المعالجة البيداغوجية</a:t>
            </a:r>
            <a:endParaRPr lang="en-US" sz="4000" b="1" kern="0" noProof="1">
              <a:solidFill>
                <a:schemeClr val="bg1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9" name="TextBox 24">
            <a:extLst>
              <a:ext uri="{FF2B5EF4-FFF2-40B4-BE49-F238E27FC236}">
                <a16:creationId xmlns="" xmlns:a16="http://schemas.microsoft.com/office/drawing/2014/main" id="{86601782-B611-459A-AB51-B36859CC7729}"/>
              </a:ext>
            </a:extLst>
          </p:cNvPr>
          <p:cNvSpPr txBox="1"/>
          <p:nvPr/>
        </p:nvSpPr>
        <p:spPr>
          <a:xfrm>
            <a:off x="6481908" y="3690350"/>
            <a:ext cx="2132093" cy="1938992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algn="ctr" rtl="1"/>
            <a:r>
              <a:rPr lang="ar-DZ" sz="4000" b="1" kern="0" noProof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اعتماد</a:t>
            </a:r>
            <a:r>
              <a:rPr lang="ar-DZ" sz="3000" b="1" kern="0" noProof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-DZ" sz="4000" b="1" kern="0" noProof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الشبكات التحليلية</a:t>
            </a:r>
            <a:endParaRPr lang="en-US" sz="4000" b="1" kern="0" noProof="1">
              <a:solidFill>
                <a:schemeClr val="bg1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0" name="TextBox 24">
            <a:extLst>
              <a:ext uri="{FF2B5EF4-FFF2-40B4-BE49-F238E27FC236}">
                <a16:creationId xmlns="" xmlns:a16="http://schemas.microsoft.com/office/drawing/2014/main" id="{D9C9FB74-E5B6-433B-AD0B-6DCA519DC6C9}"/>
              </a:ext>
            </a:extLst>
          </p:cNvPr>
          <p:cNvSpPr txBox="1"/>
          <p:nvPr/>
        </p:nvSpPr>
        <p:spPr>
          <a:xfrm>
            <a:off x="3687891" y="3506779"/>
            <a:ext cx="2195999" cy="2554545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algn="ctr" rtl="1"/>
            <a:r>
              <a:rPr lang="ar-DZ" sz="4000" b="1" kern="0" noProof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تفيئ </a:t>
            </a:r>
          </a:p>
          <a:p>
            <a:pPr algn="ctr" rtl="1"/>
            <a:r>
              <a:rPr lang="ar-DZ" sz="4000" b="1" kern="0" noProof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التلاميذ  وفق التقديرين </a:t>
            </a:r>
          </a:p>
          <a:p>
            <a:pPr algn="ctr" rtl="1"/>
            <a:r>
              <a:rPr lang="ar-DZ" sz="4000" b="1" kern="0" noProof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ج- د</a:t>
            </a:r>
            <a:endParaRPr lang="en-US" sz="4000" b="1" kern="0" noProof="1">
              <a:solidFill>
                <a:schemeClr val="bg1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1" name="TextBox 24">
            <a:extLst>
              <a:ext uri="{FF2B5EF4-FFF2-40B4-BE49-F238E27FC236}">
                <a16:creationId xmlns="" xmlns:a16="http://schemas.microsoft.com/office/drawing/2014/main" id="{82BFAC5E-F395-4AE1-A8C9-972D8A17D755}"/>
              </a:ext>
            </a:extLst>
          </p:cNvPr>
          <p:cNvSpPr txBox="1"/>
          <p:nvPr/>
        </p:nvSpPr>
        <p:spPr>
          <a:xfrm>
            <a:off x="750438" y="3890729"/>
            <a:ext cx="2195999" cy="1323439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algn="ctr" rtl="1"/>
            <a:r>
              <a:rPr lang="ar-DZ" sz="4000" b="1" kern="0" noProof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تكرار </a:t>
            </a:r>
          </a:p>
          <a:p>
            <a:pPr algn="ctr" rtl="1"/>
            <a:r>
              <a:rPr lang="ar-DZ" sz="4000" b="1" kern="0" noProof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الصعوبة</a:t>
            </a:r>
            <a:endParaRPr lang="en-US" sz="4000" b="1" kern="0" noProof="1">
              <a:solidFill>
                <a:schemeClr val="bg1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Ellipse 1"/>
          <p:cNvSpPr/>
          <p:nvPr/>
        </p:nvSpPr>
        <p:spPr>
          <a:xfrm>
            <a:off x="10154093" y="3179135"/>
            <a:ext cx="393405" cy="3276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dirty="0"/>
              <a:t>1</a:t>
            </a:r>
            <a:endParaRPr lang="fr-FR" dirty="0"/>
          </a:p>
        </p:txBody>
      </p:sp>
      <p:sp>
        <p:nvSpPr>
          <p:cNvPr id="30" name="Ellipse 29"/>
          <p:cNvSpPr/>
          <p:nvPr/>
        </p:nvSpPr>
        <p:spPr>
          <a:xfrm>
            <a:off x="7342510" y="3171057"/>
            <a:ext cx="393405" cy="3276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dirty="0"/>
              <a:t>2</a:t>
            </a:r>
            <a:endParaRPr lang="fr-FR" dirty="0"/>
          </a:p>
        </p:txBody>
      </p:sp>
      <p:sp>
        <p:nvSpPr>
          <p:cNvPr id="31" name="Ellipse 30"/>
          <p:cNvSpPr/>
          <p:nvPr/>
        </p:nvSpPr>
        <p:spPr>
          <a:xfrm>
            <a:off x="4554327" y="3197168"/>
            <a:ext cx="393405" cy="3276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dirty="0"/>
              <a:t>3</a:t>
            </a:r>
            <a:endParaRPr lang="fr-FR" dirty="0"/>
          </a:p>
        </p:txBody>
      </p:sp>
      <p:sp>
        <p:nvSpPr>
          <p:cNvPr id="32" name="Ellipse 31"/>
          <p:cNvSpPr/>
          <p:nvPr/>
        </p:nvSpPr>
        <p:spPr>
          <a:xfrm>
            <a:off x="1417759" y="3214862"/>
            <a:ext cx="393405" cy="3276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dirty="0"/>
              <a:t>4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3406659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41" grpId="0"/>
      <p:bldP spid="49" grpId="0"/>
      <p:bldP spid="50" grpId="0"/>
      <p:bldP spid="5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="" xmlns:a16="http://schemas.microsoft.com/office/drawing/2014/main" id="{2FC8C924-59B3-42D2-AD5E-FB316D6F9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9788" y="6567615"/>
            <a:ext cx="781050" cy="369332"/>
          </a:xfrm>
        </p:spPr>
        <p:txBody>
          <a:bodyPr/>
          <a:lstStyle/>
          <a:p>
            <a:pPr algn="ctr" rtl="1"/>
            <a:fld id="{E01C3548-C254-436B-B7C1-FB6D7FB82EBD}" type="slidenum">
              <a:rPr lang="fr-FR" sz="1400" b="1" smtClean="0"/>
              <a:pPr algn="ctr" rtl="1"/>
              <a:t>5</a:t>
            </a:fld>
            <a:endParaRPr lang="fr-FR" sz="1400" b="1" dirty="0"/>
          </a:p>
        </p:txBody>
      </p:sp>
      <p:grpSp>
        <p:nvGrpSpPr>
          <p:cNvPr id="12" name="Group 1">
            <a:extLst>
              <a:ext uri="{FF2B5EF4-FFF2-40B4-BE49-F238E27FC236}">
                <a16:creationId xmlns="" xmlns:a16="http://schemas.microsoft.com/office/drawing/2014/main" id="{8AF29C44-0C11-49B1-B452-99F762D42D69}"/>
              </a:ext>
            </a:extLst>
          </p:cNvPr>
          <p:cNvGrpSpPr/>
          <p:nvPr/>
        </p:nvGrpSpPr>
        <p:grpSpPr>
          <a:xfrm>
            <a:off x="54439" y="6411059"/>
            <a:ext cx="12083122" cy="217536"/>
            <a:chOff x="-23" y="4553904"/>
            <a:chExt cx="8540061" cy="209747"/>
          </a:xfrm>
        </p:grpSpPr>
        <p:sp>
          <p:nvSpPr>
            <p:cNvPr id="13" name="Rectangle">
              <a:extLst>
                <a:ext uri="{FF2B5EF4-FFF2-40B4-BE49-F238E27FC236}">
                  <a16:creationId xmlns="" xmlns:a16="http://schemas.microsoft.com/office/drawing/2014/main" id="{259AB13F-4EFB-4EE7-985C-066D66F44ABF}"/>
                </a:ext>
              </a:extLst>
            </p:cNvPr>
            <p:cNvSpPr/>
            <p:nvPr userDrawn="1"/>
          </p:nvSpPr>
          <p:spPr>
            <a:xfrm>
              <a:off x="-23" y="4553904"/>
              <a:ext cx="3562151" cy="208265"/>
            </a:xfrm>
            <a:prstGeom prst="rect">
              <a:avLst/>
            </a:prstGeom>
            <a:solidFill>
              <a:srgbClr val="035103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4" name="Rectangle">
              <a:extLst>
                <a:ext uri="{FF2B5EF4-FFF2-40B4-BE49-F238E27FC236}">
                  <a16:creationId xmlns="" xmlns:a16="http://schemas.microsoft.com/office/drawing/2014/main" id="{1398BCC2-D125-43E4-A68E-21B9A8AF3968}"/>
                </a:ext>
              </a:extLst>
            </p:cNvPr>
            <p:cNvSpPr/>
            <p:nvPr userDrawn="1"/>
          </p:nvSpPr>
          <p:spPr>
            <a:xfrm>
              <a:off x="4977887" y="4554973"/>
              <a:ext cx="3562151" cy="208265"/>
            </a:xfrm>
            <a:prstGeom prst="rect">
              <a:avLst/>
            </a:prstGeom>
            <a:solidFill>
              <a:srgbClr val="F1F1F2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5" name="Rectangle">
              <a:extLst>
                <a:ext uri="{FF2B5EF4-FFF2-40B4-BE49-F238E27FC236}">
                  <a16:creationId xmlns="" xmlns:a16="http://schemas.microsoft.com/office/drawing/2014/main" id="{D1A32321-CB60-446B-BD2E-4D4EB6CF0D48}"/>
                </a:ext>
              </a:extLst>
            </p:cNvPr>
            <p:cNvSpPr/>
            <p:nvPr userDrawn="1"/>
          </p:nvSpPr>
          <p:spPr>
            <a:xfrm>
              <a:off x="3023255" y="4555385"/>
              <a:ext cx="2493506" cy="208266"/>
            </a:xfrm>
            <a:prstGeom prst="rect">
              <a:avLst/>
            </a:prstGeom>
            <a:solidFill>
              <a:srgbClr val="BB1C2D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dirty="0"/>
            </a:p>
          </p:txBody>
        </p:sp>
      </p:grpSp>
      <p:sp>
        <p:nvSpPr>
          <p:cNvPr id="17" name="Shape">
            <a:extLst>
              <a:ext uri="{FF2B5EF4-FFF2-40B4-BE49-F238E27FC236}">
                <a16:creationId xmlns="" xmlns:a16="http://schemas.microsoft.com/office/drawing/2014/main" id="{928C452F-F9EA-47EE-8742-EBEBCDEC1D9D}"/>
              </a:ext>
            </a:extLst>
          </p:cNvPr>
          <p:cNvSpPr/>
          <p:nvPr/>
        </p:nvSpPr>
        <p:spPr>
          <a:xfrm>
            <a:off x="2958403" y="974528"/>
            <a:ext cx="6746584" cy="1692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314"/>
                </a:moveTo>
                <a:lnTo>
                  <a:pt x="0" y="19286"/>
                </a:lnTo>
                <a:cubicBezTo>
                  <a:pt x="0" y="20571"/>
                  <a:pt x="434" y="21600"/>
                  <a:pt x="977" y="21600"/>
                </a:cubicBezTo>
                <a:lnTo>
                  <a:pt x="20623" y="21600"/>
                </a:lnTo>
                <a:cubicBezTo>
                  <a:pt x="21166" y="21600"/>
                  <a:pt x="21600" y="20571"/>
                  <a:pt x="21600" y="19286"/>
                </a:cubicBezTo>
                <a:lnTo>
                  <a:pt x="21600" y="2314"/>
                </a:lnTo>
                <a:cubicBezTo>
                  <a:pt x="21600" y="1029"/>
                  <a:pt x="21166" y="0"/>
                  <a:pt x="20623" y="0"/>
                </a:cubicBezTo>
                <a:lnTo>
                  <a:pt x="977" y="0"/>
                </a:lnTo>
                <a:cubicBezTo>
                  <a:pt x="434" y="0"/>
                  <a:pt x="0" y="1029"/>
                  <a:pt x="0" y="2314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" name="Shape">
            <a:extLst>
              <a:ext uri="{FF2B5EF4-FFF2-40B4-BE49-F238E27FC236}">
                <a16:creationId xmlns="" xmlns:a16="http://schemas.microsoft.com/office/drawing/2014/main" id="{F6941E36-15FB-4BCA-A273-3FE1B01E0396}"/>
              </a:ext>
            </a:extLst>
          </p:cNvPr>
          <p:cNvSpPr/>
          <p:nvPr/>
        </p:nvSpPr>
        <p:spPr>
          <a:xfrm>
            <a:off x="2972217" y="4811305"/>
            <a:ext cx="6718956" cy="72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88" y="0"/>
                </a:moveTo>
                <a:lnTo>
                  <a:pt x="2312" y="0"/>
                </a:lnTo>
                <a:cubicBezTo>
                  <a:pt x="1028" y="0"/>
                  <a:pt x="0" y="804"/>
                  <a:pt x="0" y="1809"/>
                </a:cubicBezTo>
                <a:lnTo>
                  <a:pt x="0" y="19791"/>
                </a:lnTo>
                <a:cubicBezTo>
                  <a:pt x="0" y="20796"/>
                  <a:pt x="1028" y="21600"/>
                  <a:pt x="2312" y="21600"/>
                </a:cubicBezTo>
                <a:lnTo>
                  <a:pt x="19288" y="21600"/>
                </a:lnTo>
                <a:cubicBezTo>
                  <a:pt x="20572" y="21600"/>
                  <a:pt x="21600" y="20796"/>
                  <a:pt x="21600" y="19791"/>
                </a:cubicBezTo>
                <a:lnTo>
                  <a:pt x="21600" y="1809"/>
                </a:lnTo>
                <a:cubicBezTo>
                  <a:pt x="21600" y="804"/>
                  <a:pt x="20572" y="0"/>
                  <a:pt x="19288" y="0"/>
                </a:cubicBezTo>
                <a:close/>
              </a:path>
            </a:pathLst>
          </a:custGeom>
          <a:solidFill>
            <a:schemeClr val="tx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" name="Shape">
            <a:extLst>
              <a:ext uri="{FF2B5EF4-FFF2-40B4-BE49-F238E27FC236}">
                <a16:creationId xmlns="" xmlns:a16="http://schemas.microsoft.com/office/drawing/2014/main" id="{B54C09E2-89C4-4DD4-9046-C2B510A82B21}"/>
              </a:ext>
            </a:extLst>
          </p:cNvPr>
          <p:cNvSpPr/>
          <p:nvPr/>
        </p:nvSpPr>
        <p:spPr>
          <a:xfrm>
            <a:off x="2958403" y="3546221"/>
            <a:ext cx="6718956" cy="72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88" y="0"/>
                </a:moveTo>
                <a:lnTo>
                  <a:pt x="2312" y="0"/>
                </a:lnTo>
                <a:cubicBezTo>
                  <a:pt x="1028" y="0"/>
                  <a:pt x="0" y="804"/>
                  <a:pt x="0" y="1809"/>
                </a:cubicBezTo>
                <a:lnTo>
                  <a:pt x="0" y="19791"/>
                </a:lnTo>
                <a:cubicBezTo>
                  <a:pt x="0" y="20796"/>
                  <a:pt x="1028" y="21600"/>
                  <a:pt x="2312" y="21600"/>
                </a:cubicBezTo>
                <a:lnTo>
                  <a:pt x="19288" y="21600"/>
                </a:lnTo>
                <a:cubicBezTo>
                  <a:pt x="20572" y="21600"/>
                  <a:pt x="21600" y="20796"/>
                  <a:pt x="21600" y="19791"/>
                </a:cubicBezTo>
                <a:lnTo>
                  <a:pt x="21600" y="1809"/>
                </a:lnTo>
                <a:cubicBezTo>
                  <a:pt x="21600" y="804"/>
                  <a:pt x="20553" y="0"/>
                  <a:pt x="19288" y="0"/>
                </a:cubicBezTo>
                <a:close/>
              </a:path>
            </a:pathLst>
          </a:custGeom>
          <a:solidFill>
            <a:schemeClr val="tx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 b="1" dirty="0"/>
          </a:p>
        </p:txBody>
      </p:sp>
      <p:sp>
        <p:nvSpPr>
          <p:cNvPr id="25" name="Shape">
            <a:extLst>
              <a:ext uri="{FF2B5EF4-FFF2-40B4-BE49-F238E27FC236}">
                <a16:creationId xmlns="" xmlns:a16="http://schemas.microsoft.com/office/drawing/2014/main" id="{F7B0AF32-C97A-4F6C-93E0-1AC0028AF500}"/>
              </a:ext>
            </a:extLst>
          </p:cNvPr>
          <p:cNvSpPr/>
          <p:nvPr/>
        </p:nvSpPr>
        <p:spPr>
          <a:xfrm>
            <a:off x="3405488" y="4646874"/>
            <a:ext cx="5904000" cy="90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574" y="4038"/>
                </a:moveTo>
                <a:lnTo>
                  <a:pt x="0" y="4038"/>
                </a:lnTo>
                <a:lnTo>
                  <a:pt x="0" y="1271"/>
                </a:lnTo>
                <a:cubicBezTo>
                  <a:pt x="0" y="566"/>
                  <a:pt x="1153" y="0"/>
                  <a:pt x="2588" y="0"/>
                </a:cubicBezTo>
                <a:lnTo>
                  <a:pt x="19012" y="0"/>
                </a:lnTo>
                <a:cubicBezTo>
                  <a:pt x="20447" y="0"/>
                  <a:pt x="21600" y="566"/>
                  <a:pt x="21600" y="1271"/>
                </a:cubicBezTo>
                <a:lnTo>
                  <a:pt x="21600" y="4038"/>
                </a:lnTo>
                <a:close/>
                <a:moveTo>
                  <a:pt x="21574" y="21600"/>
                </a:moveTo>
                <a:cubicBezTo>
                  <a:pt x="21574" y="21084"/>
                  <a:pt x="20729" y="20669"/>
                  <a:pt x="19678" y="20669"/>
                </a:cubicBezTo>
                <a:lnTo>
                  <a:pt x="1896" y="20669"/>
                </a:lnTo>
                <a:cubicBezTo>
                  <a:pt x="846" y="20669"/>
                  <a:pt x="0" y="21084"/>
                  <a:pt x="0" y="21600"/>
                </a:cubicBezTo>
                <a:lnTo>
                  <a:pt x="0" y="21600"/>
                </a:lnTo>
                <a:lnTo>
                  <a:pt x="21574" y="21600"/>
                </a:lnTo>
                <a:lnTo>
                  <a:pt x="21574" y="21600"/>
                </a:ln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7" name="Shape">
            <a:extLst>
              <a:ext uri="{FF2B5EF4-FFF2-40B4-BE49-F238E27FC236}">
                <a16:creationId xmlns="" xmlns:a16="http://schemas.microsoft.com/office/drawing/2014/main" id="{6927F68D-E0A1-42CF-AD20-D3C865B51E70}"/>
              </a:ext>
            </a:extLst>
          </p:cNvPr>
          <p:cNvSpPr/>
          <p:nvPr/>
        </p:nvSpPr>
        <p:spPr>
          <a:xfrm>
            <a:off x="3353512" y="3391612"/>
            <a:ext cx="5916548" cy="90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574" y="4038"/>
                </a:moveTo>
                <a:lnTo>
                  <a:pt x="0" y="4038"/>
                </a:lnTo>
                <a:lnTo>
                  <a:pt x="0" y="1271"/>
                </a:lnTo>
                <a:cubicBezTo>
                  <a:pt x="0" y="566"/>
                  <a:pt x="1153" y="0"/>
                  <a:pt x="2588" y="0"/>
                </a:cubicBezTo>
                <a:lnTo>
                  <a:pt x="19012" y="0"/>
                </a:lnTo>
                <a:cubicBezTo>
                  <a:pt x="20447" y="0"/>
                  <a:pt x="21600" y="566"/>
                  <a:pt x="21600" y="1271"/>
                </a:cubicBezTo>
                <a:lnTo>
                  <a:pt x="21600" y="4038"/>
                </a:lnTo>
                <a:close/>
                <a:moveTo>
                  <a:pt x="21574" y="21600"/>
                </a:moveTo>
                <a:cubicBezTo>
                  <a:pt x="21574" y="21084"/>
                  <a:pt x="20729" y="20669"/>
                  <a:pt x="19678" y="20669"/>
                </a:cubicBezTo>
                <a:lnTo>
                  <a:pt x="1896" y="20669"/>
                </a:lnTo>
                <a:cubicBezTo>
                  <a:pt x="846" y="20669"/>
                  <a:pt x="0" y="21084"/>
                  <a:pt x="0" y="21600"/>
                </a:cubicBezTo>
                <a:lnTo>
                  <a:pt x="0" y="21600"/>
                </a:lnTo>
                <a:lnTo>
                  <a:pt x="21574" y="21600"/>
                </a:lnTo>
                <a:lnTo>
                  <a:pt x="21574" y="2160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1" name="TextBox 24">
            <a:extLst>
              <a:ext uri="{FF2B5EF4-FFF2-40B4-BE49-F238E27FC236}">
                <a16:creationId xmlns="" xmlns:a16="http://schemas.microsoft.com/office/drawing/2014/main" id="{CEFDF567-DE4F-47A4-ACD1-2EECCB7E2326}"/>
              </a:ext>
            </a:extLst>
          </p:cNvPr>
          <p:cNvSpPr txBox="1"/>
          <p:nvPr/>
        </p:nvSpPr>
        <p:spPr>
          <a:xfrm>
            <a:off x="3771371" y="3629238"/>
            <a:ext cx="5080829" cy="707886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algn="ctr" rtl="1"/>
            <a:r>
              <a:rPr lang="ar-DZ" sz="4000" b="1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معرفية</a:t>
            </a:r>
            <a:endParaRPr lang="en-US" sz="4000" b="1" noProof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8" name="TextBox 31">
            <a:extLst>
              <a:ext uri="{FF2B5EF4-FFF2-40B4-BE49-F238E27FC236}">
                <a16:creationId xmlns="" xmlns:a16="http://schemas.microsoft.com/office/drawing/2014/main" id="{A40D5BB1-F872-4D2E-B8F4-8BBA776B60D0}"/>
              </a:ext>
            </a:extLst>
          </p:cNvPr>
          <p:cNvSpPr txBox="1"/>
          <p:nvPr/>
        </p:nvSpPr>
        <p:spPr>
          <a:xfrm>
            <a:off x="3108960" y="1556875"/>
            <a:ext cx="6152607" cy="646331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algn="ctr" rtl="1"/>
            <a:r>
              <a:rPr lang="ar-DZ" sz="3600" b="1" noProof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طبيعة الصعوبة( تصنيفها )</a:t>
            </a:r>
            <a:endParaRPr lang="en-US" sz="3600" b="1" noProof="1">
              <a:solidFill>
                <a:schemeClr val="bg1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9" name="TextBox 24">
            <a:extLst>
              <a:ext uri="{FF2B5EF4-FFF2-40B4-BE49-F238E27FC236}">
                <a16:creationId xmlns="" xmlns:a16="http://schemas.microsoft.com/office/drawing/2014/main" id="{86601782-B611-459A-AB51-B36859CC7729}"/>
              </a:ext>
            </a:extLst>
          </p:cNvPr>
          <p:cNvSpPr txBox="1"/>
          <p:nvPr/>
        </p:nvSpPr>
        <p:spPr>
          <a:xfrm>
            <a:off x="5291441" y="4893004"/>
            <a:ext cx="2132093" cy="707886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algn="ctr" rtl="1"/>
            <a:r>
              <a:rPr lang="ar-DZ" sz="4000" b="1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منهجية</a:t>
            </a:r>
            <a:endParaRPr lang="en-US" sz="4000" b="1" noProof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cxnSp>
        <p:nvCxnSpPr>
          <p:cNvPr id="38" name="Connecteur droit 37">
            <a:extLst>
              <a:ext uri="{FF2B5EF4-FFF2-40B4-BE49-F238E27FC236}">
                <a16:creationId xmlns="" xmlns:a16="http://schemas.microsoft.com/office/drawing/2014/main" id="{6723A1D8-E705-4C15-8534-B677BBCEA498}"/>
              </a:ext>
            </a:extLst>
          </p:cNvPr>
          <p:cNvCxnSpPr/>
          <p:nvPr/>
        </p:nvCxnSpPr>
        <p:spPr>
          <a:xfrm flipH="1">
            <a:off x="1260926" y="-170099"/>
            <a:ext cx="0" cy="433403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Ellipse 1"/>
          <p:cNvSpPr/>
          <p:nvPr/>
        </p:nvSpPr>
        <p:spPr>
          <a:xfrm>
            <a:off x="9962707" y="3575712"/>
            <a:ext cx="733646" cy="607845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DZ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1</a:t>
            </a:r>
            <a:endParaRPr lang="fr-FR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28" name="Ellipse 27"/>
          <p:cNvSpPr/>
          <p:nvPr/>
        </p:nvSpPr>
        <p:spPr>
          <a:xfrm>
            <a:off x="9962707" y="4867382"/>
            <a:ext cx="733646" cy="607845"/>
          </a:xfrm>
          <a:prstGeom prst="ellipse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2</a:t>
            </a:r>
            <a:endParaRPr lang="fr-FR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80791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1" grpId="0" animBg="1"/>
      <p:bldP spid="23" grpId="0" animBg="1"/>
      <p:bldP spid="25" grpId="0" animBg="1"/>
      <p:bldP spid="27" grpId="0" animBg="1"/>
      <p:bldP spid="41" grpId="0"/>
      <p:bldP spid="4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="" xmlns:a16="http://schemas.microsoft.com/office/drawing/2014/main" id="{2FC8C924-59B3-42D2-AD5E-FB316D6F9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9788" y="6567615"/>
            <a:ext cx="781050" cy="369332"/>
          </a:xfrm>
        </p:spPr>
        <p:txBody>
          <a:bodyPr/>
          <a:lstStyle/>
          <a:p>
            <a:pPr algn="ctr" rtl="1"/>
            <a:fld id="{E01C3548-C254-436B-B7C1-FB6D7FB82EBD}" type="slidenum">
              <a:rPr lang="fr-FR" sz="1400" b="1" smtClean="0"/>
              <a:pPr algn="ctr" rtl="1"/>
              <a:t>6</a:t>
            </a:fld>
            <a:endParaRPr lang="fr-FR" sz="1400" b="1" dirty="0"/>
          </a:p>
        </p:txBody>
      </p:sp>
      <p:grpSp>
        <p:nvGrpSpPr>
          <p:cNvPr id="12" name="Group 1">
            <a:extLst>
              <a:ext uri="{FF2B5EF4-FFF2-40B4-BE49-F238E27FC236}">
                <a16:creationId xmlns="" xmlns:a16="http://schemas.microsoft.com/office/drawing/2014/main" id="{8AF29C44-0C11-49B1-B452-99F762D42D69}"/>
              </a:ext>
            </a:extLst>
          </p:cNvPr>
          <p:cNvGrpSpPr/>
          <p:nvPr/>
        </p:nvGrpSpPr>
        <p:grpSpPr>
          <a:xfrm>
            <a:off x="54439" y="6411059"/>
            <a:ext cx="12083122" cy="217536"/>
            <a:chOff x="-23" y="4553904"/>
            <a:chExt cx="8540061" cy="209747"/>
          </a:xfrm>
        </p:grpSpPr>
        <p:sp>
          <p:nvSpPr>
            <p:cNvPr id="13" name="Rectangle">
              <a:extLst>
                <a:ext uri="{FF2B5EF4-FFF2-40B4-BE49-F238E27FC236}">
                  <a16:creationId xmlns="" xmlns:a16="http://schemas.microsoft.com/office/drawing/2014/main" id="{259AB13F-4EFB-4EE7-985C-066D66F44ABF}"/>
                </a:ext>
              </a:extLst>
            </p:cNvPr>
            <p:cNvSpPr/>
            <p:nvPr userDrawn="1"/>
          </p:nvSpPr>
          <p:spPr>
            <a:xfrm>
              <a:off x="-23" y="4553904"/>
              <a:ext cx="3562151" cy="208265"/>
            </a:xfrm>
            <a:prstGeom prst="rect">
              <a:avLst/>
            </a:prstGeom>
            <a:solidFill>
              <a:srgbClr val="035103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4" name="Rectangle">
              <a:extLst>
                <a:ext uri="{FF2B5EF4-FFF2-40B4-BE49-F238E27FC236}">
                  <a16:creationId xmlns="" xmlns:a16="http://schemas.microsoft.com/office/drawing/2014/main" id="{1398BCC2-D125-43E4-A68E-21B9A8AF3968}"/>
                </a:ext>
              </a:extLst>
            </p:cNvPr>
            <p:cNvSpPr/>
            <p:nvPr userDrawn="1"/>
          </p:nvSpPr>
          <p:spPr>
            <a:xfrm>
              <a:off x="4977887" y="4554973"/>
              <a:ext cx="3562151" cy="208265"/>
            </a:xfrm>
            <a:prstGeom prst="rect">
              <a:avLst/>
            </a:prstGeom>
            <a:solidFill>
              <a:srgbClr val="F1F1F2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5" name="Rectangle">
              <a:extLst>
                <a:ext uri="{FF2B5EF4-FFF2-40B4-BE49-F238E27FC236}">
                  <a16:creationId xmlns="" xmlns:a16="http://schemas.microsoft.com/office/drawing/2014/main" id="{D1A32321-CB60-446B-BD2E-4D4EB6CF0D48}"/>
                </a:ext>
              </a:extLst>
            </p:cNvPr>
            <p:cNvSpPr/>
            <p:nvPr userDrawn="1"/>
          </p:nvSpPr>
          <p:spPr>
            <a:xfrm>
              <a:off x="3023255" y="4555385"/>
              <a:ext cx="2493506" cy="208266"/>
            </a:xfrm>
            <a:prstGeom prst="rect">
              <a:avLst/>
            </a:prstGeom>
            <a:solidFill>
              <a:srgbClr val="BB1C2D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dirty="0"/>
            </a:p>
          </p:txBody>
        </p:sp>
      </p:grpSp>
      <p:grpSp>
        <p:nvGrpSpPr>
          <p:cNvPr id="17" name="Group 2">
            <a:extLst>
              <a:ext uri="{FF2B5EF4-FFF2-40B4-BE49-F238E27FC236}">
                <a16:creationId xmlns="" xmlns:a16="http://schemas.microsoft.com/office/drawing/2014/main" id="{B9FB29B4-31A3-4826-87E9-74100C80C43D}"/>
              </a:ext>
            </a:extLst>
          </p:cNvPr>
          <p:cNvGrpSpPr/>
          <p:nvPr/>
        </p:nvGrpSpPr>
        <p:grpSpPr>
          <a:xfrm>
            <a:off x="8319227" y="1813743"/>
            <a:ext cx="3482253" cy="4288536"/>
            <a:chOff x="4758015" y="1431227"/>
            <a:chExt cx="3482253" cy="4288536"/>
          </a:xfrm>
        </p:grpSpPr>
        <p:sp>
          <p:nvSpPr>
            <p:cNvPr id="18" name="Freeform 23">
              <a:extLst>
                <a:ext uri="{FF2B5EF4-FFF2-40B4-BE49-F238E27FC236}">
                  <a16:creationId xmlns="" xmlns:a16="http://schemas.microsoft.com/office/drawing/2014/main" id="{5A279758-1E6B-49BB-8300-1A325C608E60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6096000" y="1431227"/>
              <a:ext cx="2144268" cy="4288536"/>
            </a:xfrm>
            <a:custGeom>
              <a:avLst/>
              <a:gdLst>
                <a:gd name="T0" fmla="*/ 3305 w 3305"/>
                <a:gd name="T1" fmla="*/ 6611 h 6611"/>
                <a:gd name="T2" fmla="*/ 0 w 3305"/>
                <a:gd name="T3" fmla="*/ 3305 h 6611"/>
                <a:gd name="T4" fmla="*/ 3305 w 3305"/>
                <a:gd name="T5" fmla="*/ 0 h 6611"/>
                <a:gd name="T6" fmla="*/ 3305 w 3305"/>
                <a:gd name="T7" fmla="*/ 496 h 6611"/>
                <a:gd name="T8" fmla="*/ 496 w 3305"/>
                <a:gd name="T9" fmla="*/ 3305 h 6611"/>
                <a:gd name="T10" fmla="*/ 3305 w 3305"/>
                <a:gd name="T11" fmla="*/ 6115 h 6611"/>
                <a:gd name="T12" fmla="*/ 3305 w 3305"/>
                <a:gd name="T13" fmla="*/ 6611 h 66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05" h="6611">
                  <a:moveTo>
                    <a:pt x="3305" y="6611"/>
                  </a:moveTo>
                  <a:cubicBezTo>
                    <a:pt x="1480" y="6611"/>
                    <a:pt x="0" y="5131"/>
                    <a:pt x="0" y="3305"/>
                  </a:cubicBezTo>
                  <a:cubicBezTo>
                    <a:pt x="0" y="1480"/>
                    <a:pt x="1480" y="0"/>
                    <a:pt x="3305" y="0"/>
                  </a:cubicBezTo>
                  <a:lnTo>
                    <a:pt x="3305" y="496"/>
                  </a:lnTo>
                  <a:cubicBezTo>
                    <a:pt x="1754" y="496"/>
                    <a:pt x="496" y="1754"/>
                    <a:pt x="496" y="3305"/>
                  </a:cubicBezTo>
                  <a:cubicBezTo>
                    <a:pt x="496" y="4857"/>
                    <a:pt x="1754" y="6115"/>
                    <a:pt x="3305" y="6115"/>
                  </a:cubicBezTo>
                  <a:lnTo>
                    <a:pt x="3305" y="6611"/>
                  </a:lnTo>
                  <a:close/>
                </a:path>
              </a:pathLst>
            </a:custGeom>
            <a:solidFill>
              <a:srgbClr val="0D95BC"/>
            </a:solidFill>
            <a:ln w="0">
              <a:noFill/>
              <a:prstDash val="solid"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Freeform 21">
              <a:extLst>
                <a:ext uri="{FF2B5EF4-FFF2-40B4-BE49-F238E27FC236}">
                  <a16:creationId xmlns="" xmlns:a16="http://schemas.microsoft.com/office/drawing/2014/main" id="{6897531E-B5CD-46EA-9CEC-CFC0B16BE22D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5024660" y="1508941"/>
              <a:ext cx="3137838" cy="3888865"/>
            </a:xfrm>
            <a:custGeom>
              <a:avLst/>
              <a:gdLst>
                <a:gd name="T0" fmla="*/ 4837 w 4837"/>
                <a:gd name="T1" fmla="*/ 5083 h 5995"/>
                <a:gd name="T2" fmla="*/ 912 w 4837"/>
                <a:gd name="T3" fmla="*/ 4461 h 5995"/>
                <a:gd name="T4" fmla="*/ 1534 w 4837"/>
                <a:gd name="T5" fmla="*/ 536 h 5995"/>
                <a:gd name="T6" fmla="*/ 3185 w 4837"/>
                <a:gd name="T7" fmla="*/ 0 h 5995"/>
                <a:gd name="T8" fmla="*/ 3185 w 4837"/>
                <a:gd name="T9" fmla="*/ 496 h 5995"/>
                <a:gd name="T10" fmla="*/ 872 w 4837"/>
                <a:gd name="T11" fmla="*/ 2809 h 5995"/>
                <a:gd name="T12" fmla="*/ 3185 w 4837"/>
                <a:gd name="T13" fmla="*/ 5123 h 5995"/>
                <a:gd name="T14" fmla="*/ 4546 w 4837"/>
                <a:gd name="T15" fmla="*/ 4682 h 5995"/>
                <a:gd name="T16" fmla="*/ 4837 w 4837"/>
                <a:gd name="T17" fmla="*/ 5083 h 59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37" h="5995">
                  <a:moveTo>
                    <a:pt x="4837" y="5083"/>
                  </a:moveTo>
                  <a:cubicBezTo>
                    <a:pt x="3582" y="5995"/>
                    <a:pt x="1824" y="5716"/>
                    <a:pt x="912" y="4461"/>
                  </a:cubicBezTo>
                  <a:cubicBezTo>
                    <a:pt x="0" y="3206"/>
                    <a:pt x="278" y="1448"/>
                    <a:pt x="1534" y="536"/>
                  </a:cubicBezTo>
                  <a:cubicBezTo>
                    <a:pt x="2014" y="188"/>
                    <a:pt x="2592" y="0"/>
                    <a:pt x="3185" y="0"/>
                  </a:cubicBezTo>
                  <a:lnTo>
                    <a:pt x="3185" y="496"/>
                  </a:lnTo>
                  <a:cubicBezTo>
                    <a:pt x="1908" y="496"/>
                    <a:pt x="872" y="1532"/>
                    <a:pt x="872" y="2809"/>
                  </a:cubicBezTo>
                  <a:cubicBezTo>
                    <a:pt x="872" y="4087"/>
                    <a:pt x="1908" y="5123"/>
                    <a:pt x="3185" y="5123"/>
                  </a:cubicBezTo>
                  <a:cubicBezTo>
                    <a:pt x="3674" y="5123"/>
                    <a:pt x="4150" y="4969"/>
                    <a:pt x="4546" y="4682"/>
                  </a:cubicBezTo>
                  <a:lnTo>
                    <a:pt x="4837" y="5083"/>
                  </a:lnTo>
                  <a:close/>
                </a:path>
              </a:pathLst>
            </a:custGeom>
            <a:solidFill>
              <a:srgbClr val="F36F13"/>
            </a:solidFill>
            <a:ln w="0">
              <a:noFill/>
              <a:prstDash val="solid"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Freeform 19">
              <a:extLst>
                <a:ext uri="{FF2B5EF4-FFF2-40B4-BE49-F238E27FC236}">
                  <a16:creationId xmlns="" xmlns:a16="http://schemas.microsoft.com/office/drawing/2014/main" id="{4D7DBDFA-3B3A-491C-B789-1014EBF4BB39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4758015" y="1862618"/>
              <a:ext cx="3050543" cy="3213230"/>
            </a:xfrm>
            <a:custGeom>
              <a:avLst/>
              <a:gdLst>
                <a:gd name="T0" fmla="*/ 4703 w 4703"/>
                <a:gd name="T1" fmla="*/ 3364 h 4955"/>
                <a:gd name="T2" fmla="*/ 1591 w 4703"/>
                <a:gd name="T3" fmla="*/ 4375 h 4955"/>
                <a:gd name="T4" fmla="*/ 580 w 4703"/>
                <a:gd name="T5" fmla="*/ 1263 h 4955"/>
                <a:gd name="T6" fmla="*/ 2641 w 4703"/>
                <a:gd name="T7" fmla="*/ 0 h 4955"/>
                <a:gd name="T8" fmla="*/ 2641 w 4703"/>
                <a:gd name="T9" fmla="*/ 495 h 4955"/>
                <a:gd name="T10" fmla="*/ 823 w 4703"/>
                <a:gd name="T11" fmla="*/ 2313 h 4955"/>
                <a:gd name="T12" fmla="*/ 2641 w 4703"/>
                <a:gd name="T13" fmla="*/ 4132 h 4955"/>
                <a:gd name="T14" fmla="*/ 4261 w 4703"/>
                <a:gd name="T15" fmla="*/ 3139 h 4955"/>
                <a:gd name="T16" fmla="*/ 4703 w 4703"/>
                <a:gd name="T17" fmla="*/ 3364 h 4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03" h="4955">
                  <a:moveTo>
                    <a:pt x="4703" y="3364"/>
                  </a:moveTo>
                  <a:cubicBezTo>
                    <a:pt x="4123" y="4503"/>
                    <a:pt x="2730" y="4955"/>
                    <a:pt x="1591" y="4375"/>
                  </a:cubicBezTo>
                  <a:cubicBezTo>
                    <a:pt x="452" y="3795"/>
                    <a:pt x="0" y="2402"/>
                    <a:pt x="580" y="1263"/>
                  </a:cubicBezTo>
                  <a:cubicBezTo>
                    <a:pt x="975" y="488"/>
                    <a:pt x="1771" y="0"/>
                    <a:pt x="2641" y="0"/>
                  </a:cubicBezTo>
                  <a:lnTo>
                    <a:pt x="2641" y="495"/>
                  </a:lnTo>
                  <a:cubicBezTo>
                    <a:pt x="1637" y="495"/>
                    <a:pt x="823" y="1309"/>
                    <a:pt x="823" y="2313"/>
                  </a:cubicBezTo>
                  <a:cubicBezTo>
                    <a:pt x="823" y="3318"/>
                    <a:pt x="1637" y="4132"/>
                    <a:pt x="2641" y="4132"/>
                  </a:cubicBezTo>
                  <a:cubicBezTo>
                    <a:pt x="3325" y="4132"/>
                    <a:pt x="3951" y="3748"/>
                    <a:pt x="4261" y="3139"/>
                  </a:cubicBezTo>
                  <a:lnTo>
                    <a:pt x="4703" y="3364"/>
                  </a:lnTo>
                  <a:close/>
                </a:path>
              </a:pathLst>
            </a:custGeom>
            <a:solidFill>
              <a:srgbClr val="00B09B"/>
            </a:solidFill>
            <a:ln w="0">
              <a:noFill/>
              <a:prstDash val="solid"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3" name="Freeform 17">
              <a:extLst>
                <a:ext uri="{FF2B5EF4-FFF2-40B4-BE49-F238E27FC236}">
                  <a16:creationId xmlns="" xmlns:a16="http://schemas.microsoft.com/office/drawing/2014/main" id="{93715EBD-79CA-4C9D-B937-61E4210BB7B5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4915144" y="2395513"/>
              <a:ext cx="2360124" cy="2359964"/>
            </a:xfrm>
            <a:custGeom>
              <a:avLst/>
              <a:gdLst>
                <a:gd name="T0" fmla="*/ 3637 w 3637"/>
                <a:gd name="T1" fmla="*/ 1818 h 3637"/>
                <a:gd name="T2" fmla="*/ 1818 w 3637"/>
                <a:gd name="T3" fmla="*/ 3637 h 3637"/>
                <a:gd name="T4" fmla="*/ 0 w 3637"/>
                <a:gd name="T5" fmla="*/ 1818 h 3637"/>
                <a:gd name="T6" fmla="*/ 1818 w 3637"/>
                <a:gd name="T7" fmla="*/ 0 h 3637"/>
                <a:gd name="T8" fmla="*/ 1818 w 3637"/>
                <a:gd name="T9" fmla="*/ 496 h 3637"/>
                <a:gd name="T10" fmla="*/ 496 w 3637"/>
                <a:gd name="T11" fmla="*/ 1818 h 3637"/>
                <a:gd name="T12" fmla="*/ 1818 w 3637"/>
                <a:gd name="T13" fmla="*/ 3141 h 3637"/>
                <a:gd name="T14" fmla="*/ 3141 w 3637"/>
                <a:gd name="T15" fmla="*/ 1818 h 3637"/>
                <a:gd name="T16" fmla="*/ 3637 w 3637"/>
                <a:gd name="T17" fmla="*/ 1818 h 36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37" h="3637">
                  <a:moveTo>
                    <a:pt x="3637" y="1818"/>
                  </a:moveTo>
                  <a:cubicBezTo>
                    <a:pt x="3637" y="2823"/>
                    <a:pt x="2823" y="3637"/>
                    <a:pt x="1818" y="3637"/>
                  </a:cubicBezTo>
                  <a:cubicBezTo>
                    <a:pt x="814" y="3637"/>
                    <a:pt x="0" y="2823"/>
                    <a:pt x="0" y="1818"/>
                  </a:cubicBezTo>
                  <a:cubicBezTo>
                    <a:pt x="0" y="814"/>
                    <a:pt x="814" y="0"/>
                    <a:pt x="1818" y="0"/>
                  </a:cubicBezTo>
                  <a:lnTo>
                    <a:pt x="1818" y="496"/>
                  </a:lnTo>
                  <a:cubicBezTo>
                    <a:pt x="1088" y="496"/>
                    <a:pt x="496" y="1088"/>
                    <a:pt x="496" y="1818"/>
                  </a:cubicBezTo>
                  <a:cubicBezTo>
                    <a:pt x="496" y="2549"/>
                    <a:pt x="1088" y="3141"/>
                    <a:pt x="1818" y="3141"/>
                  </a:cubicBezTo>
                  <a:cubicBezTo>
                    <a:pt x="2549" y="3141"/>
                    <a:pt x="3141" y="2549"/>
                    <a:pt x="3141" y="1818"/>
                  </a:cubicBezTo>
                  <a:lnTo>
                    <a:pt x="3637" y="1818"/>
                  </a:lnTo>
                  <a:close/>
                </a:path>
              </a:pathLst>
            </a:custGeom>
            <a:solidFill>
              <a:srgbClr val="063951"/>
            </a:solidFill>
            <a:ln w="0">
              <a:noFill/>
              <a:prstDash val="solid"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Freeform: Shape 28">
              <a:extLst>
                <a:ext uri="{FF2B5EF4-FFF2-40B4-BE49-F238E27FC236}">
                  <a16:creationId xmlns="" xmlns:a16="http://schemas.microsoft.com/office/drawing/2014/main" id="{A9CE891A-03C7-48BC-9AD6-58B4BCD1D01A}"/>
                </a:ext>
              </a:extLst>
            </p:cNvPr>
            <p:cNvSpPr/>
            <p:nvPr/>
          </p:nvSpPr>
          <p:spPr>
            <a:xfrm>
              <a:off x="6095531" y="4401958"/>
              <a:ext cx="228267" cy="352891"/>
            </a:xfrm>
            <a:custGeom>
              <a:avLst/>
              <a:gdLst>
                <a:gd name="connsiteX0" fmla="*/ 228267 w 228267"/>
                <a:gd name="connsiteY0" fmla="*/ 0 h 352891"/>
                <a:gd name="connsiteX1" fmla="*/ 228267 w 228267"/>
                <a:gd name="connsiteY1" fmla="*/ 330366 h 352891"/>
                <a:gd name="connsiteX2" fmla="*/ 120538 w 228267"/>
                <a:gd name="connsiteY2" fmla="*/ 346805 h 352891"/>
                <a:gd name="connsiteX3" fmla="*/ 0 w 228267"/>
                <a:gd name="connsiteY3" fmla="*/ 352891 h 352891"/>
                <a:gd name="connsiteX4" fmla="*/ 0 w 228267"/>
                <a:gd name="connsiteY4" fmla="*/ 31677 h 352891"/>
                <a:gd name="connsiteX5" fmla="*/ 172869 w 228267"/>
                <a:gd name="connsiteY5" fmla="*/ 14246 h 352891"/>
                <a:gd name="connsiteX6" fmla="*/ 228267 w 228267"/>
                <a:gd name="connsiteY6" fmla="*/ 0 h 352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8267" h="352891">
                  <a:moveTo>
                    <a:pt x="228267" y="0"/>
                  </a:moveTo>
                  <a:lnTo>
                    <a:pt x="228267" y="330366"/>
                  </a:lnTo>
                  <a:lnTo>
                    <a:pt x="120538" y="346805"/>
                  </a:lnTo>
                  <a:lnTo>
                    <a:pt x="0" y="352891"/>
                  </a:lnTo>
                  <a:lnTo>
                    <a:pt x="0" y="31677"/>
                  </a:lnTo>
                  <a:cubicBezTo>
                    <a:pt x="59214" y="31677"/>
                    <a:pt x="117029" y="25675"/>
                    <a:pt x="172869" y="14246"/>
                  </a:cubicBezTo>
                  <a:lnTo>
                    <a:pt x="228267" y="0"/>
                  </a:lnTo>
                  <a:close/>
                </a:path>
              </a:pathLst>
            </a:custGeom>
            <a:solidFill>
              <a:sysClr val="windowText" lastClr="000000">
                <a:alpha val="30000"/>
              </a:sysClr>
            </a:solidFill>
            <a:ln w="0">
              <a:noFill/>
              <a:prstDash val="solid"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Freeform: Shape 29">
              <a:extLst>
                <a:ext uri="{FF2B5EF4-FFF2-40B4-BE49-F238E27FC236}">
                  <a16:creationId xmlns="" xmlns:a16="http://schemas.microsoft.com/office/drawing/2014/main" id="{BA015D22-B420-4FEE-9470-F26696920A79}"/>
                </a:ext>
              </a:extLst>
            </p:cNvPr>
            <p:cNvSpPr/>
            <p:nvPr/>
          </p:nvSpPr>
          <p:spPr>
            <a:xfrm>
              <a:off x="6095506" y="4732956"/>
              <a:ext cx="228292" cy="342892"/>
            </a:xfrm>
            <a:custGeom>
              <a:avLst/>
              <a:gdLst>
                <a:gd name="connsiteX0" fmla="*/ 228292 w 228292"/>
                <a:gd name="connsiteY0" fmla="*/ 0 h 342892"/>
                <a:gd name="connsiteX1" fmla="*/ 228292 w 228292"/>
                <a:gd name="connsiteY1" fmla="*/ 324039 h 342892"/>
                <a:gd name="connsiteX2" fmla="*/ 193028 w 228292"/>
                <a:gd name="connsiteY2" fmla="*/ 329424 h 342892"/>
                <a:gd name="connsiteX3" fmla="*/ 0 w 228292"/>
                <a:gd name="connsiteY3" fmla="*/ 342892 h 342892"/>
                <a:gd name="connsiteX4" fmla="*/ 0 w 228292"/>
                <a:gd name="connsiteY4" fmla="*/ 21893 h 342892"/>
                <a:gd name="connsiteX5" fmla="*/ 25 w 228292"/>
                <a:gd name="connsiteY5" fmla="*/ 21892 h 342892"/>
                <a:gd name="connsiteX6" fmla="*/ 25 w 228292"/>
                <a:gd name="connsiteY6" fmla="*/ 22521 h 342892"/>
                <a:gd name="connsiteX7" fmla="*/ 120641 w 228292"/>
                <a:gd name="connsiteY7" fmla="*/ 16430 h 342892"/>
                <a:gd name="connsiteX8" fmla="*/ 228292 w 228292"/>
                <a:gd name="connsiteY8" fmla="*/ 0 h 342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8292" h="342892">
                  <a:moveTo>
                    <a:pt x="228292" y="0"/>
                  </a:moveTo>
                  <a:lnTo>
                    <a:pt x="228292" y="324039"/>
                  </a:lnTo>
                  <a:lnTo>
                    <a:pt x="193028" y="329424"/>
                  </a:lnTo>
                  <a:lnTo>
                    <a:pt x="0" y="342892"/>
                  </a:lnTo>
                  <a:lnTo>
                    <a:pt x="0" y="21893"/>
                  </a:lnTo>
                  <a:lnTo>
                    <a:pt x="25" y="21892"/>
                  </a:lnTo>
                  <a:lnTo>
                    <a:pt x="25" y="22521"/>
                  </a:lnTo>
                  <a:cubicBezTo>
                    <a:pt x="40745" y="22521"/>
                    <a:pt x="80983" y="20458"/>
                    <a:pt x="120641" y="16430"/>
                  </a:cubicBezTo>
                  <a:lnTo>
                    <a:pt x="228292" y="0"/>
                  </a:lnTo>
                  <a:close/>
                </a:path>
              </a:pathLst>
            </a:custGeom>
            <a:solidFill>
              <a:sysClr val="windowText" lastClr="000000">
                <a:alpha val="30000"/>
              </a:sysClr>
            </a:solidFill>
            <a:ln w="0">
              <a:noFill/>
              <a:prstDash val="solid"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6" name="Freeform: Shape 30">
              <a:extLst>
                <a:ext uri="{FF2B5EF4-FFF2-40B4-BE49-F238E27FC236}">
                  <a16:creationId xmlns="" xmlns:a16="http://schemas.microsoft.com/office/drawing/2014/main" id="{EED3BF1B-6691-4A7E-B34F-8FE8589C4A97}"/>
                </a:ext>
              </a:extLst>
            </p:cNvPr>
            <p:cNvSpPr/>
            <p:nvPr/>
          </p:nvSpPr>
          <p:spPr>
            <a:xfrm>
              <a:off x="6096339" y="5057180"/>
              <a:ext cx="227459" cy="340627"/>
            </a:xfrm>
            <a:custGeom>
              <a:avLst/>
              <a:gdLst>
                <a:gd name="connsiteX0" fmla="*/ 227459 w 227459"/>
                <a:gd name="connsiteY0" fmla="*/ 0 h 340627"/>
                <a:gd name="connsiteX1" fmla="*/ 227459 w 227459"/>
                <a:gd name="connsiteY1" fmla="*/ 324988 h 340627"/>
                <a:gd name="connsiteX2" fmla="*/ 164029 w 227459"/>
                <a:gd name="connsiteY2" fmla="*/ 332529 h 340627"/>
                <a:gd name="connsiteX3" fmla="*/ 17026 w 227459"/>
                <a:gd name="connsiteY3" fmla="*/ 339954 h 340627"/>
                <a:gd name="connsiteX4" fmla="*/ 0 w 227459"/>
                <a:gd name="connsiteY4" fmla="*/ 340627 h 340627"/>
                <a:gd name="connsiteX5" fmla="*/ 0 w 227459"/>
                <a:gd name="connsiteY5" fmla="*/ 18880 h 340627"/>
                <a:gd name="connsiteX6" fmla="*/ 153369 w 227459"/>
                <a:gd name="connsiteY6" fmla="*/ 11130 h 340627"/>
                <a:gd name="connsiteX7" fmla="*/ 192195 w 227459"/>
                <a:gd name="connsiteY7" fmla="*/ 5201 h 340627"/>
                <a:gd name="connsiteX8" fmla="*/ 208121 w 227459"/>
                <a:gd name="connsiteY8" fmla="*/ 4090 h 340627"/>
                <a:gd name="connsiteX9" fmla="*/ 227459 w 227459"/>
                <a:gd name="connsiteY9" fmla="*/ 0 h 340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7459" h="340627">
                  <a:moveTo>
                    <a:pt x="227459" y="0"/>
                  </a:moveTo>
                  <a:lnTo>
                    <a:pt x="227459" y="324988"/>
                  </a:lnTo>
                  <a:lnTo>
                    <a:pt x="164029" y="332529"/>
                  </a:lnTo>
                  <a:lnTo>
                    <a:pt x="17026" y="339954"/>
                  </a:lnTo>
                  <a:lnTo>
                    <a:pt x="0" y="340627"/>
                  </a:lnTo>
                  <a:lnTo>
                    <a:pt x="0" y="18880"/>
                  </a:lnTo>
                  <a:cubicBezTo>
                    <a:pt x="51776" y="18880"/>
                    <a:pt x="102941" y="16255"/>
                    <a:pt x="153369" y="11130"/>
                  </a:cubicBezTo>
                  <a:lnTo>
                    <a:pt x="192195" y="5201"/>
                  </a:lnTo>
                  <a:lnTo>
                    <a:pt x="208121" y="4090"/>
                  </a:lnTo>
                  <a:lnTo>
                    <a:pt x="227459" y="0"/>
                  </a:lnTo>
                  <a:close/>
                </a:path>
              </a:pathLst>
            </a:custGeom>
            <a:solidFill>
              <a:sysClr val="windowText" lastClr="000000">
                <a:alpha val="30000"/>
              </a:sysClr>
            </a:solidFill>
            <a:ln w="0">
              <a:noFill/>
              <a:prstDash val="solid"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7" name="Freeform: Shape 31">
              <a:extLst>
                <a:ext uri="{FF2B5EF4-FFF2-40B4-BE49-F238E27FC236}">
                  <a16:creationId xmlns="" xmlns:a16="http://schemas.microsoft.com/office/drawing/2014/main" id="{36BF3924-401C-4F53-923B-6D9BCA0084F0}"/>
                </a:ext>
              </a:extLst>
            </p:cNvPr>
            <p:cNvSpPr/>
            <p:nvPr/>
          </p:nvSpPr>
          <p:spPr>
            <a:xfrm>
              <a:off x="6096000" y="5382265"/>
              <a:ext cx="227798" cy="337498"/>
            </a:xfrm>
            <a:custGeom>
              <a:avLst/>
              <a:gdLst>
                <a:gd name="connsiteX0" fmla="*/ 227798 w 227798"/>
                <a:gd name="connsiteY0" fmla="*/ 0 h 337498"/>
                <a:gd name="connsiteX1" fmla="*/ 227798 w 227798"/>
                <a:gd name="connsiteY1" fmla="*/ 325116 h 337498"/>
                <a:gd name="connsiteX2" fmla="*/ 219207 w 227798"/>
                <a:gd name="connsiteY2" fmla="*/ 326427 h 337498"/>
                <a:gd name="connsiteX3" fmla="*/ 0 w 227798"/>
                <a:gd name="connsiteY3" fmla="*/ 337498 h 337498"/>
                <a:gd name="connsiteX4" fmla="*/ 0 w 227798"/>
                <a:gd name="connsiteY4" fmla="*/ 15745 h 337498"/>
                <a:gd name="connsiteX5" fmla="*/ 17365 w 227798"/>
                <a:gd name="connsiteY5" fmla="*/ 14868 h 337498"/>
                <a:gd name="connsiteX6" fmla="*/ 144036 w 227798"/>
                <a:gd name="connsiteY6" fmla="*/ 9860 h 337498"/>
                <a:gd name="connsiteX7" fmla="*/ 164368 w 227798"/>
                <a:gd name="connsiteY7" fmla="*/ 7443 h 337498"/>
                <a:gd name="connsiteX8" fmla="*/ 186297 w 227798"/>
                <a:gd name="connsiteY8" fmla="*/ 6335 h 337498"/>
                <a:gd name="connsiteX9" fmla="*/ 227798 w 227798"/>
                <a:gd name="connsiteY9" fmla="*/ 0 h 337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7798" h="337498">
                  <a:moveTo>
                    <a:pt x="227798" y="0"/>
                  </a:moveTo>
                  <a:lnTo>
                    <a:pt x="227798" y="325116"/>
                  </a:lnTo>
                  <a:lnTo>
                    <a:pt x="219207" y="326427"/>
                  </a:lnTo>
                  <a:cubicBezTo>
                    <a:pt x="147132" y="333748"/>
                    <a:pt x="74003" y="337498"/>
                    <a:pt x="0" y="337498"/>
                  </a:cubicBezTo>
                  <a:lnTo>
                    <a:pt x="0" y="15745"/>
                  </a:lnTo>
                  <a:lnTo>
                    <a:pt x="17365" y="14868"/>
                  </a:lnTo>
                  <a:lnTo>
                    <a:pt x="144036" y="9860"/>
                  </a:lnTo>
                  <a:lnTo>
                    <a:pt x="164368" y="7443"/>
                  </a:lnTo>
                  <a:lnTo>
                    <a:pt x="186297" y="6335"/>
                  </a:lnTo>
                  <a:lnTo>
                    <a:pt x="227798" y="0"/>
                  </a:lnTo>
                  <a:close/>
                </a:path>
              </a:pathLst>
            </a:custGeom>
            <a:solidFill>
              <a:sysClr val="windowText" lastClr="000000">
                <a:alpha val="30000"/>
              </a:sysClr>
            </a:solidFill>
            <a:ln w="0">
              <a:noFill/>
              <a:prstDash val="solid"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8" name="Oval 32">
              <a:extLst>
                <a:ext uri="{FF2B5EF4-FFF2-40B4-BE49-F238E27FC236}">
                  <a16:creationId xmlns="" xmlns:a16="http://schemas.microsoft.com/office/drawing/2014/main" id="{43246E0E-6EDF-4828-9FBE-71643591175E}"/>
                </a:ext>
              </a:extLst>
            </p:cNvPr>
            <p:cNvSpPr/>
            <p:nvPr/>
          </p:nvSpPr>
          <p:spPr>
            <a:xfrm>
              <a:off x="5530717" y="3010459"/>
              <a:ext cx="1130073" cy="1130073"/>
            </a:xfrm>
            <a:prstGeom prst="ellipse">
              <a:avLst/>
            </a:prstGeom>
            <a:solidFill>
              <a:srgbClr val="EBCB38"/>
            </a:solidFill>
            <a:ln w="0">
              <a:noFill/>
              <a:prstDash val="solid"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30" name="Freeform 425">
              <a:extLst>
                <a:ext uri="{FF2B5EF4-FFF2-40B4-BE49-F238E27FC236}">
                  <a16:creationId xmlns="" xmlns:a16="http://schemas.microsoft.com/office/drawing/2014/main" id="{94740DF1-42E3-4681-B7BD-66C7057F21F0}"/>
                </a:ext>
              </a:extLst>
            </p:cNvPr>
            <p:cNvSpPr/>
            <p:nvPr/>
          </p:nvSpPr>
          <p:spPr>
            <a:xfrm>
              <a:off x="5723984" y="3234089"/>
              <a:ext cx="743044" cy="694077"/>
            </a:xfrm>
            <a:custGeom>
              <a:avLst/>
              <a:gdLst>
                <a:gd name="connsiteX0" fmla="*/ 169590 w 540885"/>
                <a:gd name="connsiteY0" fmla="*/ 270443 h 504826"/>
                <a:gd name="connsiteX1" fmla="*/ 181704 w 540885"/>
                <a:gd name="connsiteY1" fmla="*/ 276500 h 504826"/>
                <a:gd name="connsiteX2" fmla="*/ 202269 w 540885"/>
                <a:gd name="connsiteY2" fmla="*/ 290022 h 504826"/>
                <a:gd name="connsiteX3" fmla="*/ 232412 w 540885"/>
                <a:gd name="connsiteY3" fmla="*/ 303544 h 504826"/>
                <a:gd name="connsiteX4" fmla="*/ 270443 w 540885"/>
                <a:gd name="connsiteY4" fmla="*/ 309601 h 504826"/>
                <a:gd name="connsiteX5" fmla="*/ 308473 w 540885"/>
                <a:gd name="connsiteY5" fmla="*/ 303544 h 504826"/>
                <a:gd name="connsiteX6" fmla="*/ 338617 w 540885"/>
                <a:gd name="connsiteY6" fmla="*/ 290022 h 504826"/>
                <a:gd name="connsiteX7" fmla="*/ 359181 w 540885"/>
                <a:gd name="connsiteY7" fmla="*/ 276500 h 504826"/>
                <a:gd name="connsiteX8" fmla="*/ 371295 w 540885"/>
                <a:gd name="connsiteY8" fmla="*/ 270443 h 504826"/>
                <a:gd name="connsiteX9" fmla="*/ 402705 w 540885"/>
                <a:gd name="connsiteY9" fmla="*/ 276077 h 504826"/>
                <a:gd name="connsiteX10" fmla="*/ 426792 w 540885"/>
                <a:gd name="connsiteY10" fmla="*/ 291149 h 504826"/>
                <a:gd name="connsiteX11" fmla="*/ 444258 w 540885"/>
                <a:gd name="connsiteY11" fmla="*/ 313967 h 504826"/>
                <a:gd name="connsiteX12" fmla="*/ 456371 w 540885"/>
                <a:gd name="connsiteY12" fmla="*/ 341434 h 504826"/>
                <a:gd name="connsiteX13" fmla="*/ 463837 w 540885"/>
                <a:gd name="connsiteY13" fmla="*/ 372000 h 504826"/>
                <a:gd name="connsiteX14" fmla="*/ 467781 w 540885"/>
                <a:gd name="connsiteY14" fmla="*/ 402706 h 504826"/>
                <a:gd name="connsiteX15" fmla="*/ 468767 w 540885"/>
                <a:gd name="connsiteY15" fmla="*/ 431863 h 504826"/>
                <a:gd name="connsiteX16" fmla="*/ 448202 w 540885"/>
                <a:gd name="connsiteY16" fmla="*/ 485247 h 504826"/>
                <a:gd name="connsiteX17" fmla="*/ 393550 w 540885"/>
                <a:gd name="connsiteY17" fmla="*/ 504826 h 504826"/>
                <a:gd name="connsiteX18" fmla="*/ 147335 w 540885"/>
                <a:gd name="connsiteY18" fmla="*/ 504826 h 504826"/>
                <a:gd name="connsiteX19" fmla="*/ 92683 w 540885"/>
                <a:gd name="connsiteY19" fmla="*/ 485247 h 504826"/>
                <a:gd name="connsiteX20" fmla="*/ 72118 w 540885"/>
                <a:gd name="connsiteY20" fmla="*/ 431863 h 504826"/>
                <a:gd name="connsiteX21" fmla="*/ 73104 w 540885"/>
                <a:gd name="connsiteY21" fmla="*/ 402706 h 504826"/>
                <a:gd name="connsiteX22" fmla="*/ 77049 w 540885"/>
                <a:gd name="connsiteY22" fmla="*/ 372000 h 504826"/>
                <a:gd name="connsiteX23" fmla="*/ 84514 w 540885"/>
                <a:gd name="connsiteY23" fmla="*/ 341434 h 504826"/>
                <a:gd name="connsiteX24" fmla="*/ 96628 w 540885"/>
                <a:gd name="connsiteY24" fmla="*/ 313967 h 504826"/>
                <a:gd name="connsiteX25" fmla="*/ 114093 w 540885"/>
                <a:gd name="connsiteY25" fmla="*/ 291149 h 504826"/>
                <a:gd name="connsiteX26" fmla="*/ 138180 w 540885"/>
                <a:gd name="connsiteY26" fmla="*/ 276077 h 504826"/>
                <a:gd name="connsiteX27" fmla="*/ 169590 w 540885"/>
                <a:gd name="connsiteY27" fmla="*/ 270443 h 504826"/>
                <a:gd name="connsiteX28" fmla="*/ 505953 w 540885"/>
                <a:gd name="connsiteY28" fmla="*/ 144237 h 504826"/>
                <a:gd name="connsiteX29" fmla="*/ 540885 w 540885"/>
                <a:gd name="connsiteY29" fmla="*/ 243680 h 504826"/>
                <a:gd name="connsiteX30" fmla="*/ 525109 w 540885"/>
                <a:gd name="connsiteY30" fmla="*/ 277063 h 504826"/>
                <a:gd name="connsiteX31" fmla="*/ 486233 w 540885"/>
                <a:gd name="connsiteY31" fmla="*/ 288472 h 504826"/>
                <a:gd name="connsiteX32" fmla="*/ 448484 w 540885"/>
                <a:gd name="connsiteY32" fmla="*/ 288472 h 504826"/>
                <a:gd name="connsiteX33" fmla="*/ 373830 w 540885"/>
                <a:gd name="connsiteY33" fmla="*/ 252413 h 504826"/>
                <a:gd name="connsiteX34" fmla="*/ 396649 w 540885"/>
                <a:gd name="connsiteY34" fmla="*/ 180296 h 504826"/>
                <a:gd name="connsiteX35" fmla="*/ 395240 w 540885"/>
                <a:gd name="connsiteY35" fmla="*/ 161703 h 504826"/>
                <a:gd name="connsiteX36" fmla="*/ 432708 w 540885"/>
                <a:gd name="connsiteY36" fmla="*/ 168182 h 504826"/>
                <a:gd name="connsiteX37" fmla="*/ 466231 w 540885"/>
                <a:gd name="connsiteY37" fmla="*/ 162125 h 504826"/>
                <a:gd name="connsiteX38" fmla="*/ 493698 w 540885"/>
                <a:gd name="connsiteY38" fmla="*/ 150153 h 504826"/>
                <a:gd name="connsiteX39" fmla="*/ 505953 w 540885"/>
                <a:gd name="connsiteY39" fmla="*/ 144237 h 504826"/>
                <a:gd name="connsiteX40" fmla="*/ 34932 w 540885"/>
                <a:gd name="connsiteY40" fmla="*/ 144237 h 504826"/>
                <a:gd name="connsiteX41" fmla="*/ 47187 w 540885"/>
                <a:gd name="connsiteY41" fmla="*/ 150153 h 504826"/>
                <a:gd name="connsiteX42" fmla="*/ 74653 w 540885"/>
                <a:gd name="connsiteY42" fmla="*/ 162125 h 504826"/>
                <a:gd name="connsiteX43" fmla="*/ 108176 w 540885"/>
                <a:gd name="connsiteY43" fmla="*/ 168182 h 504826"/>
                <a:gd name="connsiteX44" fmla="*/ 145644 w 540885"/>
                <a:gd name="connsiteY44" fmla="*/ 161703 h 504826"/>
                <a:gd name="connsiteX45" fmla="*/ 144235 w 540885"/>
                <a:gd name="connsiteY45" fmla="*/ 180296 h 504826"/>
                <a:gd name="connsiteX46" fmla="*/ 167054 w 540885"/>
                <a:gd name="connsiteY46" fmla="*/ 252413 h 504826"/>
                <a:gd name="connsiteX47" fmla="*/ 92401 w 540885"/>
                <a:gd name="connsiteY47" fmla="*/ 288472 h 504826"/>
                <a:gd name="connsiteX48" fmla="*/ 54652 w 540885"/>
                <a:gd name="connsiteY48" fmla="*/ 288472 h 504826"/>
                <a:gd name="connsiteX49" fmla="*/ 15776 w 540885"/>
                <a:gd name="connsiteY49" fmla="*/ 277063 h 504826"/>
                <a:gd name="connsiteX50" fmla="*/ 0 w 540885"/>
                <a:gd name="connsiteY50" fmla="*/ 243680 h 504826"/>
                <a:gd name="connsiteX51" fmla="*/ 34932 w 540885"/>
                <a:gd name="connsiteY51" fmla="*/ 144237 h 504826"/>
                <a:gd name="connsiteX52" fmla="*/ 270442 w 540885"/>
                <a:gd name="connsiteY52" fmla="*/ 72119 h 504826"/>
                <a:gd name="connsiteX53" fmla="*/ 346926 w 540885"/>
                <a:gd name="connsiteY53" fmla="*/ 103811 h 504826"/>
                <a:gd name="connsiteX54" fmla="*/ 378619 w 540885"/>
                <a:gd name="connsiteY54" fmla="*/ 180296 h 504826"/>
                <a:gd name="connsiteX55" fmla="*/ 346926 w 540885"/>
                <a:gd name="connsiteY55" fmla="*/ 256780 h 504826"/>
                <a:gd name="connsiteX56" fmla="*/ 270442 w 540885"/>
                <a:gd name="connsiteY56" fmla="*/ 288472 h 504826"/>
                <a:gd name="connsiteX57" fmla="*/ 193957 w 540885"/>
                <a:gd name="connsiteY57" fmla="*/ 256780 h 504826"/>
                <a:gd name="connsiteX58" fmla="*/ 162265 w 540885"/>
                <a:gd name="connsiteY58" fmla="*/ 180296 h 504826"/>
                <a:gd name="connsiteX59" fmla="*/ 193957 w 540885"/>
                <a:gd name="connsiteY59" fmla="*/ 103811 h 504826"/>
                <a:gd name="connsiteX60" fmla="*/ 270442 w 540885"/>
                <a:gd name="connsiteY60" fmla="*/ 72119 h 504826"/>
                <a:gd name="connsiteX61" fmla="*/ 432707 w 540885"/>
                <a:gd name="connsiteY61" fmla="*/ 0 h 504826"/>
                <a:gd name="connsiteX62" fmla="*/ 483697 w 540885"/>
                <a:gd name="connsiteY62" fmla="*/ 21128 h 504826"/>
                <a:gd name="connsiteX63" fmla="*/ 504825 w 540885"/>
                <a:gd name="connsiteY63" fmla="*/ 72118 h 504826"/>
                <a:gd name="connsiteX64" fmla="*/ 483697 w 540885"/>
                <a:gd name="connsiteY64" fmla="*/ 123108 h 504826"/>
                <a:gd name="connsiteX65" fmla="*/ 432707 w 540885"/>
                <a:gd name="connsiteY65" fmla="*/ 144236 h 504826"/>
                <a:gd name="connsiteX66" fmla="*/ 381717 w 540885"/>
                <a:gd name="connsiteY66" fmla="*/ 123108 h 504826"/>
                <a:gd name="connsiteX67" fmla="*/ 360589 w 540885"/>
                <a:gd name="connsiteY67" fmla="*/ 72118 h 504826"/>
                <a:gd name="connsiteX68" fmla="*/ 381717 w 540885"/>
                <a:gd name="connsiteY68" fmla="*/ 21128 h 504826"/>
                <a:gd name="connsiteX69" fmla="*/ 432707 w 540885"/>
                <a:gd name="connsiteY69" fmla="*/ 0 h 504826"/>
                <a:gd name="connsiteX70" fmla="*/ 108176 w 540885"/>
                <a:gd name="connsiteY70" fmla="*/ 0 h 504826"/>
                <a:gd name="connsiteX71" fmla="*/ 159167 w 540885"/>
                <a:gd name="connsiteY71" fmla="*/ 21128 h 504826"/>
                <a:gd name="connsiteX72" fmla="*/ 180295 w 540885"/>
                <a:gd name="connsiteY72" fmla="*/ 72118 h 504826"/>
                <a:gd name="connsiteX73" fmla="*/ 159167 w 540885"/>
                <a:gd name="connsiteY73" fmla="*/ 123108 h 504826"/>
                <a:gd name="connsiteX74" fmla="*/ 108176 w 540885"/>
                <a:gd name="connsiteY74" fmla="*/ 144236 h 504826"/>
                <a:gd name="connsiteX75" fmla="*/ 57187 w 540885"/>
                <a:gd name="connsiteY75" fmla="*/ 123108 h 504826"/>
                <a:gd name="connsiteX76" fmla="*/ 36059 w 540885"/>
                <a:gd name="connsiteY76" fmla="*/ 72118 h 504826"/>
                <a:gd name="connsiteX77" fmla="*/ 57187 w 540885"/>
                <a:gd name="connsiteY77" fmla="*/ 21128 h 504826"/>
                <a:gd name="connsiteX78" fmla="*/ 108176 w 540885"/>
                <a:gd name="connsiteY78" fmla="*/ 0 h 504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540885" h="504826">
                  <a:moveTo>
                    <a:pt x="169590" y="270443"/>
                  </a:moveTo>
                  <a:cubicBezTo>
                    <a:pt x="171469" y="270443"/>
                    <a:pt x="175506" y="272462"/>
                    <a:pt x="181704" y="276500"/>
                  </a:cubicBezTo>
                  <a:cubicBezTo>
                    <a:pt x="187902" y="280538"/>
                    <a:pt x="194757" y="285045"/>
                    <a:pt x="202269" y="290022"/>
                  </a:cubicBezTo>
                  <a:cubicBezTo>
                    <a:pt x="209781" y="294999"/>
                    <a:pt x="219829" y="299506"/>
                    <a:pt x="232412" y="303544"/>
                  </a:cubicBezTo>
                  <a:cubicBezTo>
                    <a:pt x="244995" y="307582"/>
                    <a:pt x="257673" y="309601"/>
                    <a:pt x="270443" y="309601"/>
                  </a:cubicBezTo>
                  <a:cubicBezTo>
                    <a:pt x="283214" y="309601"/>
                    <a:pt x="295891" y="307582"/>
                    <a:pt x="308473" y="303544"/>
                  </a:cubicBezTo>
                  <a:cubicBezTo>
                    <a:pt x="321057" y="299506"/>
                    <a:pt x="331105" y="294999"/>
                    <a:pt x="338617" y="290022"/>
                  </a:cubicBezTo>
                  <a:cubicBezTo>
                    <a:pt x="346129" y="285045"/>
                    <a:pt x="352983" y="280538"/>
                    <a:pt x="359181" y="276500"/>
                  </a:cubicBezTo>
                  <a:cubicBezTo>
                    <a:pt x="365379" y="272462"/>
                    <a:pt x="369418" y="270443"/>
                    <a:pt x="371295" y="270443"/>
                  </a:cubicBezTo>
                  <a:cubicBezTo>
                    <a:pt x="382751" y="270443"/>
                    <a:pt x="393222" y="272321"/>
                    <a:pt x="402705" y="276077"/>
                  </a:cubicBezTo>
                  <a:cubicBezTo>
                    <a:pt x="412191" y="279833"/>
                    <a:pt x="420218" y="284857"/>
                    <a:pt x="426792" y="291149"/>
                  </a:cubicBezTo>
                  <a:cubicBezTo>
                    <a:pt x="433365" y="297440"/>
                    <a:pt x="439187" y="305046"/>
                    <a:pt x="444258" y="313967"/>
                  </a:cubicBezTo>
                  <a:cubicBezTo>
                    <a:pt x="449329" y="322888"/>
                    <a:pt x="453367" y="332044"/>
                    <a:pt x="456371" y="341434"/>
                  </a:cubicBezTo>
                  <a:cubicBezTo>
                    <a:pt x="459376" y="350824"/>
                    <a:pt x="461865" y="361013"/>
                    <a:pt x="463837" y="372000"/>
                  </a:cubicBezTo>
                  <a:cubicBezTo>
                    <a:pt x="465809" y="382986"/>
                    <a:pt x="467124" y="393222"/>
                    <a:pt x="467781" y="402706"/>
                  </a:cubicBezTo>
                  <a:cubicBezTo>
                    <a:pt x="468438" y="412190"/>
                    <a:pt x="468767" y="421909"/>
                    <a:pt x="468767" y="431863"/>
                  </a:cubicBezTo>
                  <a:cubicBezTo>
                    <a:pt x="468767" y="454400"/>
                    <a:pt x="461912" y="472195"/>
                    <a:pt x="448202" y="485247"/>
                  </a:cubicBezTo>
                  <a:cubicBezTo>
                    <a:pt x="434492" y="498300"/>
                    <a:pt x="416275" y="504826"/>
                    <a:pt x="393550" y="504826"/>
                  </a:cubicBezTo>
                  <a:lnTo>
                    <a:pt x="147335" y="504826"/>
                  </a:lnTo>
                  <a:cubicBezTo>
                    <a:pt x="124611" y="504826"/>
                    <a:pt x="106393" y="498300"/>
                    <a:pt x="92683" y="485247"/>
                  </a:cubicBezTo>
                  <a:cubicBezTo>
                    <a:pt x="78974" y="472195"/>
                    <a:pt x="72118" y="454400"/>
                    <a:pt x="72118" y="431863"/>
                  </a:cubicBezTo>
                  <a:cubicBezTo>
                    <a:pt x="72118" y="421909"/>
                    <a:pt x="72447" y="412190"/>
                    <a:pt x="73104" y="402706"/>
                  </a:cubicBezTo>
                  <a:cubicBezTo>
                    <a:pt x="73761" y="393222"/>
                    <a:pt x="75077" y="382986"/>
                    <a:pt x="77049" y="372000"/>
                  </a:cubicBezTo>
                  <a:cubicBezTo>
                    <a:pt x="79021" y="361013"/>
                    <a:pt x="81510" y="350824"/>
                    <a:pt x="84514" y="341434"/>
                  </a:cubicBezTo>
                  <a:cubicBezTo>
                    <a:pt x="87519" y="332044"/>
                    <a:pt x="91556" y="322888"/>
                    <a:pt x="96628" y="313967"/>
                  </a:cubicBezTo>
                  <a:cubicBezTo>
                    <a:pt x="101698" y="305046"/>
                    <a:pt x="107521" y="297440"/>
                    <a:pt x="114093" y="291149"/>
                  </a:cubicBezTo>
                  <a:cubicBezTo>
                    <a:pt x="120667" y="284857"/>
                    <a:pt x="128696" y="279833"/>
                    <a:pt x="138180" y="276077"/>
                  </a:cubicBezTo>
                  <a:cubicBezTo>
                    <a:pt x="147664" y="272321"/>
                    <a:pt x="158135" y="270443"/>
                    <a:pt x="169590" y="270443"/>
                  </a:cubicBezTo>
                  <a:close/>
                  <a:moveTo>
                    <a:pt x="505953" y="144237"/>
                  </a:moveTo>
                  <a:cubicBezTo>
                    <a:pt x="529241" y="144237"/>
                    <a:pt x="540885" y="177385"/>
                    <a:pt x="540885" y="243680"/>
                  </a:cubicBezTo>
                  <a:cubicBezTo>
                    <a:pt x="540885" y="258329"/>
                    <a:pt x="535626" y="269457"/>
                    <a:pt x="525109" y="277063"/>
                  </a:cubicBezTo>
                  <a:cubicBezTo>
                    <a:pt x="514592" y="284669"/>
                    <a:pt x="501634" y="288472"/>
                    <a:pt x="486233" y="288472"/>
                  </a:cubicBezTo>
                  <a:lnTo>
                    <a:pt x="448484" y="288472"/>
                  </a:lnTo>
                  <a:cubicBezTo>
                    <a:pt x="429140" y="265372"/>
                    <a:pt x="404256" y="253353"/>
                    <a:pt x="373830" y="252413"/>
                  </a:cubicBezTo>
                  <a:cubicBezTo>
                    <a:pt x="389043" y="230440"/>
                    <a:pt x="396649" y="206401"/>
                    <a:pt x="396649" y="180296"/>
                  </a:cubicBezTo>
                  <a:cubicBezTo>
                    <a:pt x="396649" y="174849"/>
                    <a:pt x="396179" y="168652"/>
                    <a:pt x="395240" y="161703"/>
                  </a:cubicBezTo>
                  <a:cubicBezTo>
                    <a:pt x="407636" y="166022"/>
                    <a:pt x="420125" y="168182"/>
                    <a:pt x="432708" y="168182"/>
                  </a:cubicBezTo>
                  <a:cubicBezTo>
                    <a:pt x="443789" y="168182"/>
                    <a:pt x="454964" y="166163"/>
                    <a:pt x="466231" y="162125"/>
                  </a:cubicBezTo>
                  <a:cubicBezTo>
                    <a:pt x="477500" y="158087"/>
                    <a:pt x="486655" y="154097"/>
                    <a:pt x="493698" y="150153"/>
                  </a:cubicBezTo>
                  <a:cubicBezTo>
                    <a:pt x="500742" y="146209"/>
                    <a:pt x="504826" y="144237"/>
                    <a:pt x="505953" y="144237"/>
                  </a:cubicBezTo>
                  <a:close/>
                  <a:moveTo>
                    <a:pt x="34932" y="144237"/>
                  </a:moveTo>
                  <a:cubicBezTo>
                    <a:pt x="36059" y="144237"/>
                    <a:pt x="40144" y="146209"/>
                    <a:pt x="47187" y="150153"/>
                  </a:cubicBezTo>
                  <a:cubicBezTo>
                    <a:pt x="54229" y="154097"/>
                    <a:pt x="63384" y="158087"/>
                    <a:pt x="74653" y="162125"/>
                  </a:cubicBezTo>
                  <a:cubicBezTo>
                    <a:pt x="85921" y="166163"/>
                    <a:pt x="97096" y="168182"/>
                    <a:pt x="108176" y="168182"/>
                  </a:cubicBezTo>
                  <a:cubicBezTo>
                    <a:pt x="120760" y="168182"/>
                    <a:pt x="133249" y="166022"/>
                    <a:pt x="145644" y="161703"/>
                  </a:cubicBezTo>
                  <a:cubicBezTo>
                    <a:pt x="144705" y="168652"/>
                    <a:pt x="144235" y="174849"/>
                    <a:pt x="144235" y="180296"/>
                  </a:cubicBezTo>
                  <a:cubicBezTo>
                    <a:pt x="144235" y="206401"/>
                    <a:pt x="151841" y="230440"/>
                    <a:pt x="167054" y="252413"/>
                  </a:cubicBezTo>
                  <a:cubicBezTo>
                    <a:pt x="136630" y="253353"/>
                    <a:pt x="111745" y="265372"/>
                    <a:pt x="92401" y="288472"/>
                  </a:cubicBezTo>
                  <a:lnTo>
                    <a:pt x="54652" y="288472"/>
                  </a:lnTo>
                  <a:cubicBezTo>
                    <a:pt x="39251" y="288472"/>
                    <a:pt x="26293" y="284669"/>
                    <a:pt x="15776" y="277063"/>
                  </a:cubicBezTo>
                  <a:cubicBezTo>
                    <a:pt x="5259" y="269457"/>
                    <a:pt x="0" y="258329"/>
                    <a:pt x="0" y="243680"/>
                  </a:cubicBezTo>
                  <a:cubicBezTo>
                    <a:pt x="0" y="177385"/>
                    <a:pt x="11644" y="144237"/>
                    <a:pt x="34932" y="144237"/>
                  </a:cubicBezTo>
                  <a:close/>
                  <a:moveTo>
                    <a:pt x="270442" y="72119"/>
                  </a:moveTo>
                  <a:cubicBezTo>
                    <a:pt x="300303" y="72119"/>
                    <a:pt x="325799" y="82683"/>
                    <a:pt x="346926" y="103811"/>
                  </a:cubicBezTo>
                  <a:cubicBezTo>
                    <a:pt x="368054" y="124940"/>
                    <a:pt x="378619" y="150434"/>
                    <a:pt x="378619" y="180296"/>
                  </a:cubicBezTo>
                  <a:cubicBezTo>
                    <a:pt x="378619" y="210157"/>
                    <a:pt x="368054" y="235652"/>
                    <a:pt x="346926" y="256780"/>
                  </a:cubicBezTo>
                  <a:cubicBezTo>
                    <a:pt x="325799" y="277908"/>
                    <a:pt x="300303" y="288472"/>
                    <a:pt x="270442" y="288472"/>
                  </a:cubicBezTo>
                  <a:cubicBezTo>
                    <a:pt x="240580" y="288472"/>
                    <a:pt x="215085" y="277908"/>
                    <a:pt x="193957" y="256780"/>
                  </a:cubicBezTo>
                  <a:cubicBezTo>
                    <a:pt x="172829" y="235652"/>
                    <a:pt x="162265" y="210157"/>
                    <a:pt x="162265" y="180296"/>
                  </a:cubicBezTo>
                  <a:cubicBezTo>
                    <a:pt x="162265" y="150434"/>
                    <a:pt x="172829" y="124940"/>
                    <a:pt x="193957" y="103811"/>
                  </a:cubicBezTo>
                  <a:cubicBezTo>
                    <a:pt x="215085" y="82683"/>
                    <a:pt x="240580" y="72119"/>
                    <a:pt x="270442" y="72119"/>
                  </a:cubicBezTo>
                  <a:close/>
                  <a:moveTo>
                    <a:pt x="432707" y="0"/>
                  </a:moveTo>
                  <a:cubicBezTo>
                    <a:pt x="452615" y="0"/>
                    <a:pt x="469611" y="7043"/>
                    <a:pt x="483697" y="21128"/>
                  </a:cubicBezTo>
                  <a:cubicBezTo>
                    <a:pt x="497783" y="35214"/>
                    <a:pt x="504825" y="52210"/>
                    <a:pt x="504825" y="72118"/>
                  </a:cubicBezTo>
                  <a:cubicBezTo>
                    <a:pt x="504825" y="92025"/>
                    <a:pt x="497783" y="109022"/>
                    <a:pt x="483697" y="123108"/>
                  </a:cubicBezTo>
                  <a:cubicBezTo>
                    <a:pt x="469611" y="137193"/>
                    <a:pt x="452615" y="144236"/>
                    <a:pt x="432707" y="144236"/>
                  </a:cubicBezTo>
                  <a:cubicBezTo>
                    <a:pt x="412800" y="144236"/>
                    <a:pt x="395803" y="137193"/>
                    <a:pt x="381717" y="123108"/>
                  </a:cubicBezTo>
                  <a:cubicBezTo>
                    <a:pt x="367632" y="109022"/>
                    <a:pt x="360589" y="92025"/>
                    <a:pt x="360589" y="72118"/>
                  </a:cubicBezTo>
                  <a:cubicBezTo>
                    <a:pt x="360589" y="52210"/>
                    <a:pt x="367632" y="35214"/>
                    <a:pt x="381717" y="21128"/>
                  </a:cubicBezTo>
                  <a:cubicBezTo>
                    <a:pt x="395803" y="7043"/>
                    <a:pt x="412800" y="0"/>
                    <a:pt x="432707" y="0"/>
                  </a:cubicBezTo>
                  <a:close/>
                  <a:moveTo>
                    <a:pt x="108176" y="0"/>
                  </a:moveTo>
                  <a:cubicBezTo>
                    <a:pt x="128085" y="0"/>
                    <a:pt x="145080" y="7043"/>
                    <a:pt x="159167" y="21128"/>
                  </a:cubicBezTo>
                  <a:cubicBezTo>
                    <a:pt x="173252" y="35214"/>
                    <a:pt x="180295" y="52210"/>
                    <a:pt x="180295" y="72118"/>
                  </a:cubicBezTo>
                  <a:cubicBezTo>
                    <a:pt x="180295" y="92025"/>
                    <a:pt x="173252" y="109022"/>
                    <a:pt x="159167" y="123108"/>
                  </a:cubicBezTo>
                  <a:cubicBezTo>
                    <a:pt x="145080" y="137193"/>
                    <a:pt x="128085" y="144236"/>
                    <a:pt x="108176" y="144236"/>
                  </a:cubicBezTo>
                  <a:cubicBezTo>
                    <a:pt x="88270" y="144236"/>
                    <a:pt x="71272" y="137193"/>
                    <a:pt x="57187" y="123108"/>
                  </a:cubicBezTo>
                  <a:cubicBezTo>
                    <a:pt x="43102" y="109022"/>
                    <a:pt x="36059" y="92025"/>
                    <a:pt x="36059" y="72118"/>
                  </a:cubicBezTo>
                  <a:cubicBezTo>
                    <a:pt x="36059" y="52210"/>
                    <a:pt x="43102" y="35214"/>
                    <a:pt x="57187" y="21128"/>
                  </a:cubicBezTo>
                  <a:cubicBezTo>
                    <a:pt x="71272" y="7043"/>
                    <a:pt x="88270" y="0"/>
                    <a:pt x="108176" y="0"/>
                  </a:cubicBezTo>
                  <a:close/>
                </a:path>
              </a:pathLst>
            </a:custGeom>
            <a:solidFill>
              <a:srgbClr val="EBCB38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1" name="TextBox 34">
            <a:extLst>
              <a:ext uri="{FF2B5EF4-FFF2-40B4-BE49-F238E27FC236}">
                <a16:creationId xmlns="" xmlns:a16="http://schemas.microsoft.com/office/drawing/2014/main" id="{A1B31743-6B49-4EB6-BB27-5165FBB1F389}"/>
              </a:ext>
            </a:extLst>
          </p:cNvPr>
          <p:cNvSpPr txBox="1"/>
          <p:nvPr/>
        </p:nvSpPr>
        <p:spPr>
          <a:xfrm>
            <a:off x="6550915" y="5729773"/>
            <a:ext cx="2937088" cy="400110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DZ" sz="2000" b="1" i="0" u="none" strike="noStrike" kern="0" cap="none" spc="0" normalizeH="0" baseline="0" noProof="0" dirty="0">
                <a:ln>
                  <a:noFill/>
                </a:ln>
                <a:solidFill>
                  <a:srgbClr val="0D95BC"/>
                </a:solidFill>
                <a:effectLst/>
                <a:uLnTx/>
                <a:uFillTx/>
              </a:rPr>
              <a:t>الصعوبة 04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0D95BC"/>
              </a:solidFill>
              <a:effectLst/>
              <a:uLnTx/>
              <a:uFillTx/>
            </a:endParaRPr>
          </a:p>
        </p:txBody>
      </p:sp>
      <p:sp>
        <p:nvSpPr>
          <p:cNvPr id="32" name="TextBox 35">
            <a:extLst>
              <a:ext uri="{FF2B5EF4-FFF2-40B4-BE49-F238E27FC236}">
                <a16:creationId xmlns="" xmlns:a16="http://schemas.microsoft.com/office/drawing/2014/main" id="{54891188-A316-4AAF-AABA-8141366BE932}"/>
              </a:ext>
            </a:extLst>
          </p:cNvPr>
          <p:cNvSpPr txBox="1"/>
          <p:nvPr/>
        </p:nvSpPr>
        <p:spPr>
          <a:xfrm>
            <a:off x="6550915" y="5407490"/>
            <a:ext cx="2937088" cy="400110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DZ" sz="2000" b="1" i="0" u="none" strike="noStrike" kern="0" cap="none" spc="0" normalizeH="0" baseline="0" noProof="0" dirty="0">
                <a:ln>
                  <a:noFill/>
                </a:ln>
                <a:solidFill>
                  <a:srgbClr val="F36F13"/>
                </a:solidFill>
                <a:effectLst/>
                <a:uLnTx/>
                <a:uFillTx/>
              </a:rPr>
              <a:t>الصعوبة 03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F36F13"/>
              </a:solidFill>
              <a:effectLst/>
              <a:uLnTx/>
              <a:uFillTx/>
            </a:endParaRPr>
          </a:p>
        </p:txBody>
      </p:sp>
      <p:sp>
        <p:nvSpPr>
          <p:cNvPr id="33" name="TextBox 36">
            <a:extLst>
              <a:ext uri="{FF2B5EF4-FFF2-40B4-BE49-F238E27FC236}">
                <a16:creationId xmlns="" xmlns:a16="http://schemas.microsoft.com/office/drawing/2014/main" id="{1F47C5CC-E21D-4BA0-8806-7D30880F8267}"/>
              </a:ext>
            </a:extLst>
          </p:cNvPr>
          <p:cNvSpPr txBox="1"/>
          <p:nvPr/>
        </p:nvSpPr>
        <p:spPr>
          <a:xfrm>
            <a:off x="6550915" y="5085206"/>
            <a:ext cx="2937088" cy="400110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DZ" sz="2000" b="1" i="0" u="none" strike="noStrike" kern="0" cap="none" spc="0" normalizeH="0" baseline="0" noProof="0" dirty="0">
                <a:ln>
                  <a:noFill/>
                </a:ln>
                <a:solidFill>
                  <a:srgbClr val="00B09B"/>
                </a:solidFill>
                <a:effectLst/>
                <a:uLnTx/>
                <a:uFillTx/>
              </a:rPr>
              <a:t>الصعوبة 02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00B09B"/>
              </a:solidFill>
              <a:effectLst/>
              <a:uLnTx/>
              <a:uFillTx/>
            </a:endParaRPr>
          </a:p>
        </p:txBody>
      </p:sp>
      <p:sp>
        <p:nvSpPr>
          <p:cNvPr id="34" name="TextBox 37">
            <a:extLst>
              <a:ext uri="{FF2B5EF4-FFF2-40B4-BE49-F238E27FC236}">
                <a16:creationId xmlns="" xmlns:a16="http://schemas.microsoft.com/office/drawing/2014/main" id="{FC1387EC-1669-484B-AE3F-204F721BB8A9}"/>
              </a:ext>
            </a:extLst>
          </p:cNvPr>
          <p:cNvSpPr txBox="1"/>
          <p:nvPr/>
        </p:nvSpPr>
        <p:spPr>
          <a:xfrm>
            <a:off x="6550915" y="4762922"/>
            <a:ext cx="2937088" cy="400110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DZ" sz="2000" b="1" i="0" u="none" strike="noStrike" kern="0" cap="none" spc="0" normalizeH="0" baseline="0" noProof="0" dirty="0">
                <a:ln>
                  <a:noFill/>
                </a:ln>
                <a:solidFill>
                  <a:srgbClr val="063951"/>
                </a:solidFill>
                <a:effectLst/>
                <a:uLnTx/>
                <a:uFillTx/>
              </a:rPr>
              <a:t>الصعوبة 01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063951"/>
              </a:solidFill>
              <a:effectLst/>
              <a:uLnTx/>
              <a:uFillTx/>
            </a:endParaRPr>
          </a:p>
        </p:txBody>
      </p:sp>
      <p:grpSp>
        <p:nvGrpSpPr>
          <p:cNvPr id="35" name="Group 38">
            <a:extLst>
              <a:ext uri="{FF2B5EF4-FFF2-40B4-BE49-F238E27FC236}">
                <a16:creationId xmlns="" xmlns:a16="http://schemas.microsoft.com/office/drawing/2014/main" id="{CC6084E2-E471-481D-9BF8-6C6D4D83A33A}"/>
              </a:ext>
            </a:extLst>
          </p:cNvPr>
          <p:cNvGrpSpPr/>
          <p:nvPr/>
        </p:nvGrpSpPr>
        <p:grpSpPr>
          <a:xfrm>
            <a:off x="625464" y="4979973"/>
            <a:ext cx="4609939" cy="993309"/>
            <a:chOff x="8274023" y="1128993"/>
            <a:chExt cx="2962073" cy="993309"/>
          </a:xfrm>
        </p:grpSpPr>
        <p:sp>
          <p:nvSpPr>
            <p:cNvPr id="36" name="TextBox 39">
              <a:extLst>
                <a:ext uri="{FF2B5EF4-FFF2-40B4-BE49-F238E27FC236}">
                  <a16:creationId xmlns="" xmlns:a16="http://schemas.microsoft.com/office/drawing/2014/main" id="{8E118761-AEC7-49C3-A386-0C82484D83EA}"/>
                </a:ext>
              </a:extLst>
            </p:cNvPr>
            <p:cNvSpPr txBox="1"/>
            <p:nvPr/>
          </p:nvSpPr>
          <p:spPr>
            <a:xfrm>
              <a:off x="8274023" y="1128993"/>
              <a:ext cx="2937088" cy="523220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ar-DZ" sz="2800" b="1" kern="0" dirty="0">
                  <a:solidFill>
                    <a:srgbClr val="063951"/>
                  </a:solidFill>
                </a:rPr>
                <a:t>الصعوبة الاولى</a:t>
              </a:r>
              <a:endParaRPr lang="en-US" sz="2800" b="1" kern="0" dirty="0">
                <a:solidFill>
                  <a:srgbClr val="063951"/>
                </a:solidFill>
              </a:endParaRPr>
            </a:p>
          </p:txBody>
        </p:sp>
        <p:sp>
          <p:nvSpPr>
            <p:cNvPr id="37" name="TextBox 40">
              <a:extLst>
                <a:ext uri="{FF2B5EF4-FFF2-40B4-BE49-F238E27FC236}">
                  <a16:creationId xmlns="" xmlns:a16="http://schemas.microsoft.com/office/drawing/2014/main" id="{D0AFB1DD-0990-493C-89C6-8DD2D2B4A602}"/>
                </a:ext>
              </a:extLst>
            </p:cNvPr>
            <p:cNvSpPr txBox="1"/>
            <p:nvPr/>
          </p:nvSpPr>
          <p:spPr>
            <a:xfrm>
              <a:off x="8306803" y="1568304"/>
              <a:ext cx="2929293" cy="553998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lvl="0" algn="r" rtl="1">
                <a:defRPr/>
              </a:pPr>
              <a:r>
                <a:rPr lang="ar-DZ" sz="3000" b="1" kern="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عدم امتلاك المعرفة</a:t>
              </a:r>
              <a:endParaRPr lang="en-US" sz="3000" b="1" kern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grpSp>
        <p:nvGrpSpPr>
          <p:cNvPr id="38" name="Group 41">
            <a:extLst>
              <a:ext uri="{FF2B5EF4-FFF2-40B4-BE49-F238E27FC236}">
                <a16:creationId xmlns="" xmlns:a16="http://schemas.microsoft.com/office/drawing/2014/main" id="{64C2CD46-4571-4E30-984E-119BB3F48B61}"/>
              </a:ext>
            </a:extLst>
          </p:cNvPr>
          <p:cNvGrpSpPr/>
          <p:nvPr/>
        </p:nvGrpSpPr>
        <p:grpSpPr>
          <a:xfrm>
            <a:off x="54438" y="3829623"/>
            <a:ext cx="5692168" cy="995478"/>
            <a:chOff x="8213258" y="1021766"/>
            <a:chExt cx="2997853" cy="1403495"/>
          </a:xfrm>
        </p:grpSpPr>
        <p:sp>
          <p:nvSpPr>
            <p:cNvPr id="39" name="TextBox 42">
              <a:extLst>
                <a:ext uri="{FF2B5EF4-FFF2-40B4-BE49-F238E27FC236}">
                  <a16:creationId xmlns="" xmlns:a16="http://schemas.microsoft.com/office/drawing/2014/main" id="{6921644D-A2B3-4854-800E-EA469560484C}"/>
                </a:ext>
              </a:extLst>
            </p:cNvPr>
            <p:cNvSpPr txBox="1"/>
            <p:nvPr/>
          </p:nvSpPr>
          <p:spPr>
            <a:xfrm>
              <a:off x="8274023" y="1021766"/>
              <a:ext cx="2937088" cy="737672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ar-DZ" sz="2800" b="1" kern="0" dirty="0">
                  <a:solidFill>
                    <a:srgbClr val="00B09B"/>
                  </a:solidFill>
                </a:rPr>
                <a:t>الصعوبة الثانية</a:t>
              </a:r>
              <a:endParaRPr lang="en-US" sz="2800" b="1" kern="0" dirty="0">
                <a:solidFill>
                  <a:srgbClr val="00B09B"/>
                </a:solidFill>
              </a:endParaRPr>
            </a:p>
          </p:txBody>
        </p:sp>
        <p:sp>
          <p:nvSpPr>
            <p:cNvPr id="40" name="TextBox 43">
              <a:extLst>
                <a:ext uri="{FF2B5EF4-FFF2-40B4-BE49-F238E27FC236}">
                  <a16:creationId xmlns="" xmlns:a16="http://schemas.microsoft.com/office/drawing/2014/main" id="{54F8CDD3-6CC7-4818-B455-D09CCF9DD924}"/>
                </a:ext>
              </a:extLst>
            </p:cNvPr>
            <p:cNvSpPr txBox="1"/>
            <p:nvPr/>
          </p:nvSpPr>
          <p:spPr>
            <a:xfrm>
              <a:off x="8213258" y="1644196"/>
              <a:ext cx="2997853" cy="781065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ar-DZ" sz="3000" b="1" kern="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عدم استيعاب المعارف و المفهوم»</a:t>
              </a:r>
              <a:r>
                <a:rPr lang="en-US" sz="3000" b="1" kern="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 </a:t>
              </a:r>
            </a:p>
          </p:txBody>
        </p:sp>
      </p:grpSp>
      <p:grpSp>
        <p:nvGrpSpPr>
          <p:cNvPr id="41" name="Group 44">
            <a:extLst>
              <a:ext uri="{FF2B5EF4-FFF2-40B4-BE49-F238E27FC236}">
                <a16:creationId xmlns="" xmlns:a16="http://schemas.microsoft.com/office/drawing/2014/main" id="{E29DAC9A-7254-4264-8B97-0951331956C0}"/>
              </a:ext>
            </a:extLst>
          </p:cNvPr>
          <p:cNvGrpSpPr/>
          <p:nvPr/>
        </p:nvGrpSpPr>
        <p:grpSpPr>
          <a:xfrm>
            <a:off x="261257" y="2788217"/>
            <a:ext cx="6192617" cy="998254"/>
            <a:chOff x="8274025" y="1128993"/>
            <a:chExt cx="2937088" cy="998254"/>
          </a:xfrm>
        </p:grpSpPr>
        <p:sp>
          <p:nvSpPr>
            <p:cNvPr id="42" name="TextBox 45">
              <a:extLst>
                <a:ext uri="{FF2B5EF4-FFF2-40B4-BE49-F238E27FC236}">
                  <a16:creationId xmlns="" xmlns:a16="http://schemas.microsoft.com/office/drawing/2014/main" id="{7BD7E6EE-49D8-44C2-AB69-9C9BBFA1BD55}"/>
                </a:ext>
              </a:extLst>
            </p:cNvPr>
            <p:cNvSpPr txBox="1"/>
            <p:nvPr/>
          </p:nvSpPr>
          <p:spPr>
            <a:xfrm>
              <a:off x="8274025" y="1128993"/>
              <a:ext cx="2937088" cy="523220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ar-DZ" sz="2800" b="1" kern="0" dirty="0">
                  <a:solidFill>
                    <a:srgbClr val="F36F13"/>
                  </a:solidFill>
                </a:rPr>
                <a:t>الصعوبة الثالثة</a:t>
              </a:r>
              <a:endParaRPr lang="en-US" sz="2800" b="1" kern="0" dirty="0">
                <a:solidFill>
                  <a:srgbClr val="F36F13"/>
                </a:solidFill>
              </a:endParaRPr>
            </a:p>
          </p:txBody>
        </p:sp>
        <p:sp>
          <p:nvSpPr>
            <p:cNvPr id="43" name="TextBox 46">
              <a:extLst>
                <a:ext uri="{FF2B5EF4-FFF2-40B4-BE49-F238E27FC236}">
                  <a16:creationId xmlns="" xmlns:a16="http://schemas.microsoft.com/office/drawing/2014/main" id="{BEDCCD23-F1A1-4ECC-B369-803B95286286}"/>
                </a:ext>
              </a:extLst>
            </p:cNvPr>
            <p:cNvSpPr txBox="1"/>
            <p:nvPr/>
          </p:nvSpPr>
          <p:spPr>
            <a:xfrm>
              <a:off x="8274025" y="1573249"/>
              <a:ext cx="2929293" cy="553998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ar-DZ" sz="3000" b="1" kern="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عدم القدرة على توظيف المعارف</a:t>
              </a:r>
              <a:endParaRPr lang="en-US" sz="3000" b="1" kern="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grpSp>
        <p:nvGrpSpPr>
          <p:cNvPr id="44" name="Group 47">
            <a:extLst>
              <a:ext uri="{FF2B5EF4-FFF2-40B4-BE49-F238E27FC236}">
                <a16:creationId xmlns="" xmlns:a16="http://schemas.microsoft.com/office/drawing/2014/main" id="{53A9FD24-12FD-4583-8519-4B31A6FBE498}"/>
              </a:ext>
            </a:extLst>
          </p:cNvPr>
          <p:cNvGrpSpPr/>
          <p:nvPr/>
        </p:nvGrpSpPr>
        <p:grpSpPr>
          <a:xfrm>
            <a:off x="968519" y="1670756"/>
            <a:ext cx="6192617" cy="1065169"/>
            <a:chOff x="8274023" y="1128994"/>
            <a:chExt cx="2937088" cy="1065169"/>
          </a:xfrm>
        </p:grpSpPr>
        <p:sp>
          <p:nvSpPr>
            <p:cNvPr id="45" name="TextBox 48">
              <a:extLst>
                <a:ext uri="{FF2B5EF4-FFF2-40B4-BE49-F238E27FC236}">
                  <a16:creationId xmlns="" xmlns:a16="http://schemas.microsoft.com/office/drawing/2014/main" id="{44D8C9F0-C5DF-45C2-9F19-2B1765EEAFEC}"/>
                </a:ext>
              </a:extLst>
            </p:cNvPr>
            <p:cNvSpPr txBox="1"/>
            <p:nvPr/>
          </p:nvSpPr>
          <p:spPr>
            <a:xfrm>
              <a:off x="8274023" y="1128994"/>
              <a:ext cx="2937088" cy="523220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ar-DZ" sz="2800" b="1" kern="0" dirty="0">
                  <a:solidFill>
                    <a:srgbClr val="0D95BC"/>
                  </a:solidFill>
                </a:rPr>
                <a:t>الصعوبة الرابعة</a:t>
              </a:r>
              <a:endParaRPr lang="en-US" sz="2800" b="1" kern="0" dirty="0">
                <a:solidFill>
                  <a:srgbClr val="0D95BC"/>
                </a:solidFill>
              </a:endParaRPr>
            </a:p>
          </p:txBody>
        </p:sp>
        <p:sp>
          <p:nvSpPr>
            <p:cNvPr id="46" name="TextBox 49">
              <a:extLst>
                <a:ext uri="{FF2B5EF4-FFF2-40B4-BE49-F238E27FC236}">
                  <a16:creationId xmlns="" xmlns:a16="http://schemas.microsoft.com/office/drawing/2014/main" id="{515E1BE2-24FD-4C74-B369-B29B7010B0AC}"/>
                </a:ext>
              </a:extLst>
            </p:cNvPr>
            <p:cNvSpPr txBox="1"/>
            <p:nvPr/>
          </p:nvSpPr>
          <p:spPr>
            <a:xfrm>
              <a:off x="8279301" y="1640165"/>
              <a:ext cx="2931810" cy="553998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ar-DZ" sz="3000" b="1" kern="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عوامل نفسية ، صحية و اجتماعية</a:t>
              </a:r>
              <a:endPara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</a:endParaRPr>
            </a:p>
          </p:txBody>
        </p:sp>
      </p:grpSp>
      <p:cxnSp>
        <p:nvCxnSpPr>
          <p:cNvPr id="47" name="Straight Connector 59">
            <a:extLst>
              <a:ext uri="{FF2B5EF4-FFF2-40B4-BE49-F238E27FC236}">
                <a16:creationId xmlns="" xmlns:a16="http://schemas.microsoft.com/office/drawing/2014/main" id="{9E32E51D-E0A9-4DA9-BAC9-18F090B0DBF7}"/>
              </a:ext>
            </a:extLst>
          </p:cNvPr>
          <p:cNvCxnSpPr>
            <a:cxnSpLocks/>
          </p:cNvCxnSpPr>
          <p:nvPr/>
        </p:nvCxnSpPr>
        <p:spPr>
          <a:xfrm>
            <a:off x="7503912" y="1963597"/>
            <a:ext cx="2019977" cy="0"/>
          </a:xfrm>
          <a:prstGeom prst="line">
            <a:avLst/>
          </a:prstGeom>
          <a:noFill/>
          <a:ln w="38100" cap="flat" cmpd="sng" algn="ctr">
            <a:solidFill>
              <a:srgbClr val="0D95BC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8" name="Connector: Elbow 62">
            <a:extLst>
              <a:ext uri="{FF2B5EF4-FFF2-40B4-BE49-F238E27FC236}">
                <a16:creationId xmlns="" xmlns:a16="http://schemas.microsoft.com/office/drawing/2014/main" id="{1BE21E1C-6E97-4BB6-B48B-00E1048E2EA2}"/>
              </a:ext>
            </a:extLst>
          </p:cNvPr>
          <p:cNvCxnSpPr>
            <a:cxnSpLocks/>
            <a:endCxn id="21" idx="0"/>
          </p:cNvCxnSpPr>
          <p:nvPr/>
        </p:nvCxnSpPr>
        <p:spPr>
          <a:xfrm flipV="1">
            <a:off x="6794836" y="2483057"/>
            <a:ext cx="1791036" cy="590225"/>
          </a:xfrm>
          <a:prstGeom prst="bentConnector3">
            <a:avLst>
              <a:gd name="adj1" fmla="val 50000"/>
            </a:avLst>
          </a:prstGeom>
          <a:noFill/>
          <a:ln w="38100" cap="flat" cmpd="sng" algn="ctr">
            <a:solidFill>
              <a:srgbClr val="F36F13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9" name="Connector: Elbow 64">
            <a:extLst>
              <a:ext uri="{FF2B5EF4-FFF2-40B4-BE49-F238E27FC236}">
                <a16:creationId xmlns="" xmlns:a16="http://schemas.microsoft.com/office/drawing/2014/main" id="{B42C9A8E-348E-44E2-9492-46F8DA5D9EC3}"/>
              </a:ext>
            </a:extLst>
          </p:cNvPr>
          <p:cNvCxnSpPr>
            <a:cxnSpLocks/>
            <a:endCxn id="22" idx="0"/>
          </p:cNvCxnSpPr>
          <p:nvPr/>
        </p:nvCxnSpPr>
        <p:spPr>
          <a:xfrm flipV="1">
            <a:off x="6085760" y="3276869"/>
            <a:ext cx="2233467" cy="906098"/>
          </a:xfrm>
          <a:prstGeom prst="bentConnector3">
            <a:avLst>
              <a:gd name="adj1" fmla="val 60235"/>
            </a:avLst>
          </a:prstGeom>
          <a:noFill/>
          <a:ln w="38100" cap="flat" cmpd="sng" algn="ctr">
            <a:solidFill>
              <a:srgbClr val="00B09B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0" name="Connector: Elbow 66">
            <a:extLst>
              <a:ext uri="{FF2B5EF4-FFF2-40B4-BE49-F238E27FC236}">
                <a16:creationId xmlns="" xmlns:a16="http://schemas.microsoft.com/office/drawing/2014/main" id="{E8084581-DE0F-4B8D-9DE2-8FBF7515EFF6}"/>
              </a:ext>
            </a:extLst>
          </p:cNvPr>
          <p:cNvCxnSpPr>
            <a:cxnSpLocks/>
            <a:endCxn id="23" idx="0"/>
          </p:cNvCxnSpPr>
          <p:nvPr/>
        </p:nvCxnSpPr>
        <p:spPr>
          <a:xfrm flipV="1">
            <a:off x="5376684" y="3958335"/>
            <a:ext cx="3099672" cy="1334318"/>
          </a:xfrm>
          <a:prstGeom prst="bentConnector3">
            <a:avLst>
              <a:gd name="adj1" fmla="val 76222"/>
            </a:avLst>
          </a:prstGeom>
          <a:noFill/>
          <a:ln w="38100" cap="flat" cmpd="sng" algn="ctr">
            <a:solidFill>
              <a:srgbClr val="0D95BC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1" name="Shape">
            <a:extLst>
              <a:ext uri="{FF2B5EF4-FFF2-40B4-BE49-F238E27FC236}">
                <a16:creationId xmlns="" xmlns:a16="http://schemas.microsoft.com/office/drawing/2014/main" id="{928C452F-F9EA-47EE-8742-EBEBCDEC1D9D}"/>
              </a:ext>
            </a:extLst>
          </p:cNvPr>
          <p:cNvSpPr/>
          <p:nvPr/>
        </p:nvSpPr>
        <p:spPr>
          <a:xfrm>
            <a:off x="2574439" y="496780"/>
            <a:ext cx="6746584" cy="7845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314"/>
                </a:moveTo>
                <a:lnTo>
                  <a:pt x="0" y="19286"/>
                </a:lnTo>
                <a:cubicBezTo>
                  <a:pt x="0" y="20571"/>
                  <a:pt x="434" y="21600"/>
                  <a:pt x="977" y="21600"/>
                </a:cubicBezTo>
                <a:lnTo>
                  <a:pt x="20623" y="21600"/>
                </a:lnTo>
                <a:cubicBezTo>
                  <a:pt x="21166" y="21600"/>
                  <a:pt x="21600" y="20571"/>
                  <a:pt x="21600" y="19286"/>
                </a:cubicBezTo>
                <a:lnTo>
                  <a:pt x="21600" y="2314"/>
                </a:lnTo>
                <a:cubicBezTo>
                  <a:pt x="21600" y="1029"/>
                  <a:pt x="21166" y="0"/>
                  <a:pt x="20623" y="0"/>
                </a:cubicBezTo>
                <a:lnTo>
                  <a:pt x="977" y="0"/>
                </a:lnTo>
                <a:cubicBezTo>
                  <a:pt x="434" y="0"/>
                  <a:pt x="0" y="1029"/>
                  <a:pt x="0" y="2314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rtl="1"/>
            <a:r>
              <a:rPr lang="ar-DZ" sz="4400" b="1" kern="0" noProof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مصدر الصعوبة</a:t>
            </a:r>
            <a:endParaRPr lang="en-US" sz="4400" b="1" kern="0" noProof="1">
              <a:solidFill>
                <a:schemeClr val="bg1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20738599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4" grpId="0"/>
      <p:bldP spid="5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327;p20">
            <a:extLst>
              <a:ext uri="{FF2B5EF4-FFF2-40B4-BE49-F238E27FC236}">
                <a16:creationId xmlns="" xmlns:a16="http://schemas.microsoft.com/office/drawing/2014/main" id="{78AB83CE-BFB9-412C-8AE6-60D220015A7B}"/>
              </a:ext>
            </a:extLst>
          </p:cNvPr>
          <p:cNvSpPr>
            <a:spLocks/>
          </p:cNvSpPr>
          <p:nvPr/>
        </p:nvSpPr>
        <p:spPr bwMode="auto">
          <a:xfrm>
            <a:off x="497298" y="3351205"/>
            <a:ext cx="1086129" cy="989126"/>
          </a:xfrm>
          <a:custGeom>
            <a:avLst/>
            <a:gdLst>
              <a:gd name="T0" fmla="*/ 2147483646 w 26695"/>
              <a:gd name="T1" fmla="*/ 0 h 24319"/>
              <a:gd name="T2" fmla="*/ 2147483646 w 26695"/>
              <a:gd name="T3" fmla="*/ 2147483646 h 24319"/>
              <a:gd name="T4" fmla="*/ 2147483646 w 26695"/>
              <a:gd name="T5" fmla="*/ 2147483646 h 24319"/>
              <a:gd name="T6" fmla="*/ 2147483646 w 26695"/>
              <a:gd name="T7" fmla="*/ 2147483646 h 24319"/>
              <a:gd name="T8" fmla="*/ 2147483646 w 26695"/>
              <a:gd name="T9" fmla="*/ 2147483646 h 24319"/>
              <a:gd name="T10" fmla="*/ 2147483646 w 26695"/>
              <a:gd name="T11" fmla="*/ 2147483646 h 24319"/>
              <a:gd name="T12" fmla="*/ 2147483646 w 26695"/>
              <a:gd name="T13" fmla="*/ 0 h 2431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6695" h="24319" extrusionOk="0">
                <a:moveTo>
                  <a:pt x="13352" y="0"/>
                </a:moveTo>
                <a:cubicBezTo>
                  <a:pt x="10240" y="0"/>
                  <a:pt x="7127" y="1188"/>
                  <a:pt x="4751" y="3563"/>
                </a:cubicBezTo>
                <a:cubicBezTo>
                  <a:pt x="1" y="8314"/>
                  <a:pt x="1" y="16005"/>
                  <a:pt x="4751" y="20756"/>
                </a:cubicBezTo>
                <a:cubicBezTo>
                  <a:pt x="7127" y="23131"/>
                  <a:pt x="10240" y="24319"/>
                  <a:pt x="13352" y="24319"/>
                </a:cubicBezTo>
                <a:cubicBezTo>
                  <a:pt x="16464" y="24319"/>
                  <a:pt x="19575" y="23131"/>
                  <a:pt x="21944" y="20756"/>
                </a:cubicBezTo>
                <a:cubicBezTo>
                  <a:pt x="26695" y="16005"/>
                  <a:pt x="26695" y="8314"/>
                  <a:pt x="21944" y="3563"/>
                </a:cubicBezTo>
                <a:cubicBezTo>
                  <a:pt x="19575" y="1188"/>
                  <a:pt x="16464" y="0"/>
                  <a:pt x="1335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21900" tIns="121900" rIns="121900" bIns="121900" anchor="ctr"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="" xmlns:a16="http://schemas.microsoft.com/office/drawing/2014/main" id="{2FC8C924-59B3-42D2-AD5E-FB316D6F9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9788" y="6567615"/>
            <a:ext cx="781050" cy="369332"/>
          </a:xfrm>
        </p:spPr>
        <p:txBody>
          <a:bodyPr/>
          <a:lstStyle/>
          <a:p>
            <a:pPr algn="ctr" rtl="1"/>
            <a:fld id="{E01C3548-C254-436B-B7C1-FB6D7FB82EBD}" type="slidenum">
              <a:rPr lang="fr-FR" sz="1400" b="1" smtClean="0"/>
              <a:pPr algn="ctr" rtl="1"/>
              <a:t>7</a:t>
            </a:fld>
            <a:endParaRPr lang="fr-FR" sz="1400" b="1" dirty="0"/>
          </a:p>
        </p:txBody>
      </p:sp>
      <p:grpSp>
        <p:nvGrpSpPr>
          <p:cNvPr id="12" name="Group 1">
            <a:extLst>
              <a:ext uri="{FF2B5EF4-FFF2-40B4-BE49-F238E27FC236}">
                <a16:creationId xmlns="" xmlns:a16="http://schemas.microsoft.com/office/drawing/2014/main" id="{8AF29C44-0C11-49B1-B452-99F762D42D69}"/>
              </a:ext>
            </a:extLst>
          </p:cNvPr>
          <p:cNvGrpSpPr/>
          <p:nvPr/>
        </p:nvGrpSpPr>
        <p:grpSpPr>
          <a:xfrm>
            <a:off x="54439" y="6411059"/>
            <a:ext cx="12083122" cy="217536"/>
            <a:chOff x="-23" y="4553904"/>
            <a:chExt cx="8540061" cy="209747"/>
          </a:xfrm>
        </p:grpSpPr>
        <p:sp>
          <p:nvSpPr>
            <p:cNvPr id="13" name="Rectangle">
              <a:extLst>
                <a:ext uri="{FF2B5EF4-FFF2-40B4-BE49-F238E27FC236}">
                  <a16:creationId xmlns="" xmlns:a16="http://schemas.microsoft.com/office/drawing/2014/main" id="{259AB13F-4EFB-4EE7-985C-066D66F44ABF}"/>
                </a:ext>
              </a:extLst>
            </p:cNvPr>
            <p:cNvSpPr/>
            <p:nvPr userDrawn="1"/>
          </p:nvSpPr>
          <p:spPr>
            <a:xfrm>
              <a:off x="-23" y="4553904"/>
              <a:ext cx="3562151" cy="208265"/>
            </a:xfrm>
            <a:prstGeom prst="rect">
              <a:avLst/>
            </a:prstGeom>
            <a:solidFill>
              <a:srgbClr val="035103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4" name="Rectangle">
              <a:extLst>
                <a:ext uri="{FF2B5EF4-FFF2-40B4-BE49-F238E27FC236}">
                  <a16:creationId xmlns="" xmlns:a16="http://schemas.microsoft.com/office/drawing/2014/main" id="{1398BCC2-D125-43E4-A68E-21B9A8AF3968}"/>
                </a:ext>
              </a:extLst>
            </p:cNvPr>
            <p:cNvSpPr/>
            <p:nvPr userDrawn="1"/>
          </p:nvSpPr>
          <p:spPr>
            <a:xfrm>
              <a:off x="4977887" y="4554973"/>
              <a:ext cx="3562151" cy="208265"/>
            </a:xfrm>
            <a:prstGeom prst="rect">
              <a:avLst/>
            </a:prstGeom>
            <a:solidFill>
              <a:srgbClr val="F1F1F2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5" name="Rectangle">
              <a:extLst>
                <a:ext uri="{FF2B5EF4-FFF2-40B4-BE49-F238E27FC236}">
                  <a16:creationId xmlns="" xmlns:a16="http://schemas.microsoft.com/office/drawing/2014/main" id="{D1A32321-CB60-446B-BD2E-4D4EB6CF0D48}"/>
                </a:ext>
              </a:extLst>
            </p:cNvPr>
            <p:cNvSpPr/>
            <p:nvPr userDrawn="1"/>
          </p:nvSpPr>
          <p:spPr>
            <a:xfrm>
              <a:off x="3023255" y="4555385"/>
              <a:ext cx="2493506" cy="208266"/>
            </a:xfrm>
            <a:prstGeom prst="rect">
              <a:avLst/>
            </a:prstGeom>
            <a:solidFill>
              <a:srgbClr val="BB1C2D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dirty="0"/>
            </a:p>
          </p:txBody>
        </p:sp>
      </p:grpSp>
      <p:pic>
        <p:nvPicPr>
          <p:cNvPr id="2050" name="Picture 2" descr="وزارة التربية الوطنية (الجزائر)">
            <a:extLst>
              <a:ext uri="{FF2B5EF4-FFF2-40B4-BE49-F238E27FC236}">
                <a16:creationId xmlns="" xmlns:a16="http://schemas.microsoft.com/office/drawing/2014/main" id="{543790AA-617C-4119-A8A6-0337EF895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7158" y="0"/>
            <a:ext cx="2093742" cy="17907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="" xmlns:a16="http://schemas.microsoft.com/office/drawing/2014/main" id="{35EE7812-A287-4123-A30B-6A6BB1F1F5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1803" y="316313"/>
            <a:ext cx="2184991" cy="241743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="" xmlns:a16="http://schemas.microsoft.com/office/drawing/2014/main" id="{A30A50FC-220D-4DB5-910B-F444164B39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2167" y="3152437"/>
            <a:ext cx="2184991" cy="2342339"/>
          </a:xfrm>
          <a:prstGeom prst="rect">
            <a:avLst/>
          </a:prstGeom>
        </p:spPr>
      </p:pic>
      <p:grpSp>
        <p:nvGrpSpPr>
          <p:cNvPr id="86" name="Google Shape;300;p20">
            <a:extLst>
              <a:ext uri="{FF2B5EF4-FFF2-40B4-BE49-F238E27FC236}">
                <a16:creationId xmlns="" xmlns:a16="http://schemas.microsoft.com/office/drawing/2014/main" id="{2B692474-BA8C-46EF-9304-F45B13775797}"/>
              </a:ext>
            </a:extLst>
          </p:cNvPr>
          <p:cNvGrpSpPr>
            <a:grpSpLocks/>
          </p:cNvGrpSpPr>
          <p:nvPr/>
        </p:nvGrpSpPr>
        <p:grpSpPr bwMode="auto">
          <a:xfrm>
            <a:off x="246454" y="414188"/>
            <a:ext cx="7081298" cy="2686980"/>
            <a:chOff x="6171600" y="1338277"/>
            <a:chExt cx="1944493" cy="1499444"/>
          </a:xfrm>
        </p:grpSpPr>
        <p:sp>
          <p:nvSpPr>
            <p:cNvPr id="87" name="Google Shape;301;p20">
              <a:extLst>
                <a:ext uri="{FF2B5EF4-FFF2-40B4-BE49-F238E27FC236}">
                  <a16:creationId xmlns="" xmlns:a16="http://schemas.microsoft.com/office/drawing/2014/main" id="{B24B4E46-C5F8-42CA-B145-074D12DE035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34838" y="2583065"/>
              <a:ext cx="444845" cy="254656"/>
            </a:xfrm>
            <a:custGeom>
              <a:avLst/>
              <a:gdLst>
                <a:gd name="T0" fmla="*/ 0 w 20575"/>
                <a:gd name="T1" fmla="*/ 819182289 h 8348"/>
                <a:gd name="T2" fmla="*/ 0 w 20575"/>
                <a:gd name="T3" fmla="*/ 2147483646 h 8348"/>
                <a:gd name="T4" fmla="*/ 2147483646 w 20575"/>
                <a:gd name="T5" fmla="*/ 2147483646 h 8348"/>
                <a:gd name="T6" fmla="*/ 2147483646 w 20575"/>
                <a:gd name="T7" fmla="*/ 819182289 h 8348"/>
                <a:gd name="T8" fmla="*/ 0 w 20575"/>
                <a:gd name="T9" fmla="*/ 819182289 h 83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575" h="8348" extrusionOk="0">
                  <a:moveTo>
                    <a:pt x="0" y="1"/>
                  </a:moveTo>
                  <a:lnTo>
                    <a:pt x="0" y="8347"/>
                  </a:lnTo>
                  <a:lnTo>
                    <a:pt x="16598" y="1608"/>
                  </a:lnTo>
                  <a:lnTo>
                    <a:pt x="20574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69E7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fr-FR" dirty="0"/>
            </a:p>
          </p:txBody>
        </p:sp>
        <p:sp>
          <p:nvSpPr>
            <p:cNvPr id="88" name="Google Shape;302;p20">
              <a:extLst>
                <a:ext uri="{FF2B5EF4-FFF2-40B4-BE49-F238E27FC236}">
                  <a16:creationId xmlns="" xmlns:a16="http://schemas.microsoft.com/office/drawing/2014/main" id="{85415ED7-EC3C-4D1A-9CAF-4A1E59958C08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1600" y="1338277"/>
              <a:ext cx="1944493" cy="1244880"/>
            </a:xfrm>
            <a:custGeom>
              <a:avLst/>
              <a:gdLst>
                <a:gd name="T0" fmla="*/ 0 w 62330"/>
                <a:gd name="T1" fmla="*/ 819179128 h 32969"/>
                <a:gd name="T2" fmla="*/ 0 w 62330"/>
                <a:gd name="T3" fmla="*/ 2147483646 h 32969"/>
                <a:gd name="T4" fmla="*/ 2147483646 w 62330"/>
                <a:gd name="T5" fmla="*/ 2147483646 h 32969"/>
                <a:gd name="T6" fmla="*/ 2147483646 w 62330"/>
                <a:gd name="T7" fmla="*/ 2147483646 h 32969"/>
                <a:gd name="T8" fmla="*/ 2147483646 w 62330"/>
                <a:gd name="T9" fmla="*/ 2147483646 h 32969"/>
                <a:gd name="T10" fmla="*/ 2147483646 w 62330"/>
                <a:gd name="T11" fmla="*/ 819179128 h 32969"/>
                <a:gd name="T12" fmla="*/ 0 w 62330"/>
                <a:gd name="T13" fmla="*/ 819179128 h 329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2330" h="32969" extrusionOk="0">
                  <a:moveTo>
                    <a:pt x="0" y="1"/>
                  </a:moveTo>
                  <a:lnTo>
                    <a:pt x="0" y="29159"/>
                  </a:lnTo>
                  <a:cubicBezTo>
                    <a:pt x="0" y="31254"/>
                    <a:pt x="1703" y="32969"/>
                    <a:pt x="3810" y="32969"/>
                  </a:cubicBezTo>
                  <a:lnTo>
                    <a:pt x="62329" y="32969"/>
                  </a:lnTo>
                  <a:lnTo>
                    <a:pt x="62329" y="3811"/>
                  </a:lnTo>
                  <a:cubicBezTo>
                    <a:pt x="62329" y="1715"/>
                    <a:pt x="60627" y="1"/>
                    <a:pt x="58531" y="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fr-FR"/>
            </a:p>
          </p:txBody>
        </p:sp>
        <p:sp>
          <p:nvSpPr>
            <p:cNvPr id="89" name="Google Shape;303;p20">
              <a:extLst>
                <a:ext uri="{FF2B5EF4-FFF2-40B4-BE49-F238E27FC236}">
                  <a16:creationId xmlns="" xmlns:a16="http://schemas.microsoft.com/office/drawing/2014/main" id="{44961227-7B18-4514-8909-82E5FCA20C1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7537" y="2583065"/>
              <a:ext cx="415188" cy="49083"/>
            </a:xfrm>
            <a:custGeom>
              <a:avLst/>
              <a:gdLst>
                <a:gd name="T0" fmla="*/ 0 w 20575"/>
                <a:gd name="T1" fmla="*/ 819202317 h 1609"/>
                <a:gd name="T2" fmla="*/ 0 w 20575"/>
                <a:gd name="T3" fmla="*/ 2147483646 h 1609"/>
                <a:gd name="T4" fmla="*/ 2147483646 w 20575"/>
                <a:gd name="T5" fmla="*/ 819202317 h 1609"/>
                <a:gd name="T6" fmla="*/ 0 w 20575"/>
                <a:gd name="T7" fmla="*/ 819202317 h 160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575" h="1609" extrusionOk="0">
                  <a:moveTo>
                    <a:pt x="0" y="1"/>
                  </a:moveTo>
                  <a:lnTo>
                    <a:pt x="0" y="1608"/>
                  </a:lnTo>
                  <a:lnTo>
                    <a:pt x="20574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FC9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fr-FR"/>
            </a:p>
          </p:txBody>
        </p:sp>
        <p:sp>
          <p:nvSpPr>
            <p:cNvPr id="93" name="Google Shape;307;p20">
              <a:extLst>
                <a:ext uri="{FF2B5EF4-FFF2-40B4-BE49-F238E27FC236}">
                  <a16:creationId xmlns="" xmlns:a16="http://schemas.microsoft.com/office/drawing/2014/main" id="{1C31ED51-BAEB-40B9-9167-8EF87A2961D3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1600" y="2407306"/>
              <a:ext cx="1901377" cy="175800"/>
            </a:xfrm>
            <a:custGeom>
              <a:avLst/>
              <a:gdLst>
                <a:gd name="T0" fmla="*/ 0 w 62330"/>
                <a:gd name="T1" fmla="*/ 0 h 5763"/>
                <a:gd name="T2" fmla="*/ 0 w 62330"/>
                <a:gd name="T3" fmla="*/ 2147483646 h 5763"/>
                <a:gd name="T4" fmla="*/ 2147483646 w 62330"/>
                <a:gd name="T5" fmla="*/ 2147483646 h 5763"/>
                <a:gd name="T6" fmla="*/ 2147483646 w 62330"/>
                <a:gd name="T7" fmla="*/ 2147483646 h 5763"/>
                <a:gd name="T8" fmla="*/ 2147483646 w 62330"/>
                <a:gd name="T9" fmla="*/ 2147483646 h 5763"/>
                <a:gd name="T10" fmla="*/ 2147483646 w 62330"/>
                <a:gd name="T11" fmla="*/ 2147483646 h 5763"/>
                <a:gd name="T12" fmla="*/ 0 w 62330"/>
                <a:gd name="T13" fmla="*/ 0 h 576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2330" h="5763" extrusionOk="0">
                  <a:moveTo>
                    <a:pt x="0" y="0"/>
                  </a:moveTo>
                  <a:lnTo>
                    <a:pt x="0" y="1953"/>
                  </a:lnTo>
                  <a:cubicBezTo>
                    <a:pt x="0" y="4048"/>
                    <a:pt x="1703" y="5763"/>
                    <a:pt x="3810" y="5763"/>
                  </a:cubicBezTo>
                  <a:lnTo>
                    <a:pt x="62329" y="5763"/>
                  </a:lnTo>
                  <a:lnTo>
                    <a:pt x="62329" y="3810"/>
                  </a:lnTo>
                  <a:lnTo>
                    <a:pt x="3810" y="3810"/>
                  </a:lnTo>
                  <a:cubicBezTo>
                    <a:pt x="1703" y="3810"/>
                    <a:pt x="0" y="2108"/>
                    <a:pt x="0" y="0"/>
                  </a:cubicBezTo>
                  <a:close/>
                </a:path>
              </a:pathLst>
            </a:custGeom>
            <a:solidFill>
              <a:srgbClr val="000000">
                <a:alpha val="3294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fr-FR"/>
            </a:p>
          </p:txBody>
        </p:sp>
        <p:sp>
          <p:nvSpPr>
            <p:cNvPr id="94" name="Google Shape;308;p20">
              <a:extLst>
                <a:ext uri="{FF2B5EF4-FFF2-40B4-BE49-F238E27FC236}">
                  <a16:creationId xmlns="" xmlns:a16="http://schemas.microsoft.com/office/drawing/2014/main" id="{2907757C-D4CD-4E14-982C-E5E1B15CC31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17912" y="2410876"/>
              <a:ext cx="444845" cy="54878"/>
            </a:xfrm>
            <a:custGeom>
              <a:avLst/>
              <a:gdLst>
                <a:gd name="T0" fmla="*/ 2147483646 w 17801"/>
                <a:gd name="T1" fmla="*/ 0 h 1799"/>
                <a:gd name="T2" fmla="*/ 819182108 w 17801"/>
                <a:gd name="T3" fmla="*/ 2147483646 h 1799"/>
                <a:gd name="T4" fmla="*/ 2147483646 w 17801"/>
                <a:gd name="T5" fmla="*/ 2147483646 h 1799"/>
                <a:gd name="T6" fmla="*/ 2147483646 w 17801"/>
                <a:gd name="T7" fmla="*/ 2147483646 h 1799"/>
                <a:gd name="T8" fmla="*/ 2147483646 w 17801"/>
                <a:gd name="T9" fmla="*/ 2147483646 h 1799"/>
                <a:gd name="T10" fmla="*/ 2147483646 w 17801"/>
                <a:gd name="T11" fmla="*/ 0 h 1799"/>
                <a:gd name="T12" fmla="*/ 2147483646 w 17801"/>
                <a:gd name="T13" fmla="*/ 0 h 17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801" h="1799" extrusionOk="0">
                  <a:moveTo>
                    <a:pt x="905" y="0"/>
                  </a:moveTo>
                  <a:cubicBezTo>
                    <a:pt x="405" y="0"/>
                    <a:pt x="1" y="405"/>
                    <a:pt x="1" y="905"/>
                  </a:cubicBezTo>
                  <a:cubicBezTo>
                    <a:pt x="1" y="1393"/>
                    <a:pt x="405" y="1798"/>
                    <a:pt x="905" y="1798"/>
                  </a:cubicBezTo>
                  <a:lnTo>
                    <a:pt x="16896" y="1798"/>
                  </a:lnTo>
                  <a:cubicBezTo>
                    <a:pt x="17396" y="1798"/>
                    <a:pt x="17800" y="1393"/>
                    <a:pt x="17800" y="905"/>
                  </a:cubicBezTo>
                  <a:cubicBezTo>
                    <a:pt x="17800" y="405"/>
                    <a:pt x="17396" y="0"/>
                    <a:pt x="16896" y="0"/>
                  </a:cubicBezTo>
                  <a:lnTo>
                    <a:pt x="905" y="0"/>
                  </a:lnTo>
                  <a:close/>
                </a:path>
              </a:pathLst>
            </a:custGeom>
            <a:solidFill>
              <a:srgbClr val="69E7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fr-FR"/>
            </a:p>
          </p:txBody>
        </p:sp>
        <p:sp>
          <p:nvSpPr>
            <p:cNvPr id="96" name="Google Shape;310;p20">
              <a:extLst>
                <a:ext uri="{FF2B5EF4-FFF2-40B4-BE49-F238E27FC236}">
                  <a16:creationId xmlns="" xmlns:a16="http://schemas.microsoft.com/office/drawing/2014/main" id="{8EC69005-525D-4DAF-8EF5-DB8562698E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18639" y="1716142"/>
              <a:ext cx="1807891" cy="365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>
              <a:lvl1pPr>
                <a:defRPr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defRPr>
              </a:lvl1pPr>
              <a:lvl2pPr marL="742950" indent="-285750">
                <a:defRPr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defRPr>
              </a:lvl2pPr>
              <a:lvl3pPr marL="1143000" indent="-228600">
                <a:defRPr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defRPr>
              </a:lvl3pPr>
              <a:lvl4pPr marL="1600200" indent="-228600">
                <a:defRPr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defRPr>
              </a:lvl4pPr>
              <a:lvl5pPr marL="2057400" indent="-228600">
                <a:defRPr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Calibri" panose="020F0502020204030204" pitchFamily="34" charset="0"/>
                </a:defRPr>
              </a:lvl9pPr>
            </a:lstStyle>
            <a:p>
              <a:pPr algn="r"/>
              <a:endParaRPr lang="ar-SA" altLang="ar-SA" sz="2200" dirty="0">
                <a:solidFill>
                  <a:srgbClr val="434343"/>
                </a:solidFill>
                <a:latin typeface="Fira Sans Extra Condensed Mediu" charset="0"/>
                <a:cs typeface="Fira Sans Extra Condensed Mediu" charset="0"/>
                <a:sym typeface="Fira Sans Extra Condensed Mediu" charset="0"/>
              </a:endParaRPr>
            </a:p>
          </p:txBody>
        </p:sp>
      </p:grpSp>
      <p:sp>
        <p:nvSpPr>
          <p:cNvPr id="106" name="ZoneTexte 105">
            <a:extLst>
              <a:ext uri="{FF2B5EF4-FFF2-40B4-BE49-F238E27FC236}">
                <a16:creationId xmlns="" xmlns:a16="http://schemas.microsoft.com/office/drawing/2014/main" id="{913AF1FE-64D7-45D8-9AB1-E5EF716F9B6D}"/>
              </a:ext>
            </a:extLst>
          </p:cNvPr>
          <p:cNvSpPr txBox="1"/>
          <p:nvPr/>
        </p:nvSpPr>
        <p:spPr>
          <a:xfrm>
            <a:off x="1750729" y="892930"/>
            <a:ext cx="47609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rtl="1">
              <a:defRPr/>
            </a:pPr>
            <a:r>
              <a:rPr lang="ar-DZ" sz="60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عناصر المعالجة</a:t>
            </a:r>
          </a:p>
        </p:txBody>
      </p:sp>
    </p:spTree>
    <p:extLst>
      <p:ext uri="{BB962C8B-B14F-4D97-AF65-F5344CB8AC3E}">
        <p14:creationId xmlns:p14="http://schemas.microsoft.com/office/powerpoint/2010/main" val="2036435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="" xmlns:a16="http://schemas.microsoft.com/office/drawing/2014/main" id="{2FC8C924-59B3-42D2-AD5E-FB316D6F9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9788" y="6567615"/>
            <a:ext cx="781050" cy="369332"/>
          </a:xfrm>
        </p:spPr>
        <p:txBody>
          <a:bodyPr/>
          <a:lstStyle/>
          <a:p>
            <a:pPr algn="ctr" rtl="1"/>
            <a:fld id="{E01C3548-C254-436B-B7C1-FB6D7FB82EBD}" type="slidenum">
              <a:rPr lang="fr-FR" sz="1400" b="1" smtClean="0"/>
              <a:pPr algn="ctr" rtl="1"/>
              <a:t>8</a:t>
            </a:fld>
            <a:endParaRPr lang="fr-FR" sz="1400" b="1" dirty="0"/>
          </a:p>
        </p:txBody>
      </p:sp>
      <p:grpSp>
        <p:nvGrpSpPr>
          <p:cNvPr id="12" name="Group 1">
            <a:extLst>
              <a:ext uri="{FF2B5EF4-FFF2-40B4-BE49-F238E27FC236}">
                <a16:creationId xmlns="" xmlns:a16="http://schemas.microsoft.com/office/drawing/2014/main" id="{8AF29C44-0C11-49B1-B452-99F762D42D69}"/>
              </a:ext>
            </a:extLst>
          </p:cNvPr>
          <p:cNvGrpSpPr/>
          <p:nvPr/>
        </p:nvGrpSpPr>
        <p:grpSpPr>
          <a:xfrm>
            <a:off x="54439" y="6411059"/>
            <a:ext cx="12083122" cy="217536"/>
            <a:chOff x="-23" y="4553904"/>
            <a:chExt cx="8540061" cy="209747"/>
          </a:xfrm>
        </p:grpSpPr>
        <p:sp>
          <p:nvSpPr>
            <p:cNvPr id="13" name="Rectangle">
              <a:extLst>
                <a:ext uri="{FF2B5EF4-FFF2-40B4-BE49-F238E27FC236}">
                  <a16:creationId xmlns="" xmlns:a16="http://schemas.microsoft.com/office/drawing/2014/main" id="{259AB13F-4EFB-4EE7-985C-066D66F44ABF}"/>
                </a:ext>
              </a:extLst>
            </p:cNvPr>
            <p:cNvSpPr/>
            <p:nvPr userDrawn="1"/>
          </p:nvSpPr>
          <p:spPr>
            <a:xfrm>
              <a:off x="-23" y="4553904"/>
              <a:ext cx="3562151" cy="208265"/>
            </a:xfrm>
            <a:prstGeom prst="rect">
              <a:avLst/>
            </a:prstGeom>
            <a:solidFill>
              <a:srgbClr val="035103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4" name="Rectangle">
              <a:extLst>
                <a:ext uri="{FF2B5EF4-FFF2-40B4-BE49-F238E27FC236}">
                  <a16:creationId xmlns="" xmlns:a16="http://schemas.microsoft.com/office/drawing/2014/main" id="{1398BCC2-D125-43E4-A68E-21B9A8AF3968}"/>
                </a:ext>
              </a:extLst>
            </p:cNvPr>
            <p:cNvSpPr/>
            <p:nvPr userDrawn="1"/>
          </p:nvSpPr>
          <p:spPr>
            <a:xfrm>
              <a:off x="4977887" y="4554973"/>
              <a:ext cx="3562151" cy="208265"/>
            </a:xfrm>
            <a:prstGeom prst="rect">
              <a:avLst/>
            </a:prstGeom>
            <a:solidFill>
              <a:srgbClr val="F1F1F2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5" name="Rectangle">
              <a:extLst>
                <a:ext uri="{FF2B5EF4-FFF2-40B4-BE49-F238E27FC236}">
                  <a16:creationId xmlns="" xmlns:a16="http://schemas.microsoft.com/office/drawing/2014/main" id="{D1A32321-CB60-446B-BD2E-4D4EB6CF0D48}"/>
                </a:ext>
              </a:extLst>
            </p:cNvPr>
            <p:cNvSpPr/>
            <p:nvPr userDrawn="1"/>
          </p:nvSpPr>
          <p:spPr>
            <a:xfrm>
              <a:off x="3023255" y="4555385"/>
              <a:ext cx="2493506" cy="208266"/>
            </a:xfrm>
            <a:prstGeom prst="rect">
              <a:avLst/>
            </a:prstGeom>
            <a:solidFill>
              <a:srgbClr val="BB1C2D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dirty="0"/>
            </a:p>
          </p:txBody>
        </p:sp>
      </p:grpSp>
      <p:sp>
        <p:nvSpPr>
          <p:cNvPr id="17" name="Shape">
            <a:extLst>
              <a:ext uri="{FF2B5EF4-FFF2-40B4-BE49-F238E27FC236}">
                <a16:creationId xmlns="" xmlns:a16="http://schemas.microsoft.com/office/drawing/2014/main" id="{928C452F-F9EA-47EE-8742-EBEBCDEC1D9D}"/>
              </a:ext>
            </a:extLst>
          </p:cNvPr>
          <p:cNvSpPr/>
          <p:nvPr/>
        </p:nvSpPr>
        <p:spPr>
          <a:xfrm>
            <a:off x="2958403" y="974528"/>
            <a:ext cx="6746584" cy="1692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314"/>
                </a:moveTo>
                <a:lnTo>
                  <a:pt x="0" y="19286"/>
                </a:lnTo>
                <a:cubicBezTo>
                  <a:pt x="0" y="20571"/>
                  <a:pt x="434" y="21600"/>
                  <a:pt x="977" y="21600"/>
                </a:cubicBezTo>
                <a:lnTo>
                  <a:pt x="20623" y="21600"/>
                </a:lnTo>
                <a:cubicBezTo>
                  <a:pt x="21166" y="21600"/>
                  <a:pt x="21600" y="20571"/>
                  <a:pt x="21600" y="19286"/>
                </a:cubicBezTo>
                <a:lnTo>
                  <a:pt x="21600" y="2314"/>
                </a:lnTo>
                <a:cubicBezTo>
                  <a:pt x="21600" y="1029"/>
                  <a:pt x="21166" y="0"/>
                  <a:pt x="20623" y="0"/>
                </a:cubicBezTo>
                <a:lnTo>
                  <a:pt x="977" y="0"/>
                </a:lnTo>
                <a:cubicBezTo>
                  <a:pt x="434" y="0"/>
                  <a:pt x="0" y="1029"/>
                  <a:pt x="0" y="2314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" name="Shape">
            <a:extLst>
              <a:ext uri="{FF2B5EF4-FFF2-40B4-BE49-F238E27FC236}">
                <a16:creationId xmlns="" xmlns:a16="http://schemas.microsoft.com/office/drawing/2014/main" id="{CABFF6AA-6C65-4E9E-A8DC-5DAE4D8AC0B5}"/>
              </a:ext>
            </a:extLst>
          </p:cNvPr>
          <p:cNvSpPr/>
          <p:nvPr/>
        </p:nvSpPr>
        <p:spPr>
          <a:xfrm>
            <a:off x="443145" y="3613754"/>
            <a:ext cx="2304000" cy="24885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88" y="0"/>
                </a:moveTo>
                <a:lnTo>
                  <a:pt x="2312" y="0"/>
                </a:lnTo>
                <a:cubicBezTo>
                  <a:pt x="1028" y="0"/>
                  <a:pt x="0" y="804"/>
                  <a:pt x="0" y="1809"/>
                </a:cubicBezTo>
                <a:lnTo>
                  <a:pt x="0" y="19791"/>
                </a:lnTo>
                <a:cubicBezTo>
                  <a:pt x="0" y="20796"/>
                  <a:pt x="1028" y="21600"/>
                  <a:pt x="2312" y="21600"/>
                </a:cubicBezTo>
                <a:lnTo>
                  <a:pt x="19288" y="21600"/>
                </a:lnTo>
                <a:cubicBezTo>
                  <a:pt x="20572" y="21600"/>
                  <a:pt x="21600" y="20796"/>
                  <a:pt x="21600" y="19791"/>
                </a:cubicBezTo>
                <a:lnTo>
                  <a:pt x="21600" y="1809"/>
                </a:lnTo>
                <a:cubicBezTo>
                  <a:pt x="21600" y="804"/>
                  <a:pt x="20572" y="0"/>
                  <a:pt x="19288" y="0"/>
                </a:cubicBezTo>
                <a:close/>
              </a:path>
            </a:pathLst>
          </a:custGeom>
          <a:solidFill>
            <a:schemeClr val="tx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21" name="Shape">
            <a:extLst>
              <a:ext uri="{FF2B5EF4-FFF2-40B4-BE49-F238E27FC236}">
                <a16:creationId xmlns="" xmlns:a16="http://schemas.microsoft.com/office/drawing/2014/main" id="{F6941E36-15FB-4BCA-A273-3FE1B01E0396}"/>
              </a:ext>
            </a:extLst>
          </p:cNvPr>
          <p:cNvSpPr/>
          <p:nvPr/>
        </p:nvSpPr>
        <p:spPr>
          <a:xfrm>
            <a:off x="2917033" y="3613754"/>
            <a:ext cx="2196000" cy="24885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88" y="0"/>
                </a:moveTo>
                <a:lnTo>
                  <a:pt x="2312" y="0"/>
                </a:lnTo>
                <a:cubicBezTo>
                  <a:pt x="1028" y="0"/>
                  <a:pt x="0" y="804"/>
                  <a:pt x="0" y="1809"/>
                </a:cubicBezTo>
                <a:lnTo>
                  <a:pt x="0" y="19791"/>
                </a:lnTo>
                <a:cubicBezTo>
                  <a:pt x="0" y="20796"/>
                  <a:pt x="1028" y="21600"/>
                  <a:pt x="2312" y="21600"/>
                </a:cubicBezTo>
                <a:lnTo>
                  <a:pt x="19288" y="21600"/>
                </a:lnTo>
                <a:cubicBezTo>
                  <a:pt x="20572" y="21600"/>
                  <a:pt x="21600" y="20796"/>
                  <a:pt x="21600" y="19791"/>
                </a:cubicBezTo>
                <a:lnTo>
                  <a:pt x="21600" y="1809"/>
                </a:lnTo>
                <a:cubicBezTo>
                  <a:pt x="21600" y="804"/>
                  <a:pt x="20572" y="0"/>
                  <a:pt x="19288" y="0"/>
                </a:cubicBezTo>
                <a:close/>
              </a:path>
            </a:pathLst>
          </a:custGeom>
          <a:solidFill>
            <a:schemeClr val="tx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" name="Shape">
            <a:extLst>
              <a:ext uri="{FF2B5EF4-FFF2-40B4-BE49-F238E27FC236}">
                <a16:creationId xmlns="" xmlns:a16="http://schemas.microsoft.com/office/drawing/2014/main" id="{B072E501-6E05-4D73-A28B-EF791D8231E2}"/>
              </a:ext>
            </a:extLst>
          </p:cNvPr>
          <p:cNvSpPr/>
          <p:nvPr/>
        </p:nvSpPr>
        <p:spPr>
          <a:xfrm>
            <a:off x="7603701" y="3613754"/>
            <a:ext cx="2232000" cy="24885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88" y="0"/>
                </a:moveTo>
                <a:lnTo>
                  <a:pt x="2312" y="0"/>
                </a:lnTo>
                <a:cubicBezTo>
                  <a:pt x="1028" y="0"/>
                  <a:pt x="0" y="804"/>
                  <a:pt x="0" y="1809"/>
                </a:cubicBezTo>
                <a:lnTo>
                  <a:pt x="0" y="19791"/>
                </a:lnTo>
                <a:cubicBezTo>
                  <a:pt x="0" y="20796"/>
                  <a:pt x="1028" y="21600"/>
                  <a:pt x="2312" y="21600"/>
                </a:cubicBezTo>
                <a:lnTo>
                  <a:pt x="19288" y="21600"/>
                </a:lnTo>
                <a:cubicBezTo>
                  <a:pt x="20572" y="21600"/>
                  <a:pt x="21600" y="20796"/>
                  <a:pt x="21600" y="19791"/>
                </a:cubicBezTo>
                <a:lnTo>
                  <a:pt x="21600" y="1809"/>
                </a:lnTo>
                <a:cubicBezTo>
                  <a:pt x="21600" y="804"/>
                  <a:pt x="20553" y="0"/>
                  <a:pt x="19288" y="0"/>
                </a:cubicBezTo>
                <a:close/>
              </a:path>
            </a:pathLst>
          </a:custGeom>
          <a:solidFill>
            <a:schemeClr val="tx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23" name="Shape">
            <a:extLst>
              <a:ext uri="{FF2B5EF4-FFF2-40B4-BE49-F238E27FC236}">
                <a16:creationId xmlns="" xmlns:a16="http://schemas.microsoft.com/office/drawing/2014/main" id="{B54C09E2-89C4-4DD4-9046-C2B510A82B21}"/>
              </a:ext>
            </a:extLst>
          </p:cNvPr>
          <p:cNvSpPr/>
          <p:nvPr/>
        </p:nvSpPr>
        <p:spPr>
          <a:xfrm>
            <a:off x="10044898" y="3619614"/>
            <a:ext cx="2052000" cy="24885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88" y="0"/>
                </a:moveTo>
                <a:lnTo>
                  <a:pt x="2312" y="0"/>
                </a:lnTo>
                <a:cubicBezTo>
                  <a:pt x="1028" y="0"/>
                  <a:pt x="0" y="804"/>
                  <a:pt x="0" y="1809"/>
                </a:cubicBezTo>
                <a:lnTo>
                  <a:pt x="0" y="19791"/>
                </a:lnTo>
                <a:cubicBezTo>
                  <a:pt x="0" y="20796"/>
                  <a:pt x="1028" y="21600"/>
                  <a:pt x="2312" y="21600"/>
                </a:cubicBezTo>
                <a:lnTo>
                  <a:pt x="19288" y="21600"/>
                </a:lnTo>
                <a:cubicBezTo>
                  <a:pt x="20572" y="21600"/>
                  <a:pt x="21600" y="20796"/>
                  <a:pt x="21600" y="19791"/>
                </a:cubicBezTo>
                <a:lnTo>
                  <a:pt x="21600" y="1809"/>
                </a:lnTo>
                <a:cubicBezTo>
                  <a:pt x="21600" y="804"/>
                  <a:pt x="20553" y="0"/>
                  <a:pt x="19288" y="0"/>
                </a:cubicBezTo>
                <a:close/>
              </a:path>
            </a:pathLst>
          </a:custGeom>
          <a:solidFill>
            <a:schemeClr val="tx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 b="1" dirty="0"/>
          </a:p>
        </p:txBody>
      </p:sp>
      <p:sp>
        <p:nvSpPr>
          <p:cNvPr id="24" name="Shape">
            <a:extLst>
              <a:ext uri="{FF2B5EF4-FFF2-40B4-BE49-F238E27FC236}">
                <a16:creationId xmlns="" xmlns:a16="http://schemas.microsoft.com/office/drawing/2014/main" id="{1F07159E-DE6E-4E7E-89EA-8E1D95CCE51F}"/>
              </a:ext>
            </a:extLst>
          </p:cNvPr>
          <p:cNvSpPr/>
          <p:nvPr/>
        </p:nvSpPr>
        <p:spPr>
          <a:xfrm>
            <a:off x="699715" y="3043720"/>
            <a:ext cx="1501669" cy="30585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574" y="4038"/>
                </a:moveTo>
                <a:lnTo>
                  <a:pt x="0" y="4038"/>
                </a:lnTo>
                <a:lnTo>
                  <a:pt x="0" y="1271"/>
                </a:lnTo>
                <a:cubicBezTo>
                  <a:pt x="0" y="566"/>
                  <a:pt x="1153" y="0"/>
                  <a:pt x="2588" y="0"/>
                </a:cubicBezTo>
                <a:lnTo>
                  <a:pt x="19012" y="0"/>
                </a:lnTo>
                <a:cubicBezTo>
                  <a:pt x="20447" y="0"/>
                  <a:pt x="21600" y="566"/>
                  <a:pt x="21600" y="1271"/>
                </a:cubicBezTo>
                <a:lnTo>
                  <a:pt x="21600" y="4038"/>
                </a:lnTo>
                <a:close/>
                <a:moveTo>
                  <a:pt x="21574" y="21600"/>
                </a:moveTo>
                <a:cubicBezTo>
                  <a:pt x="21574" y="21084"/>
                  <a:pt x="20729" y="20669"/>
                  <a:pt x="19678" y="20669"/>
                </a:cubicBezTo>
                <a:lnTo>
                  <a:pt x="1896" y="20669"/>
                </a:lnTo>
                <a:cubicBezTo>
                  <a:pt x="846" y="20669"/>
                  <a:pt x="0" y="21084"/>
                  <a:pt x="0" y="21600"/>
                </a:cubicBezTo>
                <a:lnTo>
                  <a:pt x="0" y="21600"/>
                </a:lnTo>
                <a:lnTo>
                  <a:pt x="21574" y="21600"/>
                </a:lnTo>
                <a:lnTo>
                  <a:pt x="21574" y="21600"/>
                </a:ln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25" name="Shape">
            <a:extLst>
              <a:ext uri="{FF2B5EF4-FFF2-40B4-BE49-F238E27FC236}">
                <a16:creationId xmlns="" xmlns:a16="http://schemas.microsoft.com/office/drawing/2014/main" id="{F7B0AF32-C97A-4F6C-93E0-1AC0028AF500}"/>
              </a:ext>
            </a:extLst>
          </p:cNvPr>
          <p:cNvSpPr/>
          <p:nvPr/>
        </p:nvSpPr>
        <p:spPr>
          <a:xfrm>
            <a:off x="3308157" y="3043720"/>
            <a:ext cx="1501669" cy="30585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574" y="4038"/>
                </a:moveTo>
                <a:lnTo>
                  <a:pt x="0" y="4038"/>
                </a:lnTo>
                <a:lnTo>
                  <a:pt x="0" y="1271"/>
                </a:lnTo>
                <a:cubicBezTo>
                  <a:pt x="0" y="566"/>
                  <a:pt x="1153" y="0"/>
                  <a:pt x="2588" y="0"/>
                </a:cubicBezTo>
                <a:lnTo>
                  <a:pt x="19012" y="0"/>
                </a:lnTo>
                <a:cubicBezTo>
                  <a:pt x="20447" y="0"/>
                  <a:pt x="21600" y="566"/>
                  <a:pt x="21600" y="1271"/>
                </a:cubicBezTo>
                <a:lnTo>
                  <a:pt x="21600" y="4038"/>
                </a:lnTo>
                <a:close/>
                <a:moveTo>
                  <a:pt x="21574" y="21600"/>
                </a:moveTo>
                <a:cubicBezTo>
                  <a:pt x="21574" y="21084"/>
                  <a:pt x="20729" y="20669"/>
                  <a:pt x="19678" y="20669"/>
                </a:cubicBezTo>
                <a:lnTo>
                  <a:pt x="1896" y="20669"/>
                </a:lnTo>
                <a:cubicBezTo>
                  <a:pt x="846" y="20669"/>
                  <a:pt x="0" y="21084"/>
                  <a:pt x="0" y="21600"/>
                </a:cubicBezTo>
                <a:lnTo>
                  <a:pt x="0" y="21600"/>
                </a:lnTo>
                <a:lnTo>
                  <a:pt x="21574" y="21600"/>
                </a:lnTo>
                <a:lnTo>
                  <a:pt x="21574" y="21600"/>
                </a:ln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6" name="Shape">
            <a:extLst>
              <a:ext uri="{FF2B5EF4-FFF2-40B4-BE49-F238E27FC236}">
                <a16:creationId xmlns="" xmlns:a16="http://schemas.microsoft.com/office/drawing/2014/main" id="{0027B5FA-70AF-4549-B32A-8097E790C078}"/>
              </a:ext>
            </a:extLst>
          </p:cNvPr>
          <p:cNvSpPr/>
          <p:nvPr/>
        </p:nvSpPr>
        <p:spPr>
          <a:xfrm>
            <a:off x="7996184" y="3043720"/>
            <a:ext cx="1501669" cy="30585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574" y="4038"/>
                </a:moveTo>
                <a:lnTo>
                  <a:pt x="0" y="4038"/>
                </a:lnTo>
                <a:lnTo>
                  <a:pt x="0" y="1271"/>
                </a:lnTo>
                <a:cubicBezTo>
                  <a:pt x="0" y="566"/>
                  <a:pt x="1153" y="0"/>
                  <a:pt x="2588" y="0"/>
                </a:cubicBezTo>
                <a:lnTo>
                  <a:pt x="19012" y="0"/>
                </a:lnTo>
                <a:cubicBezTo>
                  <a:pt x="20447" y="0"/>
                  <a:pt x="21600" y="566"/>
                  <a:pt x="21600" y="1271"/>
                </a:cubicBezTo>
                <a:lnTo>
                  <a:pt x="21600" y="4038"/>
                </a:lnTo>
                <a:close/>
                <a:moveTo>
                  <a:pt x="21574" y="21600"/>
                </a:moveTo>
                <a:cubicBezTo>
                  <a:pt x="21574" y="21084"/>
                  <a:pt x="20729" y="20669"/>
                  <a:pt x="19678" y="20669"/>
                </a:cubicBezTo>
                <a:lnTo>
                  <a:pt x="1896" y="20669"/>
                </a:lnTo>
                <a:cubicBezTo>
                  <a:pt x="846" y="20669"/>
                  <a:pt x="0" y="21084"/>
                  <a:pt x="0" y="21600"/>
                </a:cubicBezTo>
                <a:lnTo>
                  <a:pt x="0" y="21600"/>
                </a:lnTo>
                <a:lnTo>
                  <a:pt x="21574" y="21600"/>
                </a:lnTo>
                <a:lnTo>
                  <a:pt x="21574" y="2160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7" name="Shape">
            <a:extLst>
              <a:ext uri="{FF2B5EF4-FFF2-40B4-BE49-F238E27FC236}">
                <a16:creationId xmlns="" xmlns:a16="http://schemas.microsoft.com/office/drawing/2014/main" id="{6927F68D-E0A1-42CF-AD20-D3C865B51E70}"/>
              </a:ext>
            </a:extLst>
          </p:cNvPr>
          <p:cNvSpPr/>
          <p:nvPr/>
        </p:nvSpPr>
        <p:spPr>
          <a:xfrm>
            <a:off x="10332876" y="3049580"/>
            <a:ext cx="1501673" cy="30585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574" y="4038"/>
                </a:moveTo>
                <a:lnTo>
                  <a:pt x="0" y="4038"/>
                </a:lnTo>
                <a:lnTo>
                  <a:pt x="0" y="1271"/>
                </a:lnTo>
                <a:cubicBezTo>
                  <a:pt x="0" y="566"/>
                  <a:pt x="1153" y="0"/>
                  <a:pt x="2588" y="0"/>
                </a:cubicBezTo>
                <a:lnTo>
                  <a:pt x="19012" y="0"/>
                </a:lnTo>
                <a:cubicBezTo>
                  <a:pt x="20447" y="0"/>
                  <a:pt x="21600" y="566"/>
                  <a:pt x="21600" y="1271"/>
                </a:cubicBezTo>
                <a:lnTo>
                  <a:pt x="21600" y="4038"/>
                </a:lnTo>
                <a:close/>
                <a:moveTo>
                  <a:pt x="21574" y="21600"/>
                </a:moveTo>
                <a:cubicBezTo>
                  <a:pt x="21574" y="21084"/>
                  <a:pt x="20729" y="20669"/>
                  <a:pt x="19678" y="20669"/>
                </a:cubicBezTo>
                <a:lnTo>
                  <a:pt x="1896" y="20669"/>
                </a:lnTo>
                <a:cubicBezTo>
                  <a:pt x="846" y="20669"/>
                  <a:pt x="0" y="21084"/>
                  <a:pt x="0" y="21600"/>
                </a:cubicBezTo>
                <a:lnTo>
                  <a:pt x="0" y="21600"/>
                </a:lnTo>
                <a:lnTo>
                  <a:pt x="21574" y="21600"/>
                </a:lnTo>
                <a:lnTo>
                  <a:pt x="21574" y="2160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8" name="Shape">
            <a:extLst>
              <a:ext uri="{FF2B5EF4-FFF2-40B4-BE49-F238E27FC236}">
                <a16:creationId xmlns="" xmlns:a16="http://schemas.microsoft.com/office/drawing/2014/main" id="{AE28D555-1DAF-450E-86AE-53357297A389}"/>
              </a:ext>
            </a:extLst>
          </p:cNvPr>
          <p:cNvSpPr/>
          <p:nvPr/>
        </p:nvSpPr>
        <p:spPr>
          <a:xfrm>
            <a:off x="1041990" y="1935625"/>
            <a:ext cx="10218404" cy="9975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7" y="21561"/>
                </a:moveTo>
                <a:cubicBezTo>
                  <a:pt x="24" y="21561"/>
                  <a:pt x="0" y="21407"/>
                  <a:pt x="0" y="21253"/>
                </a:cubicBezTo>
                <a:lnTo>
                  <a:pt x="0" y="3009"/>
                </a:lnTo>
                <a:cubicBezTo>
                  <a:pt x="0" y="1350"/>
                  <a:pt x="208" y="0"/>
                  <a:pt x="463" y="0"/>
                </a:cubicBezTo>
                <a:lnTo>
                  <a:pt x="5143" y="0"/>
                </a:lnTo>
                <a:cubicBezTo>
                  <a:pt x="5167" y="0"/>
                  <a:pt x="5191" y="154"/>
                  <a:pt x="5191" y="309"/>
                </a:cubicBezTo>
                <a:cubicBezTo>
                  <a:pt x="5191" y="463"/>
                  <a:pt x="5167" y="617"/>
                  <a:pt x="5143" y="617"/>
                </a:cubicBezTo>
                <a:lnTo>
                  <a:pt x="463" y="617"/>
                </a:lnTo>
                <a:cubicBezTo>
                  <a:pt x="261" y="617"/>
                  <a:pt x="95" y="1697"/>
                  <a:pt x="95" y="3009"/>
                </a:cubicBezTo>
                <a:lnTo>
                  <a:pt x="95" y="21253"/>
                </a:lnTo>
                <a:cubicBezTo>
                  <a:pt x="95" y="21446"/>
                  <a:pt x="71" y="21561"/>
                  <a:pt x="47" y="21561"/>
                </a:cubicBezTo>
                <a:close/>
                <a:moveTo>
                  <a:pt x="7255" y="21291"/>
                </a:moveTo>
                <a:lnTo>
                  <a:pt x="7255" y="20983"/>
                </a:lnTo>
                <a:cubicBezTo>
                  <a:pt x="7255" y="19671"/>
                  <a:pt x="7421" y="18591"/>
                  <a:pt x="7623" y="18591"/>
                </a:cubicBezTo>
                <a:lnTo>
                  <a:pt x="10038" y="18591"/>
                </a:lnTo>
                <a:cubicBezTo>
                  <a:pt x="10293" y="18591"/>
                  <a:pt x="10500" y="17241"/>
                  <a:pt x="10500" y="15583"/>
                </a:cubicBezTo>
                <a:cubicBezTo>
                  <a:pt x="10500" y="15429"/>
                  <a:pt x="10477" y="15274"/>
                  <a:pt x="10453" y="15274"/>
                </a:cubicBezTo>
                <a:cubicBezTo>
                  <a:pt x="10429" y="15274"/>
                  <a:pt x="10405" y="15429"/>
                  <a:pt x="10405" y="15583"/>
                </a:cubicBezTo>
                <a:cubicBezTo>
                  <a:pt x="10405" y="16894"/>
                  <a:pt x="10239" y="17974"/>
                  <a:pt x="10038" y="17974"/>
                </a:cubicBezTo>
                <a:lnTo>
                  <a:pt x="7623" y="17974"/>
                </a:lnTo>
                <a:cubicBezTo>
                  <a:pt x="7368" y="17974"/>
                  <a:pt x="7160" y="19324"/>
                  <a:pt x="7160" y="20983"/>
                </a:cubicBezTo>
                <a:lnTo>
                  <a:pt x="7160" y="21291"/>
                </a:lnTo>
                <a:cubicBezTo>
                  <a:pt x="7160" y="21446"/>
                  <a:pt x="7184" y="21600"/>
                  <a:pt x="7208" y="21600"/>
                </a:cubicBezTo>
                <a:cubicBezTo>
                  <a:pt x="7232" y="21600"/>
                  <a:pt x="7255" y="21446"/>
                  <a:pt x="7255" y="21291"/>
                </a:cubicBezTo>
                <a:close/>
                <a:moveTo>
                  <a:pt x="21600" y="21291"/>
                </a:moveTo>
                <a:lnTo>
                  <a:pt x="21600" y="3047"/>
                </a:lnTo>
                <a:cubicBezTo>
                  <a:pt x="21600" y="1389"/>
                  <a:pt x="21392" y="39"/>
                  <a:pt x="21137" y="39"/>
                </a:cubicBezTo>
                <a:lnTo>
                  <a:pt x="16457" y="39"/>
                </a:lnTo>
                <a:cubicBezTo>
                  <a:pt x="16433" y="39"/>
                  <a:pt x="16409" y="193"/>
                  <a:pt x="16409" y="347"/>
                </a:cubicBezTo>
                <a:cubicBezTo>
                  <a:pt x="16409" y="501"/>
                  <a:pt x="16433" y="656"/>
                  <a:pt x="16457" y="656"/>
                </a:cubicBezTo>
                <a:lnTo>
                  <a:pt x="21137" y="656"/>
                </a:lnTo>
                <a:cubicBezTo>
                  <a:pt x="21339" y="656"/>
                  <a:pt x="21505" y="1736"/>
                  <a:pt x="21505" y="3047"/>
                </a:cubicBezTo>
                <a:lnTo>
                  <a:pt x="21505" y="21291"/>
                </a:lnTo>
                <a:cubicBezTo>
                  <a:pt x="21505" y="21446"/>
                  <a:pt x="21529" y="21600"/>
                  <a:pt x="21553" y="21600"/>
                </a:cubicBezTo>
                <a:cubicBezTo>
                  <a:pt x="21576" y="21600"/>
                  <a:pt x="21600" y="21446"/>
                  <a:pt x="21600" y="21291"/>
                </a:cubicBezTo>
                <a:close/>
                <a:moveTo>
                  <a:pt x="14440" y="21291"/>
                </a:moveTo>
                <a:lnTo>
                  <a:pt x="14440" y="20983"/>
                </a:lnTo>
                <a:cubicBezTo>
                  <a:pt x="14440" y="19324"/>
                  <a:pt x="14232" y="17974"/>
                  <a:pt x="13977" y="17974"/>
                </a:cubicBezTo>
                <a:lnTo>
                  <a:pt x="11562" y="17974"/>
                </a:lnTo>
                <a:cubicBezTo>
                  <a:pt x="11361" y="17974"/>
                  <a:pt x="11195" y="16894"/>
                  <a:pt x="11195" y="15583"/>
                </a:cubicBezTo>
                <a:cubicBezTo>
                  <a:pt x="11195" y="15429"/>
                  <a:pt x="11171" y="15274"/>
                  <a:pt x="11147" y="15274"/>
                </a:cubicBezTo>
                <a:cubicBezTo>
                  <a:pt x="11123" y="15274"/>
                  <a:pt x="11100" y="15429"/>
                  <a:pt x="11100" y="15583"/>
                </a:cubicBezTo>
                <a:cubicBezTo>
                  <a:pt x="11100" y="17241"/>
                  <a:pt x="11307" y="18591"/>
                  <a:pt x="11562" y="18591"/>
                </a:cubicBezTo>
                <a:lnTo>
                  <a:pt x="13977" y="18591"/>
                </a:lnTo>
                <a:cubicBezTo>
                  <a:pt x="14179" y="18591"/>
                  <a:pt x="14345" y="19671"/>
                  <a:pt x="14345" y="20983"/>
                </a:cubicBezTo>
                <a:lnTo>
                  <a:pt x="14345" y="21291"/>
                </a:lnTo>
                <a:cubicBezTo>
                  <a:pt x="14345" y="21446"/>
                  <a:pt x="14368" y="21600"/>
                  <a:pt x="14392" y="21600"/>
                </a:cubicBezTo>
                <a:cubicBezTo>
                  <a:pt x="14416" y="21600"/>
                  <a:pt x="14440" y="21446"/>
                  <a:pt x="14440" y="21291"/>
                </a:cubicBezTo>
                <a:close/>
              </a:path>
            </a:pathLst>
          </a:custGeom>
          <a:solidFill>
            <a:srgbClr val="004A64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1" name="TextBox 24">
            <a:extLst>
              <a:ext uri="{FF2B5EF4-FFF2-40B4-BE49-F238E27FC236}">
                <a16:creationId xmlns="" xmlns:a16="http://schemas.microsoft.com/office/drawing/2014/main" id="{CEFDF567-DE4F-47A4-ACD1-2EECCB7E2326}"/>
              </a:ext>
            </a:extLst>
          </p:cNvPr>
          <p:cNvSpPr txBox="1"/>
          <p:nvPr/>
        </p:nvSpPr>
        <p:spPr>
          <a:xfrm>
            <a:off x="10066751" y="4276811"/>
            <a:ext cx="2030147" cy="1077218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algn="ctr" rtl="1"/>
            <a:r>
              <a:rPr lang="ar-DZ" sz="3200" b="1" kern="0" noProof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تحديد الصعوبة</a:t>
            </a:r>
          </a:p>
          <a:p>
            <a:pPr algn="ctr" rtl="1"/>
            <a:r>
              <a:rPr lang="ar-DZ" sz="3200" b="1" kern="0" noProof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ووصفها</a:t>
            </a:r>
            <a:endParaRPr lang="en-US" sz="3200" b="1" kern="0" noProof="1">
              <a:solidFill>
                <a:schemeClr val="bg1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8" name="TextBox 31">
            <a:extLst>
              <a:ext uri="{FF2B5EF4-FFF2-40B4-BE49-F238E27FC236}">
                <a16:creationId xmlns="" xmlns:a16="http://schemas.microsoft.com/office/drawing/2014/main" id="{A40D5BB1-F872-4D2E-B8F4-8BBA776B60D0}"/>
              </a:ext>
            </a:extLst>
          </p:cNvPr>
          <p:cNvSpPr txBox="1"/>
          <p:nvPr/>
        </p:nvSpPr>
        <p:spPr>
          <a:xfrm>
            <a:off x="3297751" y="1400396"/>
            <a:ext cx="5917474" cy="707886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algn="ctr" rtl="1"/>
            <a:r>
              <a:rPr lang="ar-DZ" sz="4000" b="1" kern="0" noProof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طريقة المعالجة البيداغوجية</a:t>
            </a:r>
            <a:endParaRPr lang="en-US" sz="4000" b="1" kern="0" noProof="1">
              <a:solidFill>
                <a:schemeClr val="bg1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9" name="TextBox 24">
            <a:extLst>
              <a:ext uri="{FF2B5EF4-FFF2-40B4-BE49-F238E27FC236}">
                <a16:creationId xmlns="" xmlns:a16="http://schemas.microsoft.com/office/drawing/2014/main" id="{86601782-B611-459A-AB51-B36859CC7729}"/>
              </a:ext>
            </a:extLst>
          </p:cNvPr>
          <p:cNvSpPr txBox="1"/>
          <p:nvPr/>
        </p:nvSpPr>
        <p:spPr>
          <a:xfrm>
            <a:off x="7613549" y="4030590"/>
            <a:ext cx="2132093" cy="1569660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algn="ctr" rtl="1"/>
            <a:r>
              <a:rPr lang="ar-DZ" sz="3200" b="1" kern="0" noProof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تحليل الصعوبة </a:t>
            </a:r>
          </a:p>
          <a:p>
            <a:pPr algn="ctr" rtl="1"/>
            <a:r>
              <a:rPr lang="ar-DZ" sz="3200" b="1" kern="0" noProof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و فرضيات أسباب الوقوع</a:t>
            </a:r>
            <a:endParaRPr lang="en-US" sz="3200" b="1" kern="0" noProof="1">
              <a:solidFill>
                <a:schemeClr val="bg1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0" name="TextBox 24">
            <a:extLst>
              <a:ext uri="{FF2B5EF4-FFF2-40B4-BE49-F238E27FC236}">
                <a16:creationId xmlns="" xmlns:a16="http://schemas.microsoft.com/office/drawing/2014/main" id="{D9C9FB74-E5B6-433B-AD0B-6DCA519DC6C9}"/>
              </a:ext>
            </a:extLst>
          </p:cNvPr>
          <p:cNvSpPr txBox="1"/>
          <p:nvPr/>
        </p:nvSpPr>
        <p:spPr>
          <a:xfrm>
            <a:off x="2872284" y="3885529"/>
            <a:ext cx="2195999" cy="1077218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algn="ctr" rtl="1"/>
            <a:r>
              <a:rPr lang="ar-DZ" sz="3200" b="1" kern="0" noProof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إعداد </a:t>
            </a:r>
          </a:p>
          <a:p>
            <a:pPr algn="ctr" rtl="1"/>
            <a:r>
              <a:rPr lang="ar-DZ" sz="3200" b="1" kern="0" noProof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وثائق المعالجة</a:t>
            </a:r>
            <a:endParaRPr lang="en-US" sz="3200" b="1" kern="0" noProof="1">
              <a:solidFill>
                <a:schemeClr val="bg1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1" name="TextBox 24">
            <a:extLst>
              <a:ext uri="{FF2B5EF4-FFF2-40B4-BE49-F238E27FC236}">
                <a16:creationId xmlns="" xmlns:a16="http://schemas.microsoft.com/office/drawing/2014/main" id="{82BFAC5E-F395-4AE1-A8C9-972D8A17D755}"/>
              </a:ext>
            </a:extLst>
          </p:cNvPr>
          <p:cNvSpPr txBox="1"/>
          <p:nvPr/>
        </p:nvSpPr>
        <p:spPr>
          <a:xfrm>
            <a:off x="295426" y="3848522"/>
            <a:ext cx="2195999" cy="2062103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algn="ctr" rtl="1"/>
            <a:r>
              <a:rPr lang="ar-DZ" sz="3200" b="1" kern="0" noProof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اعتماد</a:t>
            </a:r>
          </a:p>
          <a:p>
            <a:pPr algn="ctr" rtl="1"/>
            <a:r>
              <a:rPr lang="ar-DZ" sz="3200" b="1" kern="0" noProof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التغذية </a:t>
            </a:r>
          </a:p>
          <a:p>
            <a:pPr algn="ctr" rtl="1"/>
            <a:r>
              <a:rPr lang="ar-DZ" sz="3200" b="1" kern="0" noProof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الراجعة </a:t>
            </a:r>
          </a:p>
          <a:p>
            <a:pPr algn="ctr" rtl="1"/>
            <a:r>
              <a:rPr lang="ar-DZ" sz="3200" b="1" kern="0" noProof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البنائية</a:t>
            </a:r>
            <a:endParaRPr lang="en-US" sz="3200" b="1" kern="0" noProof="1">
              <a:solidFill>
                <a:schemeClr val="bg1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1228828" y="3043720"/>
            <a:ext cx="4577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/>
              <a:t>5</a:t>
            </a:r>
            <a:endParaRPr lang="fr-FR" sz="2800" b="1" dirty="0"/>
          </a:p>
        </p:txBody>
      </p:sp>
      <p:sp>
        <p:nvSpPr>
          <p:cNvPr id="33" name="Shape">
            <a:extLst>
              <a:ext uri="{FF2B5EF4-FFF2-40B4-BE49-F238E27FC236}">
                <a16:creationId xmlns="" xmlns:a16="http://schemas.microsoft.com/office/drawing/2014/main" id="{B072E501-6E05-4D73-A28B-EF791D8231E2}"/>
              </a:ext>
            </a:extLst>
          </p:cNvPr>
          <p:cNvSpPr/>
          <p:nvPr/>
        </p:nvSpPr>
        <p:spPr>
          <a:xfrm>
            <a:off x="5248144" y="3617299"/>
            <a:ext cx="2232000" cy="24885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88" y="0"/>
                </a:moveTo>
                <a:lnTo>
                  <a:pt x="2312" y="0"/>
                </a:lnTo>
                <a:cubicBezTo>
                  <a:pt x="1028" y="0"/>
                  <a:pt x="0" y="804"/>
                  <a:pt x="0" y="1809"/>
                </a:cubicBezTo>
                <a:lnTo>
                  <a:pt x="0" y="19791"/>
                </a:lnTo>
                <a:cubicBezTo>
                  <a:pt x="0" y="20796"/>
                  <a:pt x="1028" y="21600"/>
                  <a:pt x="2312" y="21600"/>
                </a:cubicBezTo>
                <a:lnTo>
                  <a:pt x="19288" y="21600"/>
                </a:lnTo>
                <a:cubicBezTo>
                  <a:pt x="20572" y="21600"/>
                  <a:pt x="21600" y="20796"/>
                  <a:pt x="21600" y="19791"/>
                </a:cubicBezTo>
                <a:lnTo>
                  <a:pt x="21600" y="1809"/>
                </a:lnTo>
                <a:cubicBezTo>
                  <a:pt x="21600" y="804"/>
                  <a:pt x="20553" y="0"/>
                  <a:pt x="19288" y="0"/>
                </a:cubicBezTo>
                <a:close/>
              </a:path>
            </a:pathLst>
          </a:custGeom>
          <a:solidFill>
            <a:schemeClr val="tx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4" name="Shape">
            <a:extLst>
              <a:ext uri="{FF2B5EF4-FFF2-40B4-BE49-F238E27FC236}">
                <a16:creationId xmlns="" xmlns:a16="http://schemas.microsoft.com/office/drawing/2014/main" id="{0027B5FA-70AF-4549-B32A-8097E790C078}"/>
              </a:ext>
            </a:extLst>
          </p:cNvPr>
          <p:cNvSpPr/>
          <p:nvPr/>
        </p:nvSpPr>
        <p:spPr>
          <a:xfrm>
            <a:off x="5640627" y="3047265"/>
            <a:ext cx="1501669" cy="30585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574" y="4038"/>
                </a:moveTo>
                <a:lnTo>
                  <a:pt x="0" y="4038"/>
                </a:lnTo>
                <a:lnTo>
                  <a:pt x="0" y="1271"/>
                </a:lnTo>
                <a:cubicBezTo>
                  <a:pt x="0" y="566"/>
                  <a:pt x="1153" y="0"/>
                  <a:pt x="2588" y="0"/>
                </a:cubicBezTo>
                <a:lnTo>
                  <a:pt x="19012" y="0"/>
                </a:lnTo>
                <a:cubicBezTo>
                  <a:pt x="20447" y="0"/>
                  <a:pt x="21600" y="566"/>
                  <a:pt x="21600" y="1271"/>
                </a:cubicBezTo>
                <a:lnTo>
                  <a:pt x="21600" y="4038"/>
                </a:lnTo>
                <a:close/>
                <a:moveTo>
                  <a:pt x="21574" y="21600"/>
                </a:moveTo>
                <a:cubicBezTo>
                  <a:pt x="21574" y="21084"/>
                  <a:pt x="20729" y="20669"/>
                  <a:pt x="19678" y="20669"/>
                </a:cubicBezTo>
                <a:lnTo>
                  <a:pt x="1896" y="20669"/>
                </a:lnTo>
                <a:cubicBezTo>
                  <a:pt x="846" y="20669"/>
                  <a:pt x="0" y="21084"/>
                  <a:pt x="0" y="21600"/>
                </a:cubicBezTo>
                <a:lnTo>
                  <a:pt x="0" y="21600"/>
                </a:lnTo>
                <a:lnTo>
                  <a:pt x="21574" y="21600"/>
                </a:lnTo>
                <a:lnTo>
                  <a:pt x="21574" y="21600"/>
                </a:lnTo>
                <a:close/>
              </a:path>
            </a:pathLst>
          </a:cu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5" name="TextBox 24">
            <a:extLst>
              <a:ext uri="{FF2B5EF4-FFF2-40B4-BE49-F238E27FC236}">
                <a16:creationId xmlns="" xmlns:a16="http://schemas.microsoft.com/office/drawing/2014/main" id="{86601782-B611-459A-AB51-B36859CC7729}"/>
              </a:ext>
            </a:extLst>
          </p:cNvPr>
          <p:cNvSpPr txBox="1"/>
          <p:nvPr/>
        </p:nvSpPr>
        <p:spPr>
          <a:xfrm>
            <a:off x="5257992" y="4034135"/>
            <a:ext cx="2132093" cy="1569660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algn="ctr" rtl="1"/>
            <a:r>
              <a:rPr lang="ar-DZ" sz="3200" b="1" kern="0" noProof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تحديد</a:t>
            </a:r>
          </a:p>
          <a:p>
            <a:pPr algn="ctr" rtl="1"/>
            <a:r>
              <a:rPr lang="ar-DZ" sz="3200" b="1" kern="0" noProof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توقيت </a:t>
            </a:r>
          </a:p>
          <a:p>
            <a:pPr algn="ctr" rtl="1"/>
            <a:r>
              <a:rPr lang="ar-DZ" sz="3200" b="1" kern="0" noProof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و مدة المعالجة</a:t>
            </a:r>
            <a:endParaRPr lang="en-US" sz="3200" b="1" kern="0" noProof="1">
              <a:solidFill>
                <a:schemeClr val="bg1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6" name="ZoneTexte 35"/>
          <p:cNvSpPr txBox="1"/>
          <p:nvPr/>
        </p:nvSpPr>
        <p:spPr>
          <a:xfrm>
            <a:off x="3828451" y="3109686"/>
            <a:ext cx="4577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/>
              <a:t>4</a:t>
            </a:r>
            <a:endParaRPr lang="fr-FR" sz="2800" b="1" dirty="0"/>
          </a:p>
        </p:txBody>
      </p:sp>
      <p:sp>
        <p:nvSpPr>
          <p:cNvPr id="37" name="ZoneTexte 36"/>
          <p:cNvSpPr txBox="1"/>
          <p:nvPr/>
        </p:nvSpPr>
        <p:spPr>
          <a:xfrm>
            <a:off x="6199039" y="3164937"/>
            <a:ext cx="4577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/>
              <a:t>3</a:t>
            </a:r>
            <a:endParaRPr lang="fr-FR" sz="2800" b="1" dirty="0"/>
          </a:p>
        </p:txBody>
      </p:sp>
      <p:sp>
        <p:nvSpPr>
          <p:cNvPr id="38" name="ZoneTexte 37"/>
          <p:cNvSpPr txBox="1"/>
          <p:nvPr/>
        </p:nvSpPr>
        <p:spPr>
          <a:xfrm>
            <a:off x="8546500" y="3192112"/>
            <a:ext cx="4577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/>
              <a:t>2</a:t>
            </a:r>
            <a:endParaRPr lang="fr-FR" sz="2800" b="1" dirty="0"/>
          </a:p>
        </p:txBody>
      </p:sp>
      <p:sp>
        <p:nvSpPr>
          <p:cNvPr id="39" name="ZoneTexte 38"/>
          <p:cNvSpPr txBox="1"/>
          <p:nvPr/>
        </p:nvSpPr>
        <p:spPr>
          <a:xfrm>
            <a:off x="10801989" y="3141600"/>
            <a:ext cx="4577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/>
              <a:t>1</a:t>
            </a:r>
            <a:endParaRPr lang="fr-FR" sz="2800" b="1" dirty="0"/>
          </a:p>
        </p:txBody>
      </p:sp>
    </p:spTree>
    <p:extLst>
      <p:ext uri="{BB962C8B-B14F-4D97-AF65-F5344CB8AC3E}">
        <p14:creationId xmlns:p14="http://schemas.microsoft.com/office/powerpoint/2010/main" val="254669980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6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4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0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3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8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1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4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9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2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5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1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41" grpId="0"/>
      <p:bldP spid="48" grpId="0"/>
      <p:bldP spid="49" grpId="0"/>
      <p:bldP spid="50" grpId="0"/>
      <p:bldP spid="51" grpId="0"/>
      <p:bldP spid="2" grpId="0"/>
      <p:bldP spid="34" grpId="0" animBg="1"/>
      <p:bldP spid="35" grpId="0"/>
      <p:bldP spid="36" grpId="0"/>
      <p:bldP spid="37" grpId="0"/>
      <p:bldP spid="38" grpId="0"/>
      <p:bldP spid="3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="" xmlns:a16="http://schemas.microsoft.com/office/drawing/2014/main" id="{2FC8C924-59B3-42D2-AD5E-FB316D6F9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9788" y="6567615"/>
            <a:ext cx="781050" cy="369332"/>
          </a:xfrm>
        </p:spPr>
        <p:txBody>
          <a:bodyPr/>
          <a:lstStyle/>
          <a:p>
            <a:pPr algn="ctr" rtl="1"/>
            <a:fld id="{E01C3548-C254-436B-B7C1-FB6D7FB82EBD}" type="slidenum">
              <a:rPr lang="fr-FR" sz="1400" b="1" smtClean="0"/>
              <a:pPr algn="ctr" rtl="1"/>
              <a:t>9</a:t>
            </a:fld>
            <a:endParaRPr lang="fr-FR" sz="1400" b="1" dirty="0"/>
          </a:p>
        </p:txBody>
      </p:sp>
      <p:grpSp>
        <p:nvGrpSpPr>
          <p:cNvPr id="12" name="Group 1">
            <a:extLst>
              <a:ext uri="{FF2B5EF4-FFF2-40B4-BE49-F238E27FC236}">
                <a16:creationId xmlns="" xmlns:a16="http://schemas.microsoft.com/office/drawing/2014/main" id="{8AF29C44-0C11-49B1-B452-99F762D42D69}"/>
              </a:ext>
            </a:extLst>
          </p:cNvPr>
          <p:cNvGrpSpPr/>
          <p:nvPr/>
        </p:nvGrpSpPr>
        <p:grpSpPr>
          <a:xfrm>
            <a:off x="54439" y="6411059"/>
            <a:ext cx="12083122" cy="217536"/>
            <a:chOff x="-23" y="4553904"/>
            <a:chExt cx="8540061" cy="209747"/>
          </a:xfrm>
        </p:grpSpPr>
        <p:sp>
          <p:nvSpPr>
            <p:cNvPr id="13" name="Rectangle">
              <a:extLst>
                <a:ext uri="{FF2B5EF4-FFF2-40B4-BE49-F238E27FC236}">
                  <a16:creationId xmlns="" xmlns:a16="http://schemas.microsoft.com/office/drawing/2014/main" id="{259AB13F-4EFB-4EE7-985C-066D66F44ABF}"/>
                </a:ext>
              </a:extLst>
            </p:cNvPr>
            <p:cNvSpPr/>
            <p:nvPr userDrawn="1"/>
          </p:nvSpPr>
          <p:spPr>
            <a:xfrm>
              <a:off x="-23" y="4553904"/>
              <a:ext cx="3562151" cy="208265"/>
            </a:xfrm>
            <a:prstGeom prst="rect">
              <a:avLst/>
            </a:prstGeom>
            <a:solidFill>
              <a:srgbClr val="035103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4" name="Rectangle">
              <a:extLst>
                <a:ext uri="{FF2B5EF4-FFF2-40B4-BE49-F238E27FC236}">
                  <a16:creationId xmlns="" xmlns:a16="http://schemas.microsoft.com/office/drawing/2014/main" id="{1398BCC2-D125-43E4-A68E-21B9A8AF3968}"/>
                </a:ext>
              </a:extLst>
            </p:cNvPr>
            <p:cNvSpPr/>
            <p:nvPr userDrawn="1"/>
          </p:nvSpPr>
          <p:spPr>
            <a:xfrm>
              <a:off x="4977887" y="4554973"/>
              <a:ext cx="3562151" cy="208265"/>
            </a:xfrm>
            <a:prstGeom prst="rect">
              <a:avLst/>
            </a:prstGeom>
            <a:solidFill>
              <a:srgbClr val="F1F1F2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5" name="Rectangle">
              <a:extLst>
                <a:ext uri="{FF2B5EF4-FFF2-40B4-BE49-F238E27FC236}">
                  <a16:creationId xmlns="" xmlns:a16="http://schemas.microsoft.com/office/drawing/2014/main" id="{D1A32321-CB60-446B-BD2E-4D4EB6CF0D48}"/>
                </a:ext>
              </a:extLst>
            </p:cNvPr>
            <p:cNvSpPr/>
            <p:nvPr userDrawn="1"/>
          </p:nvSpPr>
          <p:spPr>
            <a:xfrm>
              <a:off x="3023255" y="4555385"/>
              <a:ext cx="2493506" cy="208266"/>
            </a:xfrm>
            <a:prstGeom prst="rect">
              <a:avLst/>
            </a:prstGeom>
            <a:solidFill>
              <a:srgbClr val="BB1C2D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dirty="0"/>
            </a:p>
          </p:txBody>
        </p:sp>
      </p:grpSp>
      <p:pic>
        <p:nvPicPr>
          <p:cNvPr id="29" name="Picture 2" descr="وزارة التربية الوطنية (الجزائر)">
            <a:extLst>
              <a:ext uri="{FF2B5EF4-FFF2-40B4-BE49-F238E27FC236}">
                <a16:creationId xmlns="" xmlns:a16="http://schemas.microsoft.com/office/drawing/2014/main" id="{DCD48778-4C18-4F2E-959D-138F545705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30" t="995" r="12156" b="3516"/>
          <a:stretch/>
        </p:blipFill>
        <p:spPr bwMode="auto">
          <a:xfrm>
            <a:off x="10829110" y="-1"/>
            <a:ext cx="1308452" cy="1380343"/>
          </a:xfrm>
          <a:prstGeom prst="ellipse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Shape">
            <a:extLst>
              <a:ext uri="{FF2B5EF4-FFF2-40B4-BE49-F238E27FC236}">
                <a16:creationId xmlns="" xmlns:a16="http://schemas.microsoft.com/office/drawing/2014/main" id="{928C452F-F9EA-47EE-8742-EBEBCDEC1D9D}"/>
              </a:ext>
            </a:extLst>
          </p:cNvPr>
          <p:cNvSpPr/>
          <p:nvPr/>
        </p:nvSpPr>
        <p:spPr>
          <a:xfrm>
            <a:off x="2958403" y="250628"/>
            <a:ext cx="6746584" cy="90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314"/>
                </a:moveTo>
                <a:lnTo>
                  <a:pt x="0" y="19286"/>
                </a:lnTo>
                <a:cubicBezTo>
                  <a:pt x="0" y="20571"/>
                  <a:pt x="434" y="21600"/>
                  <a:pt x="977" y="21600"/>
                </a:cubicBezTo>
                <a:lnTo>
                  <a:pt x="20623" y="21600"/>
                </a:lnTo>
                <a:cubicBezTo>
                  <a:pt x="21166" y="21600"/>
                  <a:pt x="21600" y="20571"/>
                  <a:pt x="21600" y="19286"/>
                </a:cubicBezTo>
                <a:lnTo>
                  <a:pt x="21600" y="2314"/>
                </a:lnTo>
                <a:cubicBezTo>
                  <a:pt x="21600" y="1029"/>
                  <a:pt x="21166" y="0"/>
                  <a:pt x="20623" y="0"/>
                </a:cubicBezTo>
                <a:lnTo>
                  <a:pt x="977" y="0"/>
                </a:lnTo>
                <a:cubicBezTo>
                  <a:pt x="434" y="0"/>
                  <a:pt x="0" y="1029"/>
                  <a:pt x="0" y="2314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" name="Shape">
            <a:extLst>
              <a:ext uri="{FF2B5EF4-FFF2-40B4-BE49-F238E27FC236}">
                <a16:creationId xmlns="" xmlns:a16="http://schemas.microsoft.com/office/drawing/2014/main" id="{F6941E36-15FB-4BCA-A273-3FE1B01E0396}"/>
              </a:ext>
            </a:extLst>
          </p:cNvPr>
          <p:cNvSpPr/>
          <p:nvPr/>
        </p:nvSpPr>
        <p:spPr>
          <a:xfrm>
            <a:off x="982882" y="4832867"/>
            <a:ext cx="4057839" cy="4162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88" y="0"/>
                </a:moveTo>
                <a:lnTo>
                  <a:pt x="2312" y="0"/>
                </a:lnTo>
                <a:cubicBezTo>
                  <a:pt x="1028" y="0"/>
                  <a:pt x="0" y="804"/>
                  <a:pt x="0" y="1809"/>
                </a:cubicBezTo>
                <a:lnTo>
                  <a:pt x="0" y="19791"/>
                </a:lnTo>
                <a:cubicBezTo>
                  <a:pt x="0" y="20796"/>
                  <a:pt x="1028" y="21600"/>
                  <a:pt x="2312" y="21600"/>
                </a:cubicBezTo>
                <a:lnTo>
                  <a:pt x="19288" y="21600"/>
                </a:lnTo>
                <a:cubicBezTo>
                  <a:pt x="20572" y="21600"/>
                  <a:pt x="21600" y="20796"/>
                  <a:pt x="21600" y="19791"/>
                </a:cubicBezTo>
                <a:lnTo>
                  <a:pt x="21600" y="1809"/>
                </a:lnTo>
                <a:cubicBezTo>
                  <a:pt x="21600" y="804"/>
                  <a:pt x="20572" y="0"/>
                  <a:pt x="19288" y="0"/>
                </a:cubicBezTo>
                <a:close/>
              </a:path>
            </a:pathLst>
          </a:custGeom>
          <a:solidFill>
            <a:schemeClr val="tx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rtl="1">
              <a:defRPr sz="3000">
                <a:solidFill>
                  <a:srgbClr val="FFFFFF"/>
                </a:solidFill>
              </a:defRPr>
            </a:pPr>
            <a:r>
              <a:rPr lang="ar-DZ" sz="1400" b="1" dirty="0"/>
              <a:t>أنشطة لبناء المفاهيم الاساسية المساعدة على امتلاك المعارف</a:t>
            </a:r>
            <a:endParaRPr sz="1400" dirty="0"/>
          </a:p>
        </p:txBody>
      </p:sp>
      <p:sp>
        <p:nvSpPr>
          <p:cNvPr id="23" name="Shape">
            <a:extLst>
              <a:ext uri="{FF2B5EF4-FFF2-40B4-BE49-F238E27FC236}">
                <a16:creationId xmlns="" xmlns:a16="http://schemas.microsoft.com/office/drawing/2014/main" id="{B54C09E2-89C4-4DD4-9046-C2B510A82B21}"/>
              </a:ext>
            </a:extLst>
          </p:cNvPr>
          <p:cNvSpPr/>
          <p:nvPr/>
        </p:nvSpPr>
        <p:spPr>
          <a:xfrm>
            <a:off x="7097561" y="1472227"/>
            <a:ext cx="3849615" cy="82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88" y="0"/>
                </a:moveTo>
                <a:lnTo>
                  <a:pt x="2312" y="0"/>
                </a:lnTo>
                <a:cubicBezTo>
                  <a:pt x="1028" y="0"/>
                  <a:pt x="0" y="804"/>
                  <a:pt x="0" y="1809"/>
                </a:cubicBezTo>
                <a:lnTo>
                  <a:pt x="0" y="19791"/>
                </a:lnTo>
                <a:cubicBezTo>
                  <a:pt x="0" y="20796"/>
                  <a:pt x="1028" y="21600"/>
                  <a:pt x="2312" y="21600"/>
                </a:cubicBezTo>
                <a:lnTo>
                  <a:pt x="19288" y="21600"/>
                </a:lnTo>
                <a:cubicBezTo>
                  <a:pt x="20572" y="21600"/>
                  <a:pt x="21600" y="20796"/>
                  <a:pt x="21600" y="19791"/>
                </a:cubicBezTo>
                <a:lnTo>
                  <a:pt x="21600" y="1809"/>
                </a:lnTo>
                <a:cubicBezTo>
                  <a:pt x="21600" y="804"/>
                  <a:pt x="20553" y="0"/>
                  <a:pt x="19288" y="0"/>
                </a:cubicBezTo>
                <a:close/>
              </a:path>
            </a:pathLst>
          </a:cu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38100" tIns="38100" rIns="38100" bIns="38100" anchor="ctr"/>
          <a:lstStyle/>
          <a:p>
            <a:pPr lvl="0" algn="ctr" rtl="1"/>
            <a:r>
              <a:rPr lang="ar-DZ" b="1" dirty="0"/>
              <a:t> </a:t>
            </a:r>
            <a:endParaRPr lang="fr-FR" dirty="0"/>
          </a:p>
        </p:txBody>
      </p:sp>
      <p:sp>
        <p:nvSpPr>
          <p:cNvPr id="48" name="TextBox 31">
            <a:extLst>
              <a:ext uri="{FF2B5EF4-FFF2-40B4-BE49-F238E27FC236}">
                <a16:creationId xmlns="" xmlns:a16="http://schemas.microsoft.com/office/drawing/2014/main" id="{A40D5BB1-F872-4D2E-B8F4-8BBA776B60D0}"/>
              </a:ext>
            </a:extLst>
          </p:cNvPr>
          <p:cNvSpPr txBox="1"/>
          <p:nvPr/>
        </p:nvSpPr>
        <p:spPr>
          <a:xfrm>
            <a:off x="3289420" y="367471"/>
            <a:ext cx="5917474" cy="707886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algn="ctr" rtl="1"/>
            <a:r>
              <a:rPr lang="ar-DZ" sz="4000" b="1" kern="0" noProof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أنشطة المعالجة</a:t>
            </a:r>
            <a:endParaRPr lang="en-US" sz="4000" b="1" kern="0" noProof="1">
              <a:solidFill>
                <a:schemeClr val="bg1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2" name="Shape">
            <a:extLst>
              <a:ext uri="{FF2B5EF4-FFF2-40B4-BE49-F238E27FC236}">
                <a16:creationId xmlns="" xmlns:a16="http://schemas.microsoft.com/office/drawing/2014/main" id="{B54C09E2-89C4-4DD4-9046-C2B510A82B21}"/>
              </a:ext>
            </a:extLst>
          </p:cNvPr>
          <p:cNvSpPr/>
          <p:nvPr/>
        </p:nvSpPr>
        <p:spPr>
          <a:xfrm>
            <a:off x="7097561" y="3714201"/>
            <a:ext cx="3849615" cy="82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88" y="0"/>
                </a:moveTo>
                <a:lnTo>
                  <a:pt x="2312" y="0"/>
                </a:lnTo>
                <a:cubicBezTo>
                  <a:pt x="1028" y="0"/>
                  <a:pt x="0" y="804"/>
                  <a:pt x="0" y="1809"/>
                </a:cubicBezTo>
                <a:lnTo>
                  <a:pt x="0" y="19791"/>
                </a:lnTo>
                <a:cubicBezTo>
                  <a:pt x="0" y="20796"/>
                  <a:pt x="1028" y="21600"/>
                  <a:pt x="2312" y="21600"/>
                </a:cubicBezTo>
                <a:lnTo>
                  <a:pt x="19288" y="21600"/>
                </a:lnTo>
                <a:cubicBezTo>
                  <a:pt x="20572" y="21600"/>
                  <a:pt x="21600" y="20796"/>
                  <a:pt x="21600" y="19791"/>
                </a:cubicBezTo>
                <a:lnTo>
                  <a:pt x="21600" y="1809"/>
                </a:lnTo>
                <a:cubicBezTo>
                  <a:pt x="21600" y="804"/>
                  <a:pt x="20553" y="0"/>
                  <a:pt x="19288" y="0"/>
                </a:cubicBezTo>
                <a:close/>
              </a:path>
            </a:pathLst>
          </a:cu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38100" tIns="38100" rIns="38100" bIns="38100" anchor="ctr"/>
          <a:lstStyle/>
          <a:p>
            <a:pPr lvl="0" algn="ctr" rtl="1"/>
            <a:endParaRPr lang="fr-FR" dirty="0"/>
          </a:p>
        </p:txBody>
      </p:sp>
      <p:sp>
        <p:nvSpPr>
          <p:cNvPr id="33" name="Shape">
            <a:extLst>
              <a:ext uri="{FF2B5EF4-FFF2-40B4-BE49-F238E27FC236}">
                <a16:creationId xmlns="" xmlns:a16="http://schemas.microsoft.com/office/drawing/2014/main" id="{B54C09E2-89C4-4DD4-9046-C2B510A82B21}"/>
              </a:ext>
            </a:extLst>
          </p:cNvPr>
          <p:cNvSpPr/>
          <p:nvPr/>
        </p:nvSpPr>
        <p:spPr>
          <a:xfrm>
            <a:off x="7131896" y="2545762"/>
            <a:ext cx="3849615" cy="82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88" y="0"/>
                </a:moveTo>
                <a:lnTo>
                  <a:pt x="2312" y="0"/>
                </a:lnTo>
                <a:cubicBezTo>
                  <a:pt x="1028" y="0"/>
                  <a:pt x="0" y="804"/>
                  <a:pt x="0" y="1809"/>
                </a:cubicBezTo>
                <a:lnTo>
                  <a:pt x="0" y="19791"/>
                </a:lnTo>
                <a:cubicBezTo>
                  <a:pt x="0" y="20796"/>
                  <a:pt x="1028" y="21600"/>
                  <a:pt x="2312" y="21600"/>
                </a:cubicBezTo>
                <a:lnTo>
                  <a:pt x="19288" y="21600"/>
                </a:lnTo>
                <a:cubicBezTo>
                  <a:pt x="20572" y="21600"/>
                  <a:pt x="21600" y="20796"/>
                  <a:pt x="21600" y="19791"/>
                </a:cubicBezTo>
                <a:lnTo>
                  <a:pt x="21600" y="1809"/>
                </a:lnTo>
                <a:cubicBezTo>
                  <a:pt x="21600" y="804"/>
                  <a:pt x="20553" y="0"/>
                  <a:pt x="19288" y="0"/>
                </a:cubicBezTo>
                <a:close/>
              </a:path>
            </a:pathLst>
          </a:cu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38100" tIns="38100" rIns="38100" bIns="38100" anchor="ctr"/>
          <a:lstStyle/>
          <a:p>
            <a:pPr lvl="0" algn="ctr" rtl="1"/>
            <a:endParaRPr lang="fr-FR" dirty="0"/>
          </a:p>
        </p:txBody>
      </p:sp>
      <p:sp>
        <p:nvSpPr>
          <p:cNvPr id="34" name="Shape">
            <a:extLst>
              <a:ext uri="{FF2B5EF4-FFF2-40B4-BE49-F238E27FC236}">
                <a16:creationId xmlns="" xmlns:a16="http://schemas.microsoft.com/office/drawing/2014/main" id="{B54C09E2-89C4-4DD4-9046-C2B510A82B21}"/>
              </a:ext>
            </a:extLst>
          </p:cNvPr>
          <p:cNvSpPr/>
          <p:nvPr/>
        </p:nvSpPr>
        <p:spPr>
          <a:xfrm>
            <a:off x="1132123" y="1494890"/>
            <a:ext cx="3849615" cy="82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88" y="0"/>
                </a:moveTo>
                <a:lnTo>
                  <a:pt x="2312" y="0"/>
                </a:lnTo>
                <a:cubicBezTo>
                  <a:pt x="1028" y="0"/>
                  <a:pt x="0" y="804"/>
                  <a:pt x="0" y="1809"/>
                </a:cubicBezTo>
                <a:lnTo>
                  <a:pt x="0" y="19791"/>
                </a:lnTo>
                <a:cubicBezTo>
                  <a:pt x="0" y="20796"/>
                  <a:pt x="1028" y="21600"/>
                  <a:pt x="2312" y="21600"/>
                </a:cubicBezTo>
                <a:lnTo>
                  <a:pt x="19288" y="21600"/>
                </a:lnTo>
                <a:cubicBezTo>
                  <a:pt x="20572" y="21600"/>
                  <a:pt x="21600" y="20796"/>
                  <a:pt x="21600" y="19791"/>
                </a:cubicBezTo>
                <a:lnTo>
                  <a:pt x="21600" y="1809"/>
                </a:lnTo>
                <a:cubicBezTo>
                  <a:pt x="21600" y="804"/>
                  <a:pt x="20553" y="0"/>
                  <a:pt x="19288" y="0"/>
                </a:cubicBezTo>
                <a:close/>
              </a:path>
            </a:pathLst>
          </a:cu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38100" tIns="38100" rIns="38100" bIns="38100" anchor="ctr"/>
          <a:lstStyle/>
          <a:p>
            <a:pPr lvl="0" algn="ctr" rtl="1"/>
            <a:r>
              <a:rPr lang="ar-DZ" b="1" dirty="0"/>
              <a:t>وضعيات </a:t>
            </a:r>
            <a:endParaRPr lang="fr-FR" dirty="0"/>
          </a:p>
        </p:txBody>
      </p:sp>
      <p:sp>
        <p:nvSpPr>
          <p:cNvPr id="35" name="Shape">
            <a:extLst>
              <a:ext uri="{FF2B5EF4-FFF2-40B4-BE49-F238E27FC236}">
                <a16:creationId xmlns="" xmlns:a16="http://schemas.microsoft.com/office/drawing/2014/main" id="{B54C09E2-89C4-4DD4-9046-C2B510A82B21}"/>
              </a:ext>
            </a:extLst>
          </p:cNvPr>
          <p:cNvSpPr/>
          <p:nvPr/>
        </p:nvSpPr>
        <p:spPr>
          <a:xfrm>
            <a:off x="1097286" y="2587520"/>
            <a:ext cx="3849615" cy="82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88" y="0"/>
                </a:moveTo>
                <a:lnTo>
                  <a:pt x="2312" y="0"/>
                </a:lnTo>
                <a:cubicBezTo>
                  <a:pt x="1028" y="0"/>
                  <a:pt x="0" y="804"/>
                  <a:pt x="0" y="1809"/>
                </a:cubicBezTo>
                <a:lnTo>
                  <a:pt x="0" y="19791"/>
                </a:lnTo>
                <a:cubicBezTo>
                  <a:pt x="0" y="20796"/>
                  <a:pt x="1028" y="21600"/>
                  <a:pt x="2312" y="21600"/>
                </a:cubicBezTo>
                <a:lnTo>
                  <a:pt x="19288" y="21600"/>
                </a:lnTo>
                <a:cubicBezTo>
                  <a:pt x="20572" y="21600"/>
                  <a:pt x="21600" y="20796"/>
                  <a:pt x="21600" y="19791"/>
                </a:cubicBezTo>
                <a:lnTo>
                  <a:pt x="21600" y="1809"/>
                </a:lnTo>
                <a:cubicBezTo>
                  <a:pt x="21600" y="804"/>
                  <a:pt x="20553" y="0"/>
                  <a:pt x="19288" y="0"/>
                </a:cubicBezTo>
                <a:close/>
              </a:path>
            </a:pathLst>
          </a:cu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38100" tIns="38100" rIns="38100" bIns="38100" anchor="ctr"/>
          <a:lstStyle/>
          <a:p>
            <a:pPr lvl="0" algn="ctr" rtl="1"/>
            <a:r>
              <a:rPr lang="ar-DZ" b="1" dirty="0"/>
              <a:t>وضعيات </a:t>
            </a:r>
            <a:endParaRPr lang="fr-FR" dirty="0"/>
          </a:p>
        </p:txBody>
      </p:sp>
      <p:sp>
        <p:nvSpPr>
          <p:cNvPr id="36" name="Shape">
            <a:extLst>
              <a:ext uri="{FF2B5EF4-FFF2-40B4-BE49-F238E27FC236}">
                <a16:creationId xmlns="" xmlns:a16="http://schemas.microsoft.com/office/drawing/2014/main" id="{B54C09E2-89C4-4DD4-9046-C2B510A82B21}"/>
              </a:ext>
            </a:extLst>
          </p:cNvPr>
          <p:cNvSpPr/>
          <p:nvPr/>
        </p:nvSpPr>
        <p:spPr>
          <a:xfrm>
            <a:off x="1179569" y="3690746"/>
            <a:ext cx="3849615" cy="82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88" y="0"/>
                </a:moveTo>
                <a:lnTo>
                  <a:pt x="2312" y="0"/>
                </a:lnTo>
                <a:cubicBezTo>
                  <a:pt x="1028" y="0"/>
                  <a:pt x="0" y="804"/>
                  <a:pt x="0" y="1809"/>
                </a:cubicBezTo>
                <a:lnTo>
                  <a:pt x="0" y="19791"/>
                </a:lnTo>
                <a:cubicBezTo>
                  <a:pt x="0" y="20796"/>
                  <a:pt x="1028" y="21600"/>
                  <a:pt x="2312" y="21600"/>
                </a:cubicBezTo>
                <a:lnTo>
                  <a:pt x="19288" y="21600"/>
                </a:lnTo>
                <a:cubicBezTo>
                  <a:pt x="20572" y="21600"/>
                  <a:pt x="21600" y="20796"/>
                  <a:pt x="21600" y="19791"/>
                </a:cubicBezTo>
                <a:lnTo>
                  <a:pt x="21600" y="1809"/>
                </a:lnTo>
                <a:cubicBezTo>
                  <a:pt x="21600" y="804"/>
                  <a:pt x="20553" y="0"/>
                  <a:pt x="19288" y="0"/>
                </a:cubicBezTo>
                <a:close/>
              </a:path>
            </a:pathLst>
          </a:cu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anchor="ctr"/>
          <a:lstStyle/>
          <a:p>
            <a:pPr lvl="0" algn="ctr" rtl="1"/>
            <a:r>
              <a:rPr lang="ar-DZ" b="1" dirty="0"/>
              <a:t>وضعيات </a:t>
            </a:r>
            <a:endParaRPr lang="fr-FR" dirty="0"/>
          </a:p>
        </p:txBody>
      </p:sp>
      <p:sp>
        <p:nvSpPr>
          <p:cNvPr id="2" name="Rectangle à coins arrondis 1"/>
          <p:cNvSpPr/>
          <p:nvPr/>
        </p:nvSpPr>
        <p:spPr>
          <a:xfrm>
            <a:off x="7210425" y="1578665"/>
            <a:ext cx="3618686" cy="655559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4000" b="1" dirty="0"/>
              <a:t>وضعيات</a:t>
            </a:r>
            <a:endParaRPr lang="fr-FR" sz="4000" dirty="0"/>
          </a:p>
        </p:txBody>
      </p:sp>
      <p:sp>
        <p:nvSpPr>
          <p:cNvPr id="3" name="Rectangle à coins arrondis 2"/>
          <p:cNvSpPr/>
          <p:nvPr/>
        </p:nvSpPr>
        <p:spPr>
          <a:xfrm>
            <a:off x="7247360" y="2623451"/>
            <a:ext cx="3618686" cy="64800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1"/>
            <a:r>
              <a:rPr lang="ar-DZ" sz="3600" b="1"/>
              <a:t>تمارين مكيفة </a:t>
            </a:r>
            <a:endParaRPr lang="fr-FR" sz="3600" dirty="0"/>
          </a:p>
        </p:txBody>
      </p:sp>
      <p:sp>
        <p:nvSpPr>
          <p:cNvPr id="39" name="Rectangle à coins arrondis 38"/>
          <p:cNvSpPr/>
          <p:nvPr/>
        </p:nvSpPr>
        <p:spPr>
          <a:xfrm>
            <a:off x="7224122" y="3804201"/>
            <a:ext cx="3618686" cy="64800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1"/>
            <a:r>
              <a:rPr lang="ar-DZ" sz="3600" b="1" dirty="0"/>
              <a:t>أعمال تكميلية</a:t>
            </a:r>
            <a:endParaRPr lang="fr-FR" sz="3600" dirty="0"/>
          </a:p>
        </p:txBody>
      </p:sp>
      <p:sp>
        <p:nvSpPr>
          <p:cNvPr id="40" name="Rectangle à coins arrondis 39"/>
          <p:cNvSpPr/>
          <p:nvPr/>
        </p:nvSpPr>
        <p:spPr>
          <a:xfrm>
            <a:off x="1212750" y="2671243"/>
            <a:ext cx="3618686" cy="64800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1"/>
            <a:r>
              <a:rPr lang="ar-DZ" sz="3600" b="1" dirty="0"/>
              <a:t>استغلال السندات</a:t>
            </a:r>
            <a:endParaRPr lang="fr-FR" sz="3600" dirty="0"/>
          </a:p>
        </p:txBody>
      </p:sp>
      <p:sp>
        <p:nvSpPr>
          <p:cNvPr id="52" name="Rectangle à coins arrondis 51"/>
          <p:cNvSpPr/>
          <p:nvPr/>
        </p:nvSpPr>
        <p:spPr>
          <a:xfrm>
            <a:off x="1247587" y="1576075"/>
            <a:ext cx="3618686" cy="64800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1"/>
            <a:r>
              <a:rPr lang="ar-DZ" sz="3600" b="1" dirty="0"/>
              <a:t>استثمار المشاريع</a:t>
            </a:r>
            <a:endParaRPr lang="fr-FR" sz="3600" dirty="0"/>
          </a:p>
        </p:txBody>
      </p:sp>
      <p:sp>
        <p:nvSpPr>
          <p:cNvPr id="53" name="Rectangle à coins arrondis 52"/>
          <p:cNvSpPr/>
          <p:nvPr/>
        </p:nvSpPr>
        <p:spPr>
          <a:xfrm>
            <a:off x="1295033" y="3798970"/>
            <a:ext cx="3618686" cy="648000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1"/>
            <a:r>
              <a:rPr lang="ar-DZ" sz="3600" b="1" dirty="0"/>
              <a:t>تنويع الأنشطة </a:t>
            </a:r>
            <a:endParaRPr lang="fr-FR" sz="3600" dirty="0"/>
          </a:p>
        </p:txBody>
      </p:sp>
      <p:sp>
        <p:nvSpPr>
          <p:cNvPr id="54" name="Shape">
            <a:extLst>
              <a:ext uri="{FF2B5EF4-FFF2-40B4-BE49-F238E27FC236}">
                <a16:creationId xmlns="" xmlns:a16="http://schemas.microsoft.com/office/drawing/2014/main" id="{F6941E36-15FB-4BCA-A273-3FE1B01E0396}"/>
              </a:ext>
            </a:extLst>
          </p:cNvPr>
          <p:cNvSpPr/>
          <p:nvPr/>
        </p:nvSpPr>
        <p:spPr>
          <a:xfrm>
            <a:off x="963816" y="5334086"/>
            <a:ext cx="4057839" cy="4162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88" y="0"/>
                </a:moveTo>
                <a:lnTo>
                  <a:pt x="2312" y="0"/>
                </a:lnTo>
                <a:cubicBezTo>
                  <a:pt x="1028" y="0"/>
                  <a:pt x="0" y="804"/>
                  <a:pt x="0" y="1809"/>
                </a:cubicBezTo>
                <a:lnTo>
                  <a:pt x="0" y="19791"/>
                </a:lnTo>
                <a:cubicBezTo>
                  <a:pt x="0" y="20796"/>
                  <a:pt x="1028" y="21600"/>
                  <a:pt x="2312" y="21600"/>
                </a:cubicBezTo>
                <a:lnTo>
                  <a:pt x="19288" y="21600"/>
                </a:lnTo>
                <a:cubicBezTo>
                  <a:pt x="20572" y="21600"/>
                  <a:pt x="21600" y="20796"/>
                  <a:pt x="21600" y="19791"/>
                </a:cubicBezTo>
                <a:lnTo>
                  <a:pt x="21600" y="1809"/>
                </a:lnTo>
                <a:cubicBezTo>
                  <a:pt x="21600" y="804"/>
                  <a:pt x="20572" y="0"/>
                  <a:pt x="19288" y="0"/>
                </a:cubicBezTo>
                <a:close/>
              </a:path>
            </a:pathLst>
          </a:custGeom>
          <a:solidFill>
            <a:schemeClr val="tx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rtl="1">
              <a:defRPr sz="3000">
                <a:solidFill>
                  <a:srgbClr val="FFFFFF"/>
                </a:solidFill>
              </a:defRPr>
            </a:pPr>
            <a:r>
              <a:rPr lang="ar-DZ" sz="1400" b="1" dirty="0"/>
              <a:t>وضعيات بسيطة لتوظيف المعارف</a:t>
            </a:r>
            <a:endParaRPr sz="1400" dirty="0"/>
          </a:p>
        </p:txBody>
      </p:sp>
      <p:sp>
        <p:nvSpPr>
          <p:cNvPr id="55" name="Shape">
            <a:extLst>
              <a:ext uri="{FF2B5EF4-FFF2-40B4-BE49-F238E27FC236}">
                <a16:creationId xmlns="" xmlns:a16="http://schemas.microsoft.com/office/drawing/2014/main" id="{F6941E36-15FB-4BCA-A273-3FE1B01E0396}"/>
              </a:ext>
            </a:extLst>
          </p:cNvPr>
          <p:cNvSpPr/>
          <p:nvPr/>
        </p:nvSpPr>
        <p:spPr>
          <a:xfrm>
            <a:off x="982881" y="5833790"/>
            <a:ext cx="4057839" cy="4162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88" y="0"/>
                </a:moveTo>
                <a:lnTo>
                  <a:pt x="2312" y="0"/>
                </a:lnTo>
                <a:cubicBezTo>
                  <a:pt x="1028" y="0"/>
                  <a:pt x="0" y="804"/>
                  <a:pt x="0" y="1809"/>
                </a:cubicBezTo>
                <a:lnTo>
                  <a:pt x="0" y="19791"/>
                </a:lnTo>
                <a:cubicBezTo>
                  <a:pt x="0" y="20796"/>
                  <a:pt x="1028" y="21600"/>
                  <a:pt x="2312" y="21600"/>
                </a:cubicBezTo>
                <a:lnTo>
                  <a:pt x="19288" y="21600"/>
                </a:lnTo>
                <a:cubicBezTo>
                  <a:pt x="20572" y="21600"/>
                  <a:pt x="21600" y="20796"/>
                  <a:pt x="21600" y="19791"/>
                </a:cubicBezTo>
                <a:lnTo>
                  <a:pt x="21600" y="1809"/>
                </a:lnTo>
                <a:cubicBezTo>
                  <a:pt x="21600" y="804"/>
                  <a:pt x="20572" y="0"/>
                  <a:pt x="19288" y="0"/>
                </a:cubicBezTo>
                <a:close/>
              </a:path>
            </a:pathLst>
          </a:custGeom>
          <a:solidFill>
            <a:schemeClr val="tx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rtl="1">
              <a:defRPr sz="3000">
                <a:solidFill>
                  <a:srgbClr val="FFFFFF"/>
                </a:solidFill>
              </a:defRPr>
            </a:pPr>
            <a:r>
              <a:rPr lang="ar-DZ" sz="1400" b="1" dirty="0"/>
              <a:t>أنشطة تسمح بتعديل مسار التعليم والتعلم</a:t>
            </a:r>
            <a:endParaRPr sz="1400" dirty="0"/>
          </a:p>
        </p:txBody>
      </p:sp>
      <p:sp>
        <p:nvSpPr>
          <p:cNvPr id="5" name="Étoile à 8 branches 4"/>
          <p:cNvSpPr/>
          <p:nvPr/>
        </p:nvSpPr>
        <p:spPr>
          <a:xfrm>
            <a:off x="4949839" y="4831330"/>
            <a:ext cx="401276" cy="393753"/>
          </a:xfrm>
          <a:prstGeom prst="star8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dirty="0"/>
              <a:t>1</a:t>
            </a:r>
            <a:endParaRPr lang="fr-FR" dirty="0"/>
          </a:p>
        </p:txBody>
      </p:sp>
      <p:sp>
        <p:nvSpPr>
          <p:cNvPr id="57" name="Étoile à 8 branches 56"/>
          <p:cNvSpPr/>
          <p:nvPr/>
        </p:nvSpPr>
        <p:spPr>
          <a:xfrm>
            <a:off x="4952779" y="5336323"/>
            <a:ext cx="401276" cy="393753"/>
          </a:xfrm>
          <a:prstGeom prst="star8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dirty="0"/>
              <a:t>2</a:t>
            </a:r>
            <a:endParaRPr lang="fr-FR" dirty="0"/>
          </a:p>
        </p:txBody>
      </p:sp>
      <p:sp>
        <p:nvSpPr>
          <p:cNvPr id="58" name="Étoile à 8 branches 57"/>
          <p:cNvSpPr/>
          <p:nvPr/>
        </p:nvSpPr>
        <p:spPr>
          <a:xfrm>
            <a:off x="4981738" y="5841316"/>
            <a:ext cx="401276" cy="393753"/>
          </a:xfrm>
          <a:prstGeom prst="star8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dirty="0"/>
              <a:t>3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1636052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0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5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8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6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1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4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9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2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1" grpId="0" animBg="1"/>
      <p:bldP spid="23" grpId="0" animBg="1"/>
      <p:bldP spid="48" grpId="0"/>
      <p:bldP spid="32" grpId="0" animBg="1"/>
      <p:bldP spid="33" grpId="0" animBg="1"/>
      <p:bldP spid="34" grpId="0" animBg="1"/>
      <p:bldP spid="35" grpId="0" animBg="1"/>
      <p:bldP spid="36" grpId="0" animBg="1"/>
      <p:bldP spid="2" grpId="0" animBg="1"/>
      <p:bldP spid="3" grpId="0" animBg="1"/>
      <p:bldP spid="39" grpId="0" animBg="1"/>
      <p:bldP spid="40" grpId="0" animBg="1"/>
      <p:bldP spid="52" grpId="0" animBg="1"/>
      <p:bldP spid="53" grpId="0" animBg="1"/>
      <p:bldP spid="54" grpId="0" animBg="1"/>
      <p:bldP spid="55" grpId="0" animBg="1"/>
      <p:bldP spid="5" grpId="0" animBg="1"/>
      <p:bldP spid="57" grpId="0" animBg="1"/>
      <p:bldP spid="5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="" xmlns:a16="http://schemas.microsoft.com/office/drawing/2014/main" id="{2FC8C924-59B3-42D2-AD5E-FB316D6F9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9788" y="6567615"/>
            <a:ext cx="781050" cy="369332"/>
          </a:xfrm>
        </p:spPr>
        <p:txBody>
          <a:bodyPr/>
          <a:lstStyle/>
          <a:p>
            <a:pPr algn="ctr" rtl="1"/>
            <a:fld id="{E01C3548-C254-436B-B7C1-FB6D7FB82EBD}" type="slidenum">
              <a:rPr lang="fr-FR" sz="1400" b="1" smtClean="0"/>
              <a:pPr algn="ctr" rtl="1"/>
              <a:t>10</a:t>
            </a:fld>
            <a:endParaRPr lang="fr-FR" sz="1400" b="1" dirty="0"/>
          </a:p>
        </p:txBody>
      </p:sp>
      <p:grpSp>
        <p:nvGrpSpPr>
          <p:cNvPr id="12" name="Group 1">
            <a:extLst>
              <a:ext uri="{FF2B5EF4-FFF2-40B4-BE49-F238E27FC236}">
                <a16:creationId xmlns="" xmlns:a16="http://schemas.microsoft.com/office/drawing/2014/main" id="{8AF29C44-0C11-49B1-B452-99F762D42D69}"/>
              </a:ext>
            </a:extLst>
          </p:cNvPr>
          <p:cNvGrpSpPr/>
          <p:nvPr/>
        </p:nvGrpSpPr>
        <p:grpSpPr>
          <a:xfrm>
            <a:off x="54439" y="6411059"/>
            <a:ext cx="12083122" cy="217536"/>
            <a:chOff x="-23" y="4553904"/>
            <a:chExt cx="8540061" cy="209747"/>
          </a:xfrm>
        </p:grpSpPr>
        <p:sp>
          <p:nvSpPr>
            <p:cNvPr id="13" name="Rectangle">
              <a:extLst>
                <a:ext uri="{FF2B5EF4-FFF2-40B4-BE49-F238E27FC236}">
                  <a16:creationId xmlns="" xmlns:a16="http://schemas.microsoft.com/office/drawing/2014/main" id="{259AB13F-4EFB-4EE7-985C-066D66F44ABF}"/>
                </a:ext>
              </a:extLst>
            </p:cNvPr>
            <p:cNvSpPr/>
            <p:nvPr userDrawn="1"/>
          </p:nvSpPr>
          <p:spPr>
            <a:xfrm>
              <a:off x="-23" y="4553904"/>
              <a:ext cx="3562151" cy="208265"/>
            </a:xfrm>
            <a:prstGeom prst="rect">
              <a:avLst/>
            </a:prstGeom>
            <a:solidFill>
              <a:srgbClr val="035103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4" name="Rectangle">
              <a:extLst>
                <a:ext uri="{FF2B5EF4-FFF2-40B4-BE49-F238E27FC236}">
                  <a16:creationId xmlns="" xmlns:a16="http://schemas.microsoft.com/office/drawing/2014/main" id="{1398BCC2-D125-43E4-A68E-21B9A8AF3968}"/>
                </a:ext>
              </a:extLst>
            </p:cNvPr>
            <p:cNvSpPr/>
            <p:nvPr userDrawn="1"/>
          </p:nvSpPr>
          <p:spPr>
            <a:xfrm>
              <a:off x="4977887" y="4554973"/>
              <a:ext cx="3562151" cy="208265"/>
            </a:xfrm>
            <a:prstGeom prst="rect">
              <a:avLst/>
            </a:prstGeom>
            <a:solidFill>
              <a:srgbClr val="F1F1F2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5" name="Rectangle">
              <a:extLst>
                <a:ext uri="{FF2B5EF4-FFF2-40B4-BE49-F238E27FC236}">
                  <a16:creationId xmlns="" xmlns:a16="http://schemas.microsoft.com/office/drawing/2014/main" id="{D1A32321-CB60-446B-BD2E-4D4EB6CF0D48}"/>
                </a:ext>
              </a:extLst>
            </p:cNvPr>
            <p:cNvSpPr/>
            <p:nvPr userDrawn="1"/>
          </p:nvSpPr>
          <p:spPr>
            <a:xfrm>
              <a:off x="3023255" y="4555385"/>
              <a:ext cx="2493506" cy="208266"/>
            </a:xfrm>
            <a:prstGeom prst="rect">
              <a:avLst/>
            </a:prstGeom>
            <a:solidFill>
              <a:srgbClr val="BB1C2D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dirty="0"/>
            </a:p>
          </p:txBody>
        </p:sp>
      </p:grpSp>
      <p:pic>
        <p:nvPicPr>
          <p:cNvPr id="29" name="Picture 2" descr="وزارة التربية الوطنية (الجزائر)">
            <a:extLst>
              <a:ext uri="{FF2B5EF4-FFF2-40B4-BE49-F238E27FC236}">
                <a16:creationId xmlns="" xmlns:a16="http://schemas.microsoft.com/office/drawing/2014/main" id="{DCD48778-4C18-4F2E-959D-138F545705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30" t="995" r="12156" b="3516"/>
          <a:stretch/>
        </p:blipFill>
        <p:spPr bwMode="auto">
          <a:xfrm>
            <a:off x="10829110" y="-1"/>
            <a:ext cx="1308452" cy="1380343"/>
          </a:xfrm>
          <a:prstGeom prst="ellipse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Shape">
            <a:extLst>
              <a:ext uri="{FF2B5EF4-FFF2-40B4-BE49-F238E27FC236}">
                <a16:creationId xmlns="" xmlns:a16="http://schemas.microsoft.com/office/drawing/2014/main" id="{928C452F-F9EA-47EE-8742-EBEBCDEC1D9D}"/>
              </a:ext>
            </a:extLst>
          </p:cNvPr>
          <p:cNvSpPr/>
          <p:nvPr/>
        </p:nvSpPr>
        <p:spPr>
          <a:xfrm>
            <a:off x="2958403" y="974528"/>
            <a:ext cx="6746584" cy="1692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314"/>
                </a:moveTo>
                <a:lnTo>
                  <a:pt x="0" y="19286"/>
                </a:lnTo>
                <a:cubicBezTo>
                  <a:pt x="0" y="20571"/>
                  <a:pt x="434" y="21600"/>
                  <a:pt x="977" y="21600"/>
                </a:cubicBezTo>
                <a:lnTo>
                  <a:pt x="20623" y="21600"/>
                </a:lnTo>
                <a:cubicBezTo>
                  <a:pt x="21166" y="21600"/>
                  <a:pt x="21600" y="20571"/>
                  <a:pt x="21600" y="19286"/>
                </a:cubicBezTo>
                <a:lnTo>
                  <a:pt x="21600" y="2314"/>
                </a:lnTo>
                <a:cubicBezTo>
                  <a:pt x="21600" y="1029"/>
                  <a:pt x="21166" y="0"/>
                  <a:pt x="20623" y="0"/>
                </a:cubicBezTo>
                <a:lnTo>
                  <a:pt x="977" y="0"/>
                </a:lnTo>
                <a:cubicBezTo>
                  <a:pt x="434" y="0"/>
                  <a:pt x="0" y="1029"/>
                  <a:pt x="0" y="2314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" name="Shape">
            <a:extLst>
              <a:ext uri="{FF2B5EF4-FFF2-40B4-BE49-F238E27FC236}">
                <a16:creationId xmlns="" xmlns:a16="http://schemas.microsoft.com/office/drawing/2014/main" id="{CABFF6AA-6C65-4E9E-A8DC-5DAE4D8AC0B5}"/>
              </a:ext>
            </a:extLst>
          </p:cNvPr>
          <p:cNvSpPr/>
          <p:nvPr/>
        </p:nvSpPr>
        <p:spPr>
          <a:xfrm>
            <a:off x="443145" y="3390460"/>
            <a:ext cx="2304000" cy="288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88" y="0"/>
                </a:moveTo>
                <a:lnTo>
                  <a:pt x="2312" y="0"/>
                </a:lnTo>
                <a:cubicBezTo>
                  <a:pt x="1028" y="0"/>
                  <a:pt x="0" y="804"/>
                  <a:pt x="0" y="1809"/>
                </a:cubicBezTo>
                <a:lnTo>
                  <a:pt x="0" y="19791"/>
                </a:lnTo>
                <a:cubicBezTo>
                  <a:pt x="0" y="20796"/>
                  <a:pt x="1028" y="21600"/>
                  <a:pt x="2312" y="21600"/>
                </a:cubicBezTo>
                <a:lnTo>
                  <a:pt x="19288" y="21600"/>
                </a:lnTo>
                <a:cubicBezTo>
                  <a:pt x="20572" y="21600"/>
                  <a:pt x="21600" y="20796"/>
                  <a:pt x="21600" y="19791"/>
                </a:cubicBezTo>
                <a:lnTo>
                  <a:pt x="21600" y="1809"/>
                </a:lnTo>
                <a:cubicBezTo>
                  <a:pt x="21600" y="804"/>
                  <a:pt x="20572" y="0"/>
                  <a:pt x="19288" y="0"/>
                </a:cubicBezTo>
                <a:close/>
              </a:path>
            </a:pathLst>
          </a:custGeom>
          <a:solidFill>
            <a:schemeClr val="tx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" name="Shape">
            <a:extLst>
              <a:ext uri="{FF2B5EF4-FFF2-40B4-BE49-F238E27FC236}">
                <a16:creationId xmlns="" xmlns:a16="http://schemas.microsoft.com/office/drawing/2014/main" id="{F6941E36-15FB-4BCA-A273-3FE1B01E0396}"/>
              </a:ext>
            </a:extLst>
          </p:cNvPr>
          <p:cNvSpPr/>
          <p:nvPr/>
        </p:nvSpPr>
        <p:spPr>
          <a:xfrm>
            <a:off x="2917033" y="3390460"/>
            <a:ext cx="2196000" cy="288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88" y="0"/>
                </a:moveTo>
                <a:lnTo>
                  <a:pt x="2312" y="0"/>
                </a:lnTo>
                <a:cubicBezTo>
                  <a:pt x="1028" y="0"/>
                  <a:pt x="0" y="804"/>
                  <a:pt x="0" y="1809"/>
                </a:cubicBezTo>
                <a:lnTo>
                  <a:pt x="0" y="19791"/>
                </a:lnTo>
                <a:cubicBezTo>
                  <a:pt x="0" y="20796"/>
                  <a:pt x="1028" y="21600"/>
                  <a:pt x="2312" y="21600"/>
                </a:cubicBezTo>
                <a:lnTo>
                  <a:pt x="19288" y="21600"/>
                </a:lnTo>
                <a:cubicBezTo>
                  <a:pt x="20572" y="21600"/>
                  <a:pt x="21600" y="20796"/>
                  <a:pt x="21600" y="19791"/>
                </a:cubicBezTo>
                <a:lnTo>
                  <a:pt x="21600" y="1809"/>
                </a:lnTo>
                <a:cubicBezTo>
                  <a:pt x="21600" y="804"/>
                  <a:pt x="20572" y="0"/>
                  <a:pt x="19288" y="0"/>
                </a:cubicBezTo>
                <a:close/>
              </a:path>
            </a:pathLst>
          </a:custGeom>
          <a:solidFill>
            <a:schemeClr val="tx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" name="Shape">
            <a:extLst>
              <a:ext uri="{FF2B5EF4-FFF2-40B4-BE49-F238E27FC236}">
                <a16:creationId xmlns="" xmlns:a16="http://schemas.microsoft.com/office/drawing/2014/main" id="{B072E501-6E05-4D73-A28B-EF791D8231E2}"/>
              </a:ext>
            </a:extLst>
          </p:cNvPr>
          <p:cNvSpPr/>
          <p:nvPr/>
        </p:nvSpPr>
        <p:spPr>
          <a:xfrm>
            <a:off x="7603701" y="3401104"/>
            <a:ext cx="2232000" cy="28796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88" y="0"/>
                </a:moveTo>
                <a:lnTo>
                  <a:pt x="2312" y="0"/>
                </a:lnTo>
                <a:cubicBezTo>
                  <a:pt x="1028" y="0"/>
                  <a:pt x="0" y="804"/>
                  <a:pt x="0" y="1809"/>
                </a:cubicBezTo>
                <a:lnTo>
                  <a:pt x="0" y="19791"/>
                </a:lnTo>
                <a:cubicBezTo>
                  <a:pt x="0" y="20796"/>
                  <a:pt x="1028" y="21600"/>
                  <a:pt x="2312" y="21600"/>
                </a:cubicBezTo>
                <a:lnTo>
                  <a:pt x="19288" y="21600"/>
                </a:lnTo>
                <a:cubicBezTo>
                  <a:pt x="20572" y="21600"/>
                  <a:pt x="21600" y="20796"/>
                  <a:pt x="21600" y="19791"/>
                </a:cubicBezTo>
                <a:lnTo>
                  <a:pt x="21600" y="1809"/>
                </a:lnTo>
                <a:cubicBezTo>
                  <a:pt x="21600" y="804"/>
                  <a:pt x="20553" y="0"/>
                  <a:pt x="19288" y="0"/>
                </a:cubicBezTo>
                <a:close/>
              </a:path>
            </a:pathLst>
          </a:custGeom>
          <a:solidFill>
            <a:schemeClr val="tx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23" name="Shape">
            <a:extLst>
              <a:ext uri="{FF2B5EF4-FFF2-40B4-BE49-F238E27FC236}">
                <a16:creationId xmlns="" xmlns:a16="http://schemas.microsoft.com/office/drawing/2014/main" id="{B54C09E2-89C4-4DD4-9046-C2B510A82B21}"/>
              </a:ext>
            </a:extLst>
          </p:cNvPr>
          <p:cNvSpPr/>
          <p:nvPr/>
        </p:nvSpPr>
        <p:spPr>
          <a:xfrm>
            <a:off x="10044898" y="3396320"/>
            <a:ext cx="2052000" cy="288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88" y="0"/>
                </a:moveTo>
                <a:lnTo>
                  <a:pt x="2312" y="0"/>
                </a:lnTo>
                <a:cubicBezTo>
                  <a:pt x="1028" y="0"/>
                  <a:pt x="0" y="804"/>
                  <a:pt x="0" y="1809"/>
                </a:cubicBezTo>
                <a:lnTo>
                  <a:pt x="0" y="19791"/>
                </a:lnTo>
                <a:cubicBezTo>
                  <a:pt x="0" y="20796"/>
                  <a:pt x="1028" y="21600"/>
                  <a:pt x="2312" y="21600"/>
                </a:cubicBezTo>
                <a:lnTo>
                  <a:pt x="19288" y="21600"/>
                </a:lnTo>
                <a:cubicBezTo>
                  <a:pt x="20572" y="21600"/>
                  <a:pt x="21600" y="20796"/>
                  <a:pt x="21600" y="19791"/>
                </a:cubicBezTo>
                <a:lnTo>
                  <a:pt x="21600" y="1809"/>
                </a:lnTo>
                <a:cubicBezTo>
                  <a:pt x="21600" y="804"/>
                  <a:pt x="20553" y="0"/>
                  <a:pt x="19288" y="0"/>
                </a:cubicBezTo>
                <a:close/>
              </a:path>
            </a:pathLst>
          </a:custGeom>
          <a:solidFill>
            <a:schemeClr val="tx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 b="1" dirty="0"/>
          </a:p>
        </p:txBody>
      </p:sp>
      <p:sp>
        <p:nvSpPr>
          <p:cNvPr id="24" name="Shape">
            <a:extLst>
              <a:ext uri="{FF2B5EF4-FFF2-40B4-BE49-F238E27FC236}">
                <a16:creationId xmlns="" xmlns:a16="http://schemas.microsoft.com/office/drawing/2014/main" id="{1F07159E-DE6E-4E7E-89EA-8E1D95CCE51F}"/>
              </a:ext>
            </a:extLst>
          </p:cNvPr>
          <p:cNvSpPr/>
          <p:nvPr/>
        </p:nvSpPr>
        <p:spPr>
          <a:xfrm>
            <a:off x="699715" y="2905491"/>
            <a:ext cx="1501669" cy="3456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574" y="4038"/>
                </a:moveTo>
                <a:lnTo>
                  <a:pt x="0" y="4038"/>
                </a:lnTo>
                <a:lnTo>
                  <a:pt x="0" y="1271"/>
                </a:lnTo>
                <a:cubicBezTo>
                  <a:pt x="0" y="566"/>
                  <a:pt x="1153" y="0"/>
                  <a:pt x="2588" y="0"/>
                </a:cubicBezTo>
                <a:lnTo>
                  <a:pt x="19012" y="0"/>
                </a:lnTo>
                <a:cubicBezTo>
                  <a:pt x="20447" y="0"/>
                  <a:pt x="21600" y="566"/>
                  <a:pt x="21600" y="1271"/>
                </a:cubicBezTo>
                <a:lnTo>
                  <a:pt x="21600" y="4038"/>
                </a:lnTo>
                <a:close/>
                <a:moveTo>
                  <a:pt x="21574" y="21600"/>
                </a:moveTo>
                <a:cubicBezTo>
                  <a:pt x="21574" y="21084"/>
                  <a:pt x="20729" y="20669"/>
                  <a:pt x="19678" y="20669"/>
                </a:cubicBezTo>
                <a:lnTo>
                  <a:pt x="1896" y="20669"/>
                </a:lnTo>
                <a:cubicBezTo>
                  <a:pt x="846" y="20669"/>
                  <a:pt x="0" y="21084"/>
                  <a:pt x="0" y="21600"/>
                </a:cubicBezTo>
                <a:lnTo>
                  <a:pt x="0" y="21600"/>
                </a:lnTo>
                <a:lnTo>
                  <a:pt x="21574" y="21600"/>
                </a:lnTo>
                <a:lnTo>
                  <a:pt x="21574" y="21600"/>
                </a:ln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5" name="Shape">
            <a:extLst>
              <a:ext uri="{FF2B5EF4-FFF2-40B4-BE49-F238E27FC236}">
                <a16:creationId xmlns="" xmlns:a16="http://schemas.microsoft.com/office/drawing/2014/main" id="{F7B0AF32-C97A-4F6C-93E0-1AC0028AF500}"/>
              </a:ext>
            </a:extLst>
          </p:cNvPr>
          <p:cNvSpPr/>
          <p:nvPr/>
        </p:nvSpPr>
        <p:spPr>
          <a:xfrm>
            <a:off x="3308157" y="2905491"/>
            <a:ext cx="1501669" cy="3456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574" y="4038"/>
                </a:moveTo>
                <a:lnTo>
                  <a:pt x="0" y="4038"/>
                </a:lnTo>
                <a:lnTo>
                  <a:pt x="0" y="1271"/>
                </a:lnTo>
                <a:cubicBezTo>
                  <a:pt x="0" y="566"/>
                  <a:pt x="1153" y="0"/>
                  <a:pt x="2588" y="0"/>
                </a:cubicBezTo>
                <a:lnTo>
                  <a:pt x="19012" y="0"/>
                </a:lnTo>
                <a:cubicBezTo>
                  <a:pt x="20447" y="0"/>
                  <a:pt x="21600" y="566"/>
                  <a:pt x="21600" y="1271"/>
                </a:cubicBezTo>
                <a:lnTo>
                  <a:pt x="21600" y="4038"/>
                </a:lnTo>
                <a:close/>
                <a:moveTo>
                  <a:pt x="21574" y="21600"/>
                </a:moveTo>
                <a:cubicBezTo>
                  <a:pt x="21574" y="21084"/>
                  <a:pt x="20729" y="20669"/>
                  <a:pt x="19678" y="20669"/>
                </a:cubicBezTo>
                <a:lnTo>
                  <a:pt x="1896" y="20669"/>
                </a:lnTo>
                <a:cubicBezTo>
                  <a:pt x="846" y="20669"/>
                  <a:pt x="0" y="21084"/>
                  <a:pt x="0" y="21600"/>
                </a:cubicBezTo>
                <a:lnTo>
                  <a:pt x="0" y="21600"/>
                </a:lnTo>
                <a:lnTo>
                  <a:pt x="21574" y="21600"/>
                </a:lnTo>
                <a:lnTo>
                  <a:pt x="21574" y="21600"/>
                </a:ln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6" name="Shape">
            <a:extLst>
              <a:ext uri="{FF2B5EF4-FFF2-40B4-BE49-F238E27FC236}">
                <a16:creationId xmlns="" xmlns:a16="http://schemas.microsoft.com/office/drawing/2014/main" id="{0027B5FA-70AF-4549-B32A-8097E790C078}"/>
              </a:ext>
            </a:extLst>
          </p:cNvPr>
          <p:cNvSpPr/>
          <p:nvPr/>
        </p:nvSpPr>
        <p:spPr>
          <a:xfrm>
            <a:off x="7996184" y="2933179"/>
            <a:ext cx="1501669" cy="3456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574" y="4038"/>
                </a:moveTo>
                <a:lnTo>
                  <a:pt x="0" y="4038"/>
                </a:lnTo>
                <a:lnTo>
                  <a:pt x="0" y="1271"/>
                </a:lnTo>
                <a:cubicBezTo>
                  <a:pt x="0" y="566"/>
                  <a:pt x="1153" y="0"/>
                  <a:pt x="2588" y="0"/>
                </a:cubicBezTo>
                <a:lnTo>
                  <a:pt x="19012" y="0"/>
                </a:lnTo>
                <a:cubicBezTo>
                  <a:pt x="20447" y="0"/>
                  <a:pt x="21600" y="566"/>
                  <a:pt x="21600" y="1271"/>
                </a:cubicBezTo>
                <a:lnTo>
                  <a:pt x="21600" y="4038"/>
                </a:lnTo>
                <a:close/>
                <a:moveTo>
                  <a:pt x="21574" y="21600"/>
                </a:moveTo>
                <a:cubicBezTo>
                  <a:pt x="21574" y="21084"/>
                  <a:pt x="20729" y="20669"/>
                  <a:pt x="19678" y="20669"/>
                </a:cubicBezTo>
                <a:lnTo>
                  <a:pt x="1896" y="20669"/>
                </a:lnTo>
                <a:cubicBezTo>
                  <a:pt x="846" y="20669"/>
                  <a:pt x="0" y="21084"/>
                  <a:pt x="0" y="21600"/>
                </a:cubicBezTo>
                <a:lnTo>
                  <a:pt x="0" y="21600"/>
                </a:lnTo>
                <a:lnTo>
                  <a:pt x="21574" y="21600"/>
                </a:lnTo>
                <a:lnTo>
                  <a:pt x="21574" y="2160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7" name="Shape">
            <a:extLst>
              <a:ext uri="{FF2B5EF4-FFF2-40B4-BE49-F238E27FC236}">
                <a16:creationId xmlns="" xmlns:a16="http://schemas.microsoft.com/office/drawing/2014/main" id="{6927F68D-E0A1-42CF-AD20-D3C865B51E70}"/>
              </a:ext>
            </a:extLst>
          </p:cNvPr>
          <p:cNvSpPr/>
          <p:nvPr/>
        </p:nvSpPr>
        <p:spPr>
          <a:xfrm>
            <a:off x="10332876" y="2911351"/>
            <a:ext cx="1501673" cy="3456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574" y="4038"/>
                </a:moveTo>
                <a:lnTo>
                  <a:pt x="0" y="4038"/>
                </a:lnTo>
                <a:lnTo>
                  <a:pt x="0" y="1271"/>
                </a:lnTo>
                <a:cubicBezTo>
                  <a:pt x="0" y="566"/>
                  <a:pt x="1153" y="0"/>
                  <a:pt x="2588" y="0"/>
                </a:cubicBezTo>
                <a:lnTo>
                  <a:pt x="19012" y="0"/>
                </a:lnTo>
                <a:cubicBezTo>
                  <a:pt x="20447" y="0"/>
                  <a:pt x="21600" y="566"/>
                  <a:pt x="21600" y="1271"/>
                </a:cubicBezTo>
                <a:lnTo>
                  <a:pt x="21600" y="4038"/>
                </a:lnTo>
                <a:close/>
                <a:moveTo>
                  <a:pt x="21574" y="21600"/>
                </a:moveTo>
                <a:cubicBezTo>
                  <a:pt x="21574" y="21084"/>
                  <a:pt x="20729" y="20669"/>
                  <a:pt x="19678" y="20669"/>
                </a:cubicBezTo>
                <a:lnTo>
                  <a:pt x="1896" y="20669"/>
                </a:lnTo>
                <a:cubicBezTo>
                  <a:pt x="846" y="20669"/>
                  <a:pt x="0" y="21084"/>
                  <a:pt x="0" y="21600"/>
                </a:cubicBezTo>
                <a:lnTo>
                  <a:pt x="0" y="21600"/>
                </a:lnTo>
                <a:lnTo>
                  <a:pt x="21574" y="21600"/>
                </a:lnTo>
                <a:lnTo>
                  <a:pt x="21574" y="2160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8" name="Shape">
            <a:extLst>
              <a:ext uri="{FF2B5EF4-FFF2-40B4-BE49-F238E27FC236}">
                <a16:creationId xmlns="" xmlns:a16="http://schemas.microsoft.com/office/drawing/2014/main" id="{AE28D555-1DAF-450E-86AE-53357297A389}"/>
              </a:ext>
            </a:extLst>
          </p:cNvPr>
          <p:cNvSpPr/>
          <p:nvPr/>
        </p:nvSpPr>
        <p:spPr>
          <a:xfrm>
            <a:off x="1041990" y="1935625"/>
            <a:ext cx="10218404" cy="9975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7" y="21561"/>
                </a:moveTo>
                <a:cubicBezTo>
                  <a:pt x="24" y="21561"/>
                  <a:pt x="0" y="21407"/>
                  <a:pt x="0" y="21253"/>
                </a:cubicBezTo>
                <a:lnTo>
                  <a:pt x="0" y="3009"/>
                </a:lnTo>
                <a:cubicBezTo>
                  <a:pt x="0" y="1350"/>
                  <a:pt x="208" y="0"/>
                  <a:pt x="463" y="0"/>
                </a:cubicBezTo>
                <a:lnTo>
                  <a:pt x="5143" y="0"/>
                </a:lnTo>
                <a:cubicBezTo>
                  <a:pt x="5167" y="0"/>
                  <a:pt x="5191" y="154"/>
                  <a:pt x="5191" y="309"/>
                </a:cubicBezTo>
                <a:cubicBezTo>
                  <a:pt x="5191" y="463"/>
                  <a:pt x="5167" y="617"/>
                  <a:pt x="5143" y="617"/>
                </a:cubicBezTo>
                <a:lnTo>
                  <a:pt x="463" y="617"/>
                </a:lnTo>
                <a:cubicBezTo>
                  <a:pt x="261" y="617"/>
                  <a:pt x="95" y="1697"/>
                  <a:pt x="95" y="3009"/>
                </a:cubicBezTo>
                <a:lnTo>
                  <a:pt x="95" y="21253"/>
                </a:lnTo>
                <a:cubicBezTo>
                  <a:pt x="95" y="21446"/>
                  <a:pt x="71" y="21561"/>
                  <a:pt x="47" y="21561"/>
                </a:cubicBezTo>
                <a:close/>
                <a:moveTo>
                  <a:pt x="7255" y="21291"/>
                </a:moveTo>
                <a:lnTo>
                  <a:pt x="7255" y="20983"/>
                </a:lnTo>
                <a:cubicBezTo>
                  <a:pt x="7255" y="19671"/>
                  <a:pt x="7421" y="18591"/>
                  <a:pt x="7623" y="18591"/>
                </a:cubicBezTo>
                <a:lnTo>
                  <a:pt x="10038" y="18591"/>
                </a:lnTo>
                <a:cubicBezTo>
                  <a:pt x="10293" y="18591"/>
                  <a:pt x="10500" y="17241"/>
                  <a:pt x="10500" y="15583"/>
                </a:cubicBezTo>
                <a:cubicBezTo>
                  <a:pt x="10500" y="15429"/>
                  <a:pt x="10477" y="15274"/>
                  <a:pt x="10453" y="15274"/>
                </a:cubicBezTo>
                <a:cubicBezTo>
                  <a:pt x="10429" y="15274"/>
                  <a:pt x="10405" y="15429"/>
                  <a:pt x="10405" y="15583"/>
                </a:cubicBezTo>
                <a:cubicBezTo>
                  <a:pt x="10405" y="16894"/>
                  <a:pt x="10239" y="17974"/>
                  <a:pt x="10038" y="17974"/>
                </a:cubicBezTo>
                <a:lnTo>
                  <a:pt x="7623" y="17974"/>
                </a:lnTo>
                <a:cubicBezTo>
                  <a:pt x="7368" y="17974"/>
                  <a:pt x="7160" y="19324"/>
                  <a:pt x="7160" y="20983"/>
                </a:cubicBezTo>
                <a:lnTo>
                  <a:pt x="7160" y="21291"/>
                </a:lnTo>
                <a:cubicBezTo>
                  <a:pt x="7160" y="21446"/>
                  <a:pt x="7184" y="21600"/>
                  <a:pt x="7208" y="21600"/>
                </a:cubicBezTo>
                <a:cubicBezTo>
                  <a:pt x="7232" y="21600"/>
                  <a:pt x="7255" y="21446"/>
                  <a:pt x="7255" y="21291"/>
                </a:cubicBezTo>
                <a:close/>
                <a:moveTo>
                  <a:pt x="21600" y="21291"/>
                </a:moveTo>
                <a:lnTo>
                  <a:pt x="21600" y="3047"/>
                </a:lnTo>
                <a:cubicBezTo>
                  <a:pt x="21600" y="1389"/>
                  <a:pt x="21392" y="39"/>
                  <a:pt x="21137" y="39"/>
                </a:cubicBezTo>
                <a:lnTo>
                  <a:pt x="16457" y="39"/>
                </a:lnTo>
                <a:cubicBezTo>
                  <a:pt x="16433" y="39"/>
                  <a:pt x="16409" y="193"/>
                  <a:pt x="16409" y="347"/>
                </a:cubicBezTo>
                <a:cubicBezTo>
                  <a:pt x="16409" y="501"/>
                  <a:pt x="16433" y="656"/>
                  <a:pt x="16457" y="656"/>
                </a:cubicBezTo>
                <a:lnTo>
                  <a:pt x="21137" y="656"/>
                </a:lnTo>
                <a:cubicBezTo>
                  <a:pt x="21339" y="656"/>
                  <a:pt x="21505" y="1736"/>
                  <a:pt x="21505" y="3047"/>
                </a:cubicBezTo>
                <a:lnTo>
                  <a:pt x="21505" y="21291"/>
                </a:lnTo>
                <a:cubicBezTo>
                  <a:pt x="21505" y="21446"/>
                  <a:pt x="21529" y="21600"/>
                  <a:pt x="21553" y="21600"/>
                </a:cubicBezTo>
                <a:cubicBezTo>
                  <a:pt x="21576" y="21600"/>
                  <a:pt x="21600" y="21446"/>
                  <a:pt x="21600" y="21291"/>
                </a:cubicBezTo>
                <a:close/>
                <a:moveTo>
                  <a:pt x="14440" y="21291"/>
                </a:moveTo>
                <a:lnTo>
                  <a:pt x="14440" y="20983"/>
                </a:lnTo>
                <a:cubicBezTo>
                  <a:pt x="14440" y="19324"/>
                  <a:pt x="14232" y="17974"/>
                  <a:pt x="13977" y="17974"/>
                </a:cubicBezTo>
                <a:lnTo>
                  <a:pt x="11562" y="17974"/>
                </a:lnTo>
                <a:cubicBezTo>
                  <a:pt x="11361" y="17974"/>
                  <a:pt x="11195" y="16894"/>
                  <a:pt x="11195" y="15583"/>
                </a:cubicBezTo>
                <a:cubicBezTo>
                  <a:pt x="11195" y="15429"/>
                  <a:pt x="11171" y="15274"/>
                  <a:pt x="11147" y="15274"/>
                </a:cubicBezTo>
                <a:cubicBezTo>
                  <a:pt x="11123" y="15274"/>
                  <a:pt x="11100" y="15429"/>
                  <a:pt x="11100" y="15583"/>
                </a:cubicBezTo>
                <a:cubicBezTo>
                  <a:pt x="11100" y="17241"/>
                  <a:pt x="11307" y="18591"/>
                  <a:pt x="11562" y="18591"/>
                </a:cubicBezTo>
                <a:lnTo>
                  <a:pt x="13977" y="18591"/>
                </a:lnTo>
                <a:cubicBezTo>
                  <a:pt x="14179" y="18591"/>
                  <a:pt x="14345" y="19671"/>
                  <a:pt x="14345" y="20983"/>
                </a:cubicBezTo>
                <a:lnTo>
                  <a:pt x="14345" y="21291"/>
                </a:lnTo>
                <a:cubicBezTo>
                  <a:pt x="14345" y="21446"/>
                  <a:pt x="14368" y="21600"/>
                  <a:pt x="14392" y="21600"/>
                </a:cubicBezTo>
                <a:cubicBezTo>
                  <a:pt x="14416" y="21600"/>
                  <a:pt x="14440" y="21446"/>
                  <a:pt x="14440" y="21291"/>
                </a:cubicBezTo>
                <a:close/>
              </a:path>
            </a:pathLst>
          </a:custGeom>
          <a:solidFill>
            <a:srgbClr val="004A64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1" name="TextBox 24">
            <a:extLst>
              <a:ext uri="{FF2B5EF4-FFF2-40B4-BE49-F238E27FC236}">
                <a16:creationId xmlns="" xmlns:a16="http://schemas.microsoft.com/office/drawing/2014/main" id="{CEFDF567-DE4F-47A4-ACD1-2EECCB7E2326}"/>
              </a:ext>
            </a:extLst>
          </p:cNvPr>
          <p:cNvSpPr txBox="1"/>
          <p:nvPr/>
        </p:nvSpPr>
        <p:spPr>
          <a:xfrm>
            <a:off x="10042383" y="3850542"/>
            <a:ext cx="2030147" cy="2062103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algn="ctr" rtl="1"/>
            <a:r>
              <a:rPr lang="ar-DZ" sz="3200" b="1" kern="0" noProof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العمل بشكل فردي و/ أو بشكل مجموعات </a:t>
            </a:r>
            <a:endParaRPr lang="en-US" sz="3200" b="1" kern="0" noProof="1">
              <a:solidFill>
                <a:schemeClr val="bg1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8" name="TextBox 31">
            <a:extLst>
              <a:ext uri="{FF2B5EF4-FFF2-40B4-BE49-F238E27FC236}">
                <a16:creationId xmlns="" xmlns:a16="http://schemas.microsoft.com/office/drawing/2014/main" id="{A40D5BB1-F872-4D2E-B8F4-8BBA776B60D0}"/>
              </a:ext>
            </a:extLst>
          </p:cNvPr>
          <p:cNvSpPr txBox="1"/>
          <p:nvPr/>
        </p:nvSpPr>
        <p:spPr>
          <a:xfrm>
            <a:off x="3297751" y="1400396"/>
            <a:ext cx="5917474" cy="707886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algn="ctr" rtl="1"/>
            <a:r>
              <a:rPr lang="ar-DZ" sz="4000" b="1" kern="0" noProof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تسيير المعالجة البيداغوجية</a:t>
            </a:r>
            <a:endParaRPr lang="en-US" sz="4000" b="1" kern="0" noProof="1">
              <a:solidFill>
                <a:schemeClr val="bg1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9" name="TextBox 24">
            <a:extLst>
              <a:ext uri="{FF2B5EF4-FFF2-40B4-BE49-F238E27FC236}">
                <a16:creationId xmlns="" xmlns:a16="http://schemas.microsoft.com/office/drawing/2014/main" id="{86601782-B611-459A-AB51-B36859CC7729}"/>
              </a:ext>
            </a:extLst>
          </p:cNvPr>
          <p:cNvSpPr txBox="1"/>
          <p:nvPr/>
        </p:nvSpPr>
        <p:spPr>
          <a:xfrm>
            <a:off x="7613549" y="3626555"/>
            <a:ext cx="2132093" cy="2554545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algn="ctr" rtl="1"/>
            <a:r>
              <a:rPr lang="ar-DZ" sz="3200" b="1" kern="0" noProof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اعتماد طرائق البيداغوجيا التشاركية </a:t>
            </a:r>
          </a:p>
          <a:p>
            <a:pPr algn="ctr" rtl="1"/>
            <a:r>
              <a:rPr lang="ar-DZ" sz="3200" b="1" kern="0" noProof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و التعاون مع الأقران</a:t>
            </a:r>
            <a:endParaRPr lang="en-US" sz="3200" b="1" kern="0" noProof="1">
              <a:solidFill>
                <a:schemeClr val="bg1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0" name="TextBox 24">
            <a:extLst>
              <a:ext uri="{FF2B5EF4-FFF2-40B4-BE49-F238E27FC236}">
                <a16:creationId xmlns="" xmlns:a16="http://schemas.microsoft.com/office/drawing/2014/main" id="{D9C9FB74-E5B6-433B-AD0B-6DCA519DC6C9}"/>
              </a:ext>
            </a:extLst>
          </p:cNvPr>
          <p:cNvSpPr txBox="1"/>
          <p:nvPr/>
        </p:nvSpPr>
        <p:spPr>
          <a:xfrm>
            <a:off x="2872284" y="3885529"/>
            <a:ext cx="2195999" cy="1569660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algn="ctr" rtl="1"/>
            <a:r>
              <a:rPr lang="ar-DZ" sz="3200" b="1" kern="0" noProof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متابعة و تقييم سيرورة </a:t>
            </a:r>
          </a:p>
          <a:p>
            <a:pPr algn="ctr" rtl="1"/>
            <a:r>
              <a:rPr lang="ar-DZ" sz="3200" b="1" kern="0" noProof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النشاط</a:t>
            </a:r>
            <a:endParaRPr lang="en-US" sz="3200" b="1" kern="0" noProof="1">
              <a:solidFill>
                <a:schemeClr val="bg1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1" name="TextBox 24">
            <a:extLst>
              <a:ext uri="{FF2B5EF4-FFF2-40B4-BE49-F238E27FC236}">
                <a16:creationId xmlns="" xmlns:a16="http://schemas.microsoft.com/office/drawing/2014/main" id="{82BFAC5E-F395-4AE1-A8C9-972D8A17D755}"/>
              </a:ext>
            </a:extLst>
          </p:cNvPr>
          <p:cNvSpPr txBox="1"/>
          <p:nvPr/>
        </p:nvSpPr>
        <p:spPr>
          <a:xfrm>
            <a:off x="443145" y="3861160"/>
            <a:ext cx="2195999" cy="1569660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algn="ctr" rtl="1"/>
            <a:r>
              <a:rPr lang="ar-DZ" sz="3200" b="1" kern="0" noProof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التكفل بتصحيح مسارات التعلم الحالية</a:t>
            </a:r>
            <a:endParaRPr lang="en-US" sz="3200" b="1" kern="0" noProof="1">
              <a:solidFill>
                <a:schemeClr val="bg1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1228828" y="3043720"/>
            <a:ext cx="4577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/>
              <a:t>5</a:t>
            </a:r>
            <a:endParaRPr lang="fr-FR" sz="2800" b="1" dirty="0"/>
          </a:p>
        </p:txBody>
      </p:sp>
      <p:sp>
        <p:nvSpPr>
          <p:cNvPr id="33" name="Shape">
            <a:extLst>
              <a:ext uri="{FF2B5EF4-FFF2-40B4-BE49-F238E27FC236}">
                <a16:creationId xmlns="" xmlns:a16="http://schemas.microsoft.com/office/drawing/2014/main" id="{B072E501-6E05-4D73-A28B-EF791D8231E2}"/>
              </a:ext>
            </a:extLst>
          </p:cNvPr>
          <p:cNvSpPr/>
          <p:nvPr/>
        </p:nvSpPr>
        <p:spPr>
          <a:xfrm>
            <a:off x="5248144" y="3394005"/>
            <a:ext cx="2232000" cy="2880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88" y="0"/>
                </a:moveTo>
                <a:lnTo>
                  <a:pt x="2312" y="0"/>
                </a:lnTo>
                <a:cubicBezTo>
                  <a:pt x="1028" y="0"/>
                  <a:pt x="0" y="804"/>
                  <a:pt x="0" y="1809"/>
                </a:cubicBezTo>
                <a:lnTo>
                  <a:pt x="0" y="19791"/>
                </a:lnTo>
                <a:cubicBezTo>
                  <a:pt x="0" y="20796"/>
                  <a:pt x="1028" y="21600"/>
                  <a:pt x="2312" y="21600"/>
                </a:cubicBezTo>
                <a:lnTo>
                  <a:pt x="19288" y="21600"/>
                </a:lnTo>
                <a:cubicBezTo>
                  <a:pt x="20572" y="21600"/>
                  <a:pt x="21600" y="20796"/>
                  <a:pt x="21600" y="19791"/>
                </a:cubicBezTo>
                <a:lnTo>
                  <a:pt x="21600" y="1809"/>
                </a:lnTo>
                <a:cubicBezTo>
                  <a:pt x="21600" y="804"/>
                  <a:pt x="20553" y="0"/>
                  <a:pt x="19288" y="0"/>
                </a:cubicBezTo>
                <a:close/>
              </a:path>
            </a:pathLst>
          </a:custGeom>
          <a:solidFill>
            <a:schemeClr val="tx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4" name="Shape">
            <a:extLst>
              <a:ext uri="{FF2B5EF4-FFF2-40B4-BE49-F238E27FC236}">
                <a16:creationId xmlns="" xmlns:a16="http://schemas.microsoft.com/office/drawing/2014/main" id="{0027B5FA-70AF-4549-B32A-8097E790C078}"/>
              </a:ext>
            </a:extLst>
          </p:cNvPr>
          <p:cNvSpPr/>
          <p:nvPr/>
        </p:nvSpPr>
        <p:spPr>
          <a:xfrm>
            <a:off x="5640627" y="2909036"/>
            <a:ext cx="1501669" cy="3456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574" y="4038"/>
                </a:moveTo>
                <a:lnTo>
                  <a:pt x="0" y="4038"/>
                </a:lnTo>
                <a:lnTo>
                  <a:pt x="0" y="1271"/>
                </a:lnTo>
                <a:cubicBezTo>
                  <a:pt x="0" y="566"/>
                  <a:pt x="1153" y="0"/>
                  <a:pt x="2588" y="0"/>
                </a:cubicBezTo>
                <a:lnTo>
                  <a:pt x="19012" y="0"/>
                </a:lnTo>
                <a:cubicBezTo>
                  <a:pt x="20447" y="0"/>
                  <a:pt x="21600" y="566"/>
                  <a:pt x="21600" y="1271"/>
                </a:cubicBezTo>
                <a:lnTo>
                  <a:pt x="21600" y="4038"/>
                </a:lnTo>
                <a:close/>
                <a:moveTo>
                  <a:pt x="21574" y="21600"/>
                </a:moveTo>
                <a:cubicBezTo>
                  <a:pt x="21574" y="21084"/>
                  <a:pt x="20729" y="20669"/>
                  <a:pt x="19678" y="20669"/>
                </a:cubicBezTo>
                <a:lnTo>
                  <a:pt x="1896" y="20669"/>
                </a:lnTo>
                <a:cubicBezTo>
                  <a:pt x="846" y="20669"/>
                  <a:pt x="0" y="21084"/>
                  <a:pt x="0" y="21600"/>
                </a:cubicBezTo>
                <a:lnTo>
                  <a:pt x="0" y="21600"/>
                </a:lnTo>
                <a:lnTo>
                  <a:pt x="21574" y="21600"/>
                </a:lnTo>
                <a:lnTo>
                  <a:pt x="21574" y="21600"/>
                </a:lnTo>
                <a:close/>
              </a:path>
            </a:pathLst>
          </a:cu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5" name="TextBox 24">
            <a:extLst>
              <a:ext uri="{FF2B5EF4-FFF2-40B4-BE49-F238E27FC236}">
                <a16:creationId xmlns="" xmlns:a16="http://schemas.microsoft.com/office/drawing/2014/main" id="{86601782-B611-459A-AB51-B36859CC7729}"/>
              </a:ext>
            </a:extLst>
          </p:cNvPr>
          <p:cNvSpPr txBox="1"/>
          <p:nvPr/>
        </p:nvSpPr>
        <p:spPr>
          <a:xfrm>
            <a:off x="5257992" y="4034135"/>
            <a:ext cx="2132093" cy="1569660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algn="ctr" rtl="1"/>
            <a:r>
              <a:rPr lang="ar-DZ" sz="3200" b="1" kern="0" noProof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توزيع الأعمال وفق الزمن المتاح</a:t>
            </a:r>
            <a:endParaRPr lang="en-US" sz="3200" b="1" kern="0" noProof="1">
              <a:solidFill>
                <a:schemeClr val="bg1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6" name="ZoneTexte 35"/>
          <p:cNvSpPr txBox="1"/>
          <p:nvPr/>
        </p:nvSpPr>
        <p:spPr>
          <a:xfrm>
            <a:off x="3828451" y="3109686"/>
            <a:ext cx="4577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/>
              <a:t>4</a:t>
            </a:r>
            <a:endParaRPr lang="fr-FR" sz="2800" b="1" dirty="0"/>
          </a:p>
        </p:txBody>
      </p:sp>
      <p:sp>
        <p:nvSpPr>
          <p:cNvPr id="37" name="ZoneTexte 36"/>
          <p:cNvSpPr txBox="1"/>
          <p:nvPr/>
        </p:nvSpPr>
        <p:spPr>
          <a:xfrm>
            <a:off x="6199039" y="3164937"/>
            <a:ext cx="4577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/>
              <a:t>3</a:t>
            </a:r>
            <a:endParaRPr lang="fr-FR" sz="2800" b="1" dirty="0"/>
          </a:p>
        </p:txBody>
      </p:sp>
      <p:sp>
        <p:nvSpPr>
          <p:cNvPr id="38" name="ZoneTexte 37"/>
          <p:cNvSpPr txBox="1"/>
          <p:nvPr/>
        </p:nvSpPr>
        <p:spPr>
          <a:xfrm>
            <a:off x="8546500" y="3192112"/>
            <a:ext cx="4577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/>
              <a:t>2</a:t>
            </a:r>
            <a:endParaRPr lang="fr-FR" sz="2800" b="1" dirty="0"/>
          </a:p>
        </p:txBody>
      </p:sp>
      <p:sp>
        <p:nvSpPr>
          <p:cNvPr id="39" name="ZoneTexte 38"/>
          <p:cNvSpPr txBox="1"/>
          <p:nvPr/>
        </p:nvSpPr>
        <p:spPr>
          <a:xfrm>
            <a:off x="10801989" y="3141600"/>
            <a:ext cx="4577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/>
              <a:t>1</a:t>
            </a:r>
            <a:endParaRPr lang="fr-FR" sz="2800" b="1" dirty="0"/>
          </a:p>
        </p:txBody>
      </p:sp>
    </p:spTree>
    <p:extLst>
      <p:ext uri="{BB962C8B-B14F-4D97-AF65-F5344CB8AC3E}">
        <p14:creationId xmlns:p14="http://schemas.microsoft.com/office/powerpoint/2010/main" val="194245364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6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4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0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5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8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1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9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41" grpId="0"/>
      <p:bldP spid="48" grpId="0"/>
      <p:bldP spid="49" grpId="0"/>
      <p:bldP spid="50" grpId="0"/>
      <p:bldP spid="51" grpId="0"/>
      <p:bldP spid="33" grpId="0" animBg="1"/>
      <p:bldP spid="34" grpId="0" animBg="1"/>
      <p:bldP spid="3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="" xmlns:a16="http://schemas.microsoft.com/office/drawing/2014/main" id="{2FC8C924-59B3-42D2-AD5E-FB316D6F9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9788" y="6567615"/>
            <a:ext cx="781050" cy="369332"/>
          </a:xfrm>
        </p:spPr>
        <p:txBody>
          <a:bodyPr/>
          <a:lstStyle/>
          <a:p>
            <a:pPr algn="ctr" rtl="1"/>
            <a:fld id="{E01C3548-C254-436B-B7C1-FB6D7FB82EBD}" type="slidenum">
              <a:rPr lang="fr-FR" sz="1400" b="1" smtClean="0"/>
              <a:pPr algn="ctr" rtl="1"/>
              <a:t>11</a:t>
            </a:fld>
            <a:endParaRPr lang="fr-FR" sz="1400" b="1" dirty="0"/>
          </a:p>
        </p:txBody>
      </p:sp>
      <p:grpSp>
        <p:nvGrpSpPr>
          <p:cNvPr id="12" name="Group 1">
            <a:extLst>
              <a:ext uri="{FF2B5EF4-FFF2-40B4-BE49-F238E27FC236}">
                <a16:creationId xmlns="" xmlns:a16="http://schemas.microsoft.com/office/drawing/2014/main" id="{8AF29C44-0C11-49B1-B452-99F762D42D69}"/>
              </a:ext>
            </a:extLst>
          </p:cNvPr>
          <p:cNvGrpSpPr/>
          <p:nvPr/>
        </p:nvGrpSpPr>
        <p:grpSpPr>
          <a:xfrm>
            <a:off x="54439" y="6411059"/>
            <a:ext cx="12083122" cy="217536"/>
            <a:chOff x="-23" y="4553904"/>
            <a:chExt cx="8540061" cy="209747"/>
          </a:xfrm>
        </p:grpSpPr>
        <p:sp>
          <p:nvSpPr>
            <p:cNvPr id="13" name="Rectangle">
              <a:extLst>
                <a:ext uri="{FF2B5EF4-FFF2-40B4-BE49-F238E27FC236}">
                  <a16:creationId xmlns="" xmlns:a16="http://schemas.microsoft.com/office/drawing/2014/main" id="{259AB13F-4EFB-4EE7-985C-066D66F44ABF}"/>
                </a:ext>
              </a:extLst>
            </p:cNvPr>
            <p:cNvSpPr/>
            <p:nvPr userDrawn="1"/>
          </p:nvSpPr>
          <p:spPr>
            <a:xfrm>
              <a:off x="-23" y="4553904"/>
              <a:ext cx="3562151" cy="208265"/>
            </a:xfrm>
            <a:prstGeom prst="rect">
              <a:avLst/>
            </a:prstGeom>
            <a:solidFill>
              <a:srgbClr val="035103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4" name="Rectangle">
              <a:extLst>
                <a:ext uri="{FF2B5EF4-FFF2-40B4-BE49-F238E27FC236}">
                  <a16:creationId xmlns="" xmlns:a16="http://schemas.microsoft.com/office/drawing/2014/main" id="{1398BCC2-D125-43E4-A68E-21B9A8AF3968}"/>
                </a:ext>
              </a:extLst>
            </p:cNvPr>
            <p:cNvSpPr/>
            <p:nvPr userDrawn="1"/>
          </p:nvSpPr>
          <p:spPr>
            <a:xfrm>
              <a:off x="4977887" y="4554973"/>
              <a:ext cx="3562151" cy="208265"/>
            </a:xfrm>
            <a:prstGeom prst="rect">
              <a:avLst/>
            </a:prstGeom>
            <a:solidFill>
              <a:srgbClr val="F1F1F2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5" name="Rectangle">
              <a:extLst>
                <a:ext uri="{FF2B5EF4-FFF2-40B4-BE49-F238E27FC236}">
                  <a16:creationId xmlns="" xmlns:a16="http://schemas.microsoft.com/office/drawing/2014/main" id="{D1A32321-CB60-446B-BD2E-4D4EB6CF0D48}"/>
                </a:ext>
              </a:extLst>
            </p:cNvPr>
            <p:cNvSpPr/>
            <p:nvPr userDrawn="1"/>
          </p:nvSpPr>
          <p:spPr>
            <a:xfrm>
              <a:off x="3023255" y="4555385"/>
              <a:ext cx="2493506" cy="208266"/>
            </a:xfrm>
            <a:prstGeom prst="rect">
              <a:avLst/>
            </a:prstGeom>
            <a:solidFill>
              <a:srgbClr val="BB1C2D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dirty="0"/>
            </a:p>
          </p:txBody>
        </p:sp>
      </p:grpSp>
      <p:pic>
        <p:nvPicPr>
          <p:cNvPr id="29" name="Picture 2" descr="وزارة التربية الوطنية (الجزائر)">
            <a:extLst>
              <a:ext uri="{FF2B5EF4-FFF2-40B4-BE49-F238E27FC236}">
                <a16:creationId xmlns="" xmlns:a16="http://schemas.microsoft.com/office/drawing/2014/main" id="{DCD48778-4C18-4F2E-959D-138F545705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30" t="995" r="12156" b="3516"/>
          <a:stretch/>
        </p:blipFill>
        <p:spPr bwMode="auto">
          <a:xfrm>
            <a:off x="10829110" y="-1"/>
            <a:ext cx="1308452" cy="1380343"/>
          </a:xfrm>
          <a:prstGeom prst="ellipse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Shape">
            <a:extLst>
              <a:ext uri="{FF2B5EF4-FFF2-40B4-BE49-F238E27FC236}">
                <a16:creationId xmlns="" xmlns:a16="http://schemas.microsoft.com/office/drawing/2014/main" id="{928C452F-F9EA-47EE-8742-EBEBCDEC1D9D}"/>
              </a:ext>
            </a:extLst>
          </p:cNvPr>
          <p:cNvSpPr/>
          <p:nvPr/>
        </p:nvSpPr>
        <p:spPr>
          <a:xfrm>
            <a:off x="2870977" y="418630"/>
            <a:ext cx="6746584" cy="14105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314"/>
                </a:moveTo>
                <a:lnTo>
                  <a:pt x="0" y="19286"/>
                </a:lnTo>
                <a:cubicBezTo>
                  <a:pt x="0" y="20571"/>
                  <a:pt x="434" y="21600"/>
                  <a:pt x="977" y="21600"/>
                </a:cubicBezTo>
                <a:lnTo>
                  <a:pt x="20623" y="21600"/>
                </a:lnTo>
                <a:cubicBezTo>
                  <a:pt x="21166" y="21600"/>
                  <a:pt x="21600" y="20571"/>
                  <a:pt x="21600" y="19286"/>
                </a:cubicBezTo>
                <a:lnTo>
                  <a:pt x="21600" y="2314"/>
                </a:lnTo>
                <a:cubicBezTo>
                  <a:pt x="21600" y="1029"/>
                  <a:pt x="21166" y="0"/>
                  <a:pt x="20623" y="0"/>
                </a:cubicBezTo>
                <a:lnTo>
                  <a:pt x="977" y="0"/>
                </a:lnTo>
                <a:cubicBezTo>
                  <a:pt x="434" y="0"/>
                  <a:pt x="0" y="1029"/>
                  <a:pt x="0" y="2314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21" name="Shape">
            <a:extLst>
              <a:ext uri="{FF2B5EF4-FFF2-40B4-BE49-F238E27FC236}">
                <a16:creationId xmlns="" xmlns:a16="http://schemas.microsoft.com/office/drawing/2014/main" id="{F6941E36-15FB-4BCA-A273-3FE1B01E0396}"/>
              </a:ext>
            </a:extLst>
          </p:cNvPr>
          <p:cNvSpPr/>
          <p:nvPr/>
        </p:nvSpPr>
        <p:spPr>
          <a:xfrm>
            <a:off x="659218" y="3691094"/>
            <a:ext cx="10169891" cy="12211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88" y="0"/>
                </a:moveTo>
                <a:lnTo>
                  <a:pt x="2312" y="0"/>
                </a:lnTo>
                <a:cubicBezTo>
                  <a:pt x="1028" y="0"/>
                  <a:pt x="0" y="804"/>
                  <a:pt x="0" y="1809"/>
                </a:cubicBezTo>
                <a:lnTo>
                  <a:pt x="0" y="19791"/>
                </a:lnTo>
                <a:cubicBezTo>
                  <a:pt x="0" y="20796"/>
                  <a:pt x="1028" y="21600"/>
                  <a:pt x="2312" y="21600"/>
                </a:cubicBezTo>
                <a:lnTo>
                  <a:pt x="19288" y="21600"/>
                </a:lnTo>
                <a:cubicBezTo>
                  <a:pt x="20572" y="21600"/>
                  <a:pt x="21600" y="20796"/>
                  <a:pt x="21600" y="19791"/>
                </a:cubicBezTo>
                <a:lnTo>
                  <a:pt x="21600" y="1809"/>
                </a:lnTo>
                <a:cubicBezTo>
                  <a:pt x="21600" y="804"/>
                  <a:pt x="20572" y="0"/>
                  <a:pt x="19288" y="0"/>
                </a:cubicBezTo>
                <a:close/>
              </a:path>
            </a:pathLst>
          </a:custGeom>
          <a:solidFill>
            <a:schemeClr val="tx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" name="Shape">
            <a:extLst>
              <a:ext uri="{FF2B5EF4-FFF2-40B4-BE49-F238E27FC236}">
                <a16:creationId xmlns="" xmlns:a16="http://schemas.microsoft.com/office/drawing/2014/main" id="{B54C09E2-89C4-4DD4-9046-C2B510A82B21}"/>
              </a:ext>
            </a:extLst>
          </p:cNvPr>
          <p:cNvSpPr/>
          <p:nvPr/>
        </p:nvSpPr>
        <p:spPr>
          <a:xfrm>
            <a:off x="659218" y="2189830"/>
            <a:ext cx="10169891" cy="11832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88" y="0"/>
                </a:moveTo>
                <a:lnTo>
                  <a:pt x="2312" y="0"/>
                </a:lnTo>
                <a:cubicBezTo>
                  <a:pt x="1028" y="0"/>
                  <a:pt x="0" y="804"/>
                  <a:pt x="0" y="1809"/>
                </a:cubicBezTo>
                <a:lnTo>
                  <a:pt x="0" y="19791"/>
                </a:lnTo>
                <a:cubicBezTo>
                  <a:pt x="0" y="20796"/>
                  <a:pt x="1028" y="21600"/>
                  <a:pt x="2312" y="21600"/>
                </a:cubicBezTo>
                <a:lnTo>
                  <a:pt x="19288" y="21600"/>
                </a:lnTo>
                <a:cubicBezTo>
                  <a:pt x="20572" y="21600"/>
                  <a:pt x="21600" y="20796"/>
                  <a:pt x="21600" y="19791"/>
                </a:cubicBezTo>
                <a:lnTo>
                  <a:pt x="21600" y="1809"/>
                </a:lnTo>
                <a:cubicBezTo>
                  <a:pt x="21600" y="804"/>
                  <a:pt x="20553" y="0"/>
                  <a:pt x="19288" y="0"/>
                </a:cubicBezTo>
                <a:close/>
              </a:path>
            </a:pathLst>
          </a:custGeom>
          <a:solidFill>
            <a:schemeClr val="tx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 b="1" dirty="0"/>
          </a:p>
        </p:txBody>
      </p:sp>
      <p:sp>
        <p:nvSpPr>
          <p:cNvPr id="25" name="Shape">
            <a:extLst>
              <a:ext uri="{FF2B5EF4-FFF2-40B4-BE49-F238E27FC236}">
                <a16:creationId xmlns="" xmlns:a16="http://schemas.microsoft.com/office/drawing/2014/main" id="{F7B0AF32-C97A-4F6C-93E0-1AC0028AF500}"/>
              </a:ext>
            </a:extLst>
          </p:cNvPr>
          <p:cNvSpPr/>
          <p:nvPr/>
        </p:nvSpPr>
        <p:spPr>
          <a:xfrm>
            <a:off x="3405488" y="3512571"/>
            <a:ext cx="5904000" cy="13996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574" y="4038"/>
                </a:moveTo>
                <a:lnTo>
                  <a:pt x="0" y="4038"/>
                </a:lnTo>
                <a:lnTo>
                  <a:pt x="0" y="1271"/>
                </a:lnTo>
                <a:cubicBezTo>
                  <a:pt x="0" y="566"/>
                  <a:pt x="1153" y="0"/>
                  <a:pt x="2588" y="0"/>
                </a:cubicBezTo>
                <a:lnTo>
                  <a:pt x="19012" y="0"/>
                </a:lnTo>
                <a:cubicBezTo>
                  <a:pt x="20447" y="0"/>
                  <a:pt x="21600" y="566"/>
                  <a:pt x="21600" y="1271"/>
                </a:cubicBezTo>
                <a:lnTo>
                  <a:pt x="21600" y="4038"/>
                </a:lnTo>
                <a:close/>
                <a:moveTo>
                  <a:pt x="21574" y="21600"/>
                </a:moveTo>
                <a:cubicBezTo>
                  <a:pt x="21574" y="21084"/>
                  <a:pt x="20729" y="20669"/>
                  <a:pt x="19678" y="20669"/>
                </a:cubicBezTo>
                <a:lnTo>
                  <a:pt x="1896" y="20669"/>
                </a:lnTo>
                <a:cubicBezTo>
                  <a:pt x="846" y="20669"/>
                  <a:pt x="0" y="21084"/>
                  <a:pt x="0" y="21600"/>
                </a:cubicBezTo>
                <a:lnTo>
                  <a:pt x="0" y="21600"/>
                </a:lnTo>
                <a:lnTo>
                  <a:pt x="21574" y="21600"/>
                </a:lnTo>
                <a:lnTo>
                  <a:pt x="21574" y="21600"/>
                </a:ln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7" name="Shape">
            <a:extLst>
              <a:ext uri="{FF2B5EF4-FFF2-40B4-BE49-F238E27FC236}">
                <a16:creationId xmlns="" xmlns:a16="http://schemas.microsoft.com/office/drawing/2014/main" id="{6927F68D-E0A1-42CF-AD20-D3C865B51E70}"/>
              </a:ext>
            </a:extLst>
          </p:cNvPr>
          <p:cNvSpPr/>
          <p:nvPr/>
        </p:nvSpPr>
        <p:spPr>
          <a:xfrm>
            <a:off x="3353512" y="2097594"/>
            <a:ext cx="5916548" cy="13008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574" y="4038"/>
                </a:moveTo>
                <a:lnTo>
                  <a:pt x="0" y="4038"/>
                </a:lnTo>
                <a:lnTo>
                  <a:pt x="0" y="1271"/>
                </a:lnTo>
                <a:cubicBezTo>
                  <a:pt x="0" y="566"/>
                  <a:pt x="1153" y="0"/>
                  <a:pt x="2588" y="0"/>
                </a:cubicBezTo>
                <a:lnTo>
                  <a:pt x="19012" y="0"/>
                </a:lnTo>
                <a:cubicBezTo>
                  <a:pt x="20447" y="0"/>
                  <a:pt x="21600" y="566"/>
                  <a:pt x="21600" y="1271"/>
                </a:cubicBezTo>
                <a:lnTo>
                  <a:pt x="21600" y="4038"/>
                </a:lnTo>
                <a:close/>
                <a:moveTo>
                  <a:pt x="21574" y="21600"/>
                </a:moveTo>
                <a:cubicBezTo>
                  <a:pt x="21574" y="21084"/>
                  <a:pt x="20729" y="20669"/>
                  <a:pt x="19678" y="20669"/>
                </a:cubicBezTo>
                <a:lnTo>
                  <a:pt x="1896" y="20669"/>
                </a:lnTo>
                <a:cubicBezTo>
                  <a:pt x="846" y="20669"/>
                  <a:pt x="0" y="21084"/>
                  <a:pt x="0" y="21600"/>
                </a:cubicBezTo>
                <a:lnTo>
                  <a:pt x="0" y="21600"/>
                </a:lnTo>
                <a:lnTo>
                  <a:pt x="21574" y="21600"/>
                </a:lnTo>
                <a:lnTo>
                  <a:pt x="21574" y="21600"/>
                </a:ln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1" name="TextBox 24">
            <a:extLst>
              <a:ext uri="{FF2B5EF4-FFF2-40B4-BE49-F238E27FC236}">
                <a16:creationId xmlns="" xmlns:a16="http://schemas.microsoft.com/office/drawing/2014/main" id="{CEFDF567-DE4F-47A4-ACD1-2EECCB7E2326}"/>
              </a:ext>
            </a:extLst>
          </p:cNvPr>
          <p:cNvSpPr txBox="1"/>
          <p:nvPr/>
        </p:nvSpPr>
        <p:spPr>
          <a:xfrm>
            <a:off x="893135" y="2406499"/>
            <a:ext cx="9803218" cy="892552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algn="ctr" rtl="1"/>
            <a:r>
              <a:rPr lang="ar-DZ" sz="2400" b="1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الأسبوع الأول و الثاني من دخول التلاميذ بعد حصر  النقائص المُشخصة لديهم و التي أفرزتها</a:t>
            </a:r>
          </a:p>
          <a:p>
            <a:pPr algn="ctr" rtl="1"/>
            <a:r>
              <a:rPr lang="ar-DZ" sz="2400" b="1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الشبكات التحليلية الخاصةبكل مادة</a:t>
            </a:r>
            <a:r>
              <a:rPr lang="ar-DZ" sz="2800" b="1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, </a:t>
            </a:r>
            <a:endParaRPr lang="en-US" sz="2800" b="1" noProof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8" name="TextBox 31">
            <a:extLst>
              <a:ext uri="{FF2B5EF4-FFF2-40B4-BE49-F238E27FC236}">
                <a16:creationId xmlns="" xmlns:a16="http://schemas.microsoft.com/office/drawing/2014/main" id="{A40D5BB1-F872-4D2E-B8F4-8BBA776B60D0}"/>
              </a:ext>
            </a:extLst>
          </p:cNvPr>
          <p:cNvSpPr txBox="1"/>
          <p:nvPr/>
        </p:nvSpPr>
        <p:spPr>
          <a:xfrm>
            <a:off x="3108960" y="791330"/>
            <a:ext cx="6152607" cy="830997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algn="ctr" rtl="1"/>
            <a:r>
              <a:rPr lang="ar-DZ" sz="4800" b="1" noProof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المدة الزمنية للمعالجة</a:t>
            </a:r>
            <a:endParaRPr lang="en-US" sz="4800" b="1" noProof="1">
              <a:solidFill>
                <a:schemeClr val="bg1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9" name="TextBox 24">
            <a:extLst>
              <a:ext uri="{FF2B5EF4-FFF2-40B4-BE49-F238E27FC236}">
                <a16:creationId xmlns="" xmlns:a16="http://schemas.microsoft.com/office/drawing/2014/main" id="{86601782-B611-459A-AB51-B36859CC7729}"/>
              </a:ext>
            </a:extLst>
          </p:cNvPr>
          <p:cNvSpPr txBox="1"/>
          <p:nvPr/>
        </p:nvSpPr>
        <p:spPr>
          <a:xfrm>
            <a:off x="893135" y="3872284"/>
            <a:ext cx="9803218" cy="1077218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/>
          <a:p>
            <a:pPr algn="ctr" rtl="1"/>
            <a:r>
              <a:rPr lang="ar-DZ" sz="3200" b="1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خلال السنة الدراسية و فق تسلسل التعلمات وعلاقتها بالتعلمات المستهدفة بالمعالجة لتمكين التلاميذ من بناء تعلمات جديدة</a:t>
            </a:r>
            <a:endParaRPr lang="en-US" sz="3200" b="1" noProof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Ellipse 1"/>
          <p:cNvSpPr/>
          <p:nvPr/>
        </p:nvSpPr>
        <p:spPr>
          <a:xfrm>
            <a:off x="11307192" y="2332283"/>
            <a:ext cx="733646" cy="607845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DZ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1</a:t>
            </a:r>
            <a:endParaRPr lang="fr-FR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28" name="Ellipse 27"/>
          <p:cNvSpPr/>
          <p:nvPr/>
        </p:nvSpPr>
        <p:spPr>
          <a:xfrm>
            <a:off x="11307192" y="4076803"/>
            <a:ext cx="733646" cy="607845"/>
          </a:xfrm>
          <a:prstGeom prst="ellipse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2</a:t>
            </a:r>
            <a:endParaRPr lang="fr-FR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22" name="Shape">
            <a:extLst>
              <a:ext uri="{FF2B5EF4-FFF2-40B4-BE49-F238E27FC236}">
                <a16:creationId xmlns="" xmlns:a16="http://schemas.microsoft.com/office/drawing/2014/main" id="{F6941E36-15FB-4BCA-A273-3FE1B01E0396}"/>
              </a:ext>
            </a:extLst>
          </p:cNvPr>
          <p:cNvSpPr/>
          <p:nvPr/>
        </p:nvSpPr>
        <p:spPr>
          <a:xfrm>
            <a:off x="982882" y="5026336"/>
            <a:ext cx="4833127" cy="5311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88" y="0"/>
                </a:moveTo>
                <a:lnTo>
                  <a:pt x="2312" y="0"/>
                </a:lnTo>
                <a:cubicBezTo>
                  <a:pt x="1028" y="0"/>
                  <a:pt x="0" y="804"/>
                  <a:pt x="0" y="1809"/>
                </a:cubicBezTo>
                <a:lnTo>
                  <a:pt x="0" y="19791"/>
                </a:lnTo>
                <a:cubicBezTo>
                  <a:pt x="0" y="20796"/>
                  <a:pt x="1028" y="21600"/>
                  <a:pt x="2312" y="21600"/>
                </a:cubicBezTo>
                <a:lnTo>
                  <a:pt x="19288" y="21600"/>
                </a:lnTo>
                <a:cubicBezTo>
                  <a:pt x="20572" y="21600"/>
                  <a:pt x="21600" y="20796"/>
                  <a:pt x="21600" y="19791"/>
                </a:cubicBezTo>
                <a:lnTo>
                  <a:pt x="21600" y="1809"/>
                </a:lnTo>
                <a:cubicBezTo>
                  <a:pt x="21600" y="804"/>
                  <a:pt x="20572" y="0"/>
                  <a:pt x="19288" y="0"/>
                </a:cubicBezTo>
                <a:close/>
              </a:path>
            </a:pathLst>
          </a:cu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38100" tIns="38100" rIns="38100" bIns="38100" anchor="ctr"/>
          <a:lstStyle/>
          <a:p>
            <a:pPr algn="ctr" rtl="1">
              <a:defRPr sz="3000">
                <a:solidFill>
                  <a:srgbClr val="FFFFFF"/>
                </a:solidFill>
              </a:defRPr>
            </a:pPr>
            <a:r>
              <a:rPr lang="ar-DZ" sz="2000" b="1" dirty="0">
                <a:solidFill>
                  <a:schemeClr val="tx1"/>
                </a:solidFill>
              </a:rPr>
              <a:t>إعداد مخطط زمني للمعالجة مع مراعاة الصعوبة ودرجتها</a:t>
            </a:r>
            <a:endParaRPr sz="2000" dirty="0">
              <a:solidFill>
                <a:schemeClr val="tx1"/>
              </a:solidFill>
            </a:endParaRPr>
          </a:p>
        </p:txBody>
      </p:sp>
      <p:sp>
        <p:nvSpPr>
          <p:cNvPr id="24" name="Shape">
            <a:extLst>
              <a:ext uri="{FF2B5EF4-FFF2-40B4-BE49-F238E27FC236}">
                <a16:creationId xmlns="" xmlns:a16="http://schemas.microsoft.com/office/drawing/2014/main" id="{F6941E36-15FB-4BCA-A273-3FE1B01E0396}"/>
              </a:ext>
            </a:extLst>
          </p:cNvPr>
          <p:cNvSpPr/>
          <p:nvPr/>
        </p:nvSpPr>
        <p:spPr>
          <a:xfrm>
            <a:off x="963816" y="5642435"/>
            <a:ext cx="4852193" cy="5988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88" y="0"/>
                </a:moveTo>
                <a:lnTo>
                  <a:pt x="2312" y="0"/>
                </a:lnTo>
                <a:cubicBezTo>
                  <a:pt x="1028" y="0"/>
                  <a:pt x="0" y="804"/>
                  <a:pt x="0" y="1809"/>
                </a:cubicBezTo>
                <a:lnTo>
                  <a:pt x="0" y="19791"/>
                </a:lnTo>
                <a:cubicBezTo>
                  <a:pt x="0" y="20796"/>
                  <a:pt x="1028" y="21600"/>
                  <a:pt x="2312" y="21600"/>
                </a:cubicBezTo>
                <a:lnTo>
                  <a:pt x="19288" y="21600"/>
                </a:lnTo>
                <a:cubicBezTo>
                  <a:pt x="20572" y="21600"/>
                  <a:pt x="21600" y="20796"/>
                  <a:pt x="21600" y="19791"/>
                </a:cubicBezTo>
                <a:lnTo>
                  <a:pt x="21600" y="1809"/>
                </a:lnTo>
                <a:cubicBezTo>
                  <a:pt x="21600" y="804"/>
                  <a:pt x="20572" y="0"/>
                  <a:pt x="19288" y="0"/>
                </a:cubicBezTo>
                <a:close/>
              </a:path>
            </a:pathLst>
          </a:cu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38100" tIns="38100" rIns="38100" bIns="38100" anchor="ctr"/>
          <a:lstStyle/>
          <a:p>
            <a:pPr algn="ctr" rtl="1">
              <a:defRPr sz="3000">
                <a:solidFill>
                  <a:srgbClr val="FFFFFF"/>
                </a:solidFill>
              </a:defRPr>
            </a:pPr>
            <a:r>
              <a:rPr lang="ar-DZ" sz="2000" b="1" dirty="0">
                <a:solidFill>
                  <a:schemeClr val="tx1"/>
                </a:solidFill>
              </a:rPr>
              <a:t>تحديد فترة ومدة لمعالجة الصعوبة و فق تسلسل التعلمات</a:t>
            </a:r>
            <a:endParaRPr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8965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5" grpId="0" animBg="1"/>
      <p:bldP spid="27" grpId="0" animBg="1"/>
      <p:bldP spid="41" grpId="0"/>
      <p:bldP spid="48" grpId="0"/>
      <p:bldP spid="49" grpId="0"/>
      <p:bldP spid="22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C3548-C254-436B-B7C1-FB6D7FB82EBD}" type="slidenum">
              <a:rPr lang="fr-FR" smtClean="0"/>
              <a:t>12</a:t>
            </a:fld>
            <a:endParaRPr lang="fr-FR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914" y="528034"/>
            <a:ext cx="9594761" cy="5187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10724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DZ" smtClean="0"/>
              <a:t>الندوة الوطنيّة - تقييم امتحان مكتسبات مرحلة التعليم الابتدائي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C3548-C254-436B-B7C1-FB6D7FB82EBD}" type="slidenum">
              <a:rPr lang="fr-FR" smtClean="0"/>
              <a:t>13</a:t>
            </a:fld>
            <a:endParaRPr lang="fr-FR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886" y="489397"/>
            <a:ext cx="9504609" cy="6194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5856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ar-DZ" dirty="0"/>
              <a:t>هذه الشبكة تخص مدير المؤسسة 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C3548-C254-436B-B7C1-FB6D7FB82EBD}" type="slidenum">
              <a:rPr lang="fr-FR" smtClean="0"/>
              <a:t>14</a:t>
            </a:fld>
            <a:endParaRPr lang="fr-FR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165" y="1635618"/>
            <a:ext cx="8512934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77842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4961-DAE2-4EAA-8D7A-1441995A7F1D}" type="datetime1">
              <a:rPr lang="fr-FR" smtClean="0"/>
              <a:t>17/09/2024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C3548-C254-436B-B7C1-FB6D7FB82EBD}" type="slidenum">
              <a:rPr lang="fr-FR" smtClean="0"/>
              <a:t>15</a:t>
            </a:fld>
            <a:endParaRPr lang="fr-FR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827" y="437881"/>
            <a:ext cx="8834908" cy="58341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55772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4961-DAE2-4EAA-8D7A-1441995A7F1D}" type="datetime1">
              <a:rPr lang="fr-FR" smtClean="0"/>
              <a:t>17/09/2024</a:t>
            </a:fld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C3548-C254-436B-B7C1-FB6D7FB82EBD}" type="slidenum">
              <a:rPr lang="fr-FR" smtClean="0"/>
              <a:t>16</a:t>
            </a:fld>
            <a:endParaRPr lang="fr-FR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2586" y="360609"/>
            <a:ext cx="8564449" cy="5898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13809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864" y="1394847"/>
            <a:ext cx="9088118" cy="3648584"/>
          </a:xfrm>
          <a:prstGeom prst="rect">
            <a:avLst/>
          </a:prstGeom>
        </p:spPr>
      </p:pic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35DC5-7710-4DE3-B4BC-60915F6B9538}" type="datetime1">
              <a:rPr lang="fr-FR" smtClean="0"/>
              <a:t>17/09/2024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DZ" smtClean="0"/>
              <a:t>الندوة الوطنيّة - تقييم امتحان مكتسبات مرحلة التعليم الابتدائي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C3548-C254-436B-B7C1-FB6D7FB82EBD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71444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552" y="263471"/>
            <a:ext cx="10104895" cy="6092879"/>
          </a:xfrm>
          <a:prstGeom prst="rect">
            <a:avLst/>
          </a:prstGeom>
        </p:spPr>
      </p:pic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10870-8F75-43BB-9F86-0F4DCEBB58EB}" type="datetime1">
              <a:rPr lang="fr-FR" smtClean="0"/>
              <a:t>17/09/2024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DZ" smtClean="0"/>
              <a:t>الندوة الوطنيّة - تقييم امتحان مكتسبات مرحلة التعليم الابتدائي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C3548-C254-436B-B7C1-FB6D7FB82EBD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50082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4961-DAE2-4EAA-8D7A-1441995A7F1D}" type="datetime1">
              <a:rPr lang="fr-FR" smtClean="0"/>
              <a:t>17/09/2024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DZ" smtClean="0"/>
              <a:t>الندوة الوطنيّة - تقييم امتحان مكتسبات مرحلة التعليم الابتدائي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C3548-C254-436B-B7C1-FB6D7FB82EBD}" type="slidenum">
              <a:rPr lang="fr-FR" smtClean="0"/>
              <a:t>19</a:t>
            </a:fld>
            <a:endParaRPr lang="fr-FR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348" y="562883"/>
            <a:ext cx="9283840" cy="6053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87006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C3548-C254-436B-B7C1-FB6D7FB82EBD}" type="slidenum">
              <a:rPr lang="fr-FR" smtClean="0"/>
              <a:t>20</a:t>
            </a:fld>
            <a:endParaRPr lang="fr-FR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006" y="579549"/>
            <a:ext cx="10006884" cy="5640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3324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753035" y="793376"/>
            <a:ext cx="10529047" cy="4800601"/>
          </a:xfrm>
        </p:spPr>
        <p:txBody>
          <a:bodyPr>
            <a:normAutofit fontScale="90000"/>
          </a:bodyPr>
          <a:lstStyle/>
          <a:p>
            <a:pPr algn="r"/>
            <a:r>
              <a:rPr lang="ar-DZ" sz="2800" dirty="0" smtClean="0"/>
              <a:t/>
            </a:r>
            <a:br>
              <a:rPr lang="ar-DZ" sz="2800" dirty="0" smtClean="0"/>
            </a:br>
            <a:r>
              <a:rPr lang="ar-DZ" sz="2800" dirty="0"/>
              <a:t/>
            </a:r>
            <a:br>
              <a:rPr lang="ar-DZ" sz="2800" dirty="0"/>
            </a:br>
            <a:r>
              <a:rPr lang="ar-DZ" sz="2800" dirty="0" smtClean="0"/>
              <a:t/>
            </a:r>
            <a:br>
              <a:rPr lang="ar-DZ" sz="2800" dirty="0" smtClean="0"/>
            </a:br>
            <a:r>
              <a:rPr lang="ar-DZ" sz="2800" dirty="0"/>
              <a:t/>
            </a:r>
            <a:br>
              <a:rPr lang="ar-DZ" sz="2800" dirty="0"/>
            </a:br>
            <a:r>
              <a:rPr lang="ar-DZ" sz="2800" dirty="0" smtClean="0"/>
              <a:t/>
            </a:r>
            <a:br>
              <a:rPr lang="ar-DZ" sz="2800" dirty="0" smtClean="0"/>
            </a:br>
            <a:r>
              <a:rPr lang="ar-DZ" sz="2800" dirty="0"/>
              <a:t/>
            </a:r>
            <a:br>
              <a:rPr lang="ar-DZ" sz="2800" dirty="0"/>
            </a:br>
            <a:r>
              <a:rPr lang="ar-DZ" sz="2800" dirty="0" smtClean="0"/>
              <a:t/>
            </a:r>
            <a:br>
              <a:rPr lang="ar-DZ" sz="2800" dirty="0" smtClean="0"/>
            </a:br>
            <a:r>
              <a:rPr lang="ar-DZ" sz="2800" dirty="0" smtClean="0"/>
              <a:t>                                      </a:t>
            </a:r>
            <a:r>
              <a:rPr lang="ar-DZ" sz="4900" b="1" dirty="0" smtClean="0">
                <a:solidFill>
                  <a:srgbClr val="FF0000"/>
                </a:solidFill>
              </a:rPr>
              <a:t>من يستخدم هذه الشبكة ؟</a:t>
            </a:r>
            <a:r>
              <a:rPr lang="ar-DZ" sz="4900" dirty="0" smtClean="0"/>
              <a:t/>
            </a:r>
            <a:br>
              <a:rPr lang="ar-DZ" sz="4900" dirty="0" smtClean="0"/>
            </a:br>
            <a:r>
              <a:rPr lang="ar-DZ" sz="4900" dirty="0"/>
              <a:t> </a:t>
            </a:r>
            <a:r>
              <a:rPr lang="ar-DZ" sz="4900" dirty="0" smtClean="0"/>
              <a:t>أساتذة السنة أولى متوسط هم من يقومون بما يلي:</a:t>
            </a:r>
            <a:br>
              <a:rPr lang="ar-DZ" sz="4900" dirty="0" smtClean="0"/>
            </a:br>
            <a:r>
              <a:rPr lang="fr-FR" sz="4900" dirty="0" smtClean="0"/>
              <a:t> </a:t>
            </a:r>
            <a:r>
              <a:rPr lang="ar-DZ" sz="4900" dirty="0" smtClean="0"/>
              <a:t> </a:t>
            </a:r>
            <a:r>
              <a:rPr lang="ar-DZ" sz="4900" b="1" dirty="0" smtClean="0">
                <a:solidFill>
                  <a:srgbClr val="FF0000"/>
                </a:solidFill>
              </a:rPr>
              <a:t>1ـ</a:t>
            </a:r>
            <a:r>
              <a:rPr lang="ar-DZ" sz="4900" dirty="0" smtClean="0"/>
              <a:t> يستخرج الشبكة من الأرضية الرقمية عن طريق المدير</a:t>
            </a:r>
            <a:br>
              <a:rPr lang="ar-DZ" sz="4900" dirty="0" smtClean="0"/>
            </a:br>
            <a:r>
              <a:rPr lang="ar-DZ" sz="4900" dirty="0"/>
              <a:t> </a:t>
            </a:r>
            <a:r>
              <a:rPr lang="ar-DZ" sz="4900" b="1" dirty="0" smtClean="0">
                <a:solidFill>
                  <a:srgbClr val="FF0000"/>
                </a:solidFill>
              </a:rPr>
              <a:t>2ـ</a:t>
            </a:r>
            <a:r>
              <a:rPr lang="ar-DZ" sz="4900" dirty="0" smtClean="0"/>
              <a:t> يحلل شبكة تقييم معايير الكفاءات الختامية للمادة</a:t>
            </a:r>
            <a:r>
              <a:rPr lang="fr-FR" sz="4900" dirty="0" smtClean="0"/>
              <a:t/>
            </a:r>
            <a:br>
              <a:rPr lang="fr-FR" sz="4900" dirty="0" smtClean="0"/>
            </a:br>
            <a:r>
              <a:rPr lang="ar-DZ" sz="4900" dirty="0"/>
              <a:t> </a:t>
            </a:r>
            <a:r>
              <a:rPr lang="ar-DZ" sz="4900" b="1" dirty="0" smtClean="0">
                <a:solidFill>
                  <a:srgbClr val="FF0000"/>
                </a:solidFill>
              </a:rPr>
              <a:t>3ـ</a:t>
            </a:r>
            <a:r>
              <a:rPr lang="ar-DZ" sz="4900" dirty="0" smtClean="0"/>
              <a:t> يضع حصيلة تربوية مركزا على المكتسبات التي أخفق التلاميذ في امتلاكها</a:t>
            </a:r>
            <a:br>
              <a:rPr lang="ar-DZ" sz="4900" dirty="0" smtClean="0"/>
            </a:br>
            <a:endParaRPr lang="ar-DZ" sz="4900" dirty="0"/>
          </a:p>
        </p:txBody>
      </p:sp>
    </p:spTree>
    <p:extLst>
      <p:ext uri="{BB962C8B-B14F-4D97-AF65-F5344CB8AC3E}">
        <p14:creationId xmlns:p14="http://schemas.microsoft.com/office/powerpoint/2010/main" val="494030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35DC5-7710-4DE3-B4BC-60915F6B9538}" type="datetime1">
              <a:rPr lang="fr-FR" smtClean="0"/>
              <a:t>17/09/2024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DZ" smtClean="0"/>
              <a:t>الندوة الوطنيّة - تقييم امتحان مكتسبات مرحلة التعليم الابتدائي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C3548-C254-436B-B7C1-FB6D7FB82EBD}" type="slidenum">
              <a:rPr lang="fr-FR" smtClean="0"/>
              <a:t>22</a:t>
            </a:fld>
            <a:endParaRPr lang="fr-FR"/>
          </a:p>
        </p:txBody>
      </p:sp>
      <p:sp>
        <p:nvSpPr>
          <p:cNvPr id="6" name="ZoneTexte 2">
            <a:extLst>
              <a:ext uri="{FF2B5EF4-FFF2-40B4-BE49-F238E27FC236}">
                <a16:creationId xmlns:lc="http://schemas.openxmlformats.org/drawingml/2006/lockedCanvas" xmlns:a16="http://schemas.microsoft.com/office/drawing/2014/main" xmlns="" id="{89386B3B-DAEA-18D6-1C4D-8384E219EC94}"/>
              </a:ext>
            </a:extLst>
          </p:cNvPr>
          <p:cNvSpPr txBox="1"/>
          <p:nvPr/>
        </p:nvSpPr>
        <p:spPr>
          <a:xfrm>
            <a:off x="3810000" y="45446"/>
            <a:ext cx="4572000" cy="65864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justLow" rtl="1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"/>
            </a:pPr>
            <a:r>
              <a:rPr lang="ar-DZ" sz="3200" b="1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دور الأستاذ منسق المادة التعليمية</a:t>
            </a:r>
            <a:endParaRPr lang="fr-F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ZoneTexte 4">
            <a:extLst>
              <a:ext uri="{FF2B5EF4-FFF2-40B4-BE49-F238E27FC236}">
                <a16:creationId xmlns:lc="http://schemas.openxmlformats.org/drawingml/2006/lockedCanvas" xmlns:a16="http://schemas.microsoft.com/office/drawing/2014/main" xmlns="" id="{1DD4D445-7BDB-7FA1-941F-002EB0FD3567}"/>
              </a:ext>
            </a:extLst>
          </p:cNvPr>
          <p:cNvSpPr txBox="1"/>
          <p:nvPr/>
        </p:nvSpPr>
        <p:spPr>
          <a:xfrm>
            <a:off x="1770743" y="704088"/>
            <a:ext cx="8650513" cy="610846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Low" rtl="1">
              <a:lnSpc>
                <a:spcPct val="115000"/>
              </a:lnSpc>
              <a:spcAft>
                <a:spcPts val="1000"/>
              </a:spcAft>
            </a:pPr>
            <a:r>
              <a:rPr lang="ar-DZ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في إطار المهام المنوطة بالأستاذ منسق المادة أو (الأستاذ المسؤول المادة)، وتحضيرا للاجتماع التنسيقي، فإنّ المنسق يتولى ما يأتي:</a:t>
            </a:r>
            <a:endParaRPr lang="fr-FR" sz="2000" b="1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Low" rtl="1">
              <a:lnSpc>
                <a:spcPct val="107000"/>
              </a:lnSpc>
              <a:buFont typeface="Sakkal Majalla" panose="02000000000000000000" pitchFamily="2" charset="-78"/>
              <a:buChar char="-"/>
            </a:pPr>
            <a:r>
              <a:rPr lang="ar-DZ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عرض نتائج تحليل قاعدة البيانات التفصيلية على أساتذة المادة الواحدة.</a:t>
            </a:r>
            <a:endParaRPr lang="fr-FR" sz="2000" b="1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Low" rtl="1">
              <a:lnSpc>
                <a:spcPct val="107000"/>
              </a:lnSpc>
              <a:buFont typeface="Sakkal Majalla" panose="02000000000000000000" pitchFamily="2" charset="-78"/>
              <a:buChar char="-"/>
            </a:pPr>
            <a:r>
              <a:rPr lang="ar-DZ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تحليل قاعدة البيانات التفصيلية والتدقيق في عملية توصيف معايير الكفاءات الختامية غير ذات الأداء المنخفض بالتنسيق مع أساتذة المادة.</a:t>
            </a:r>
            <a:endParaRPr lang="fr-FR" sz="2000" b="1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Low" rtl="1">
              <a:lnSpc>
                <a:spcPct val="107000"/>
              </a:lnSpc>
              <a:buFont typeface="Sakkal Majalla" panose="02000000000000000000" pitchFamily="2" charset="-78"/>
              <a:buChar char="-"/>
            </a:pPr>
            <a:r>
              <a:rPr lang="ar-DZ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الإشراف على كتابة التقرير </a:t>
            </a:r>
            <a:r>
              <a:rPr lang="ar-DZ" sz="32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التوصيفي</a:t>
            </a:r>
            <a:r>
              <a:rPr lang="ar-DZ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للمادة.</a:t>
            </a:r>
            <a:endParaRPr lang="fr-FR" sz="2000" b="1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Low" rtl="1">
              <a:lnSpc>
                <a:spcPct val="107000"/>
              </a:lnSpc>
              <a:buFont typeface="Sakkal Majalla" panose="02000000000000000000" pitchFamily="2" charset="-78"/>
              <a:buChar char="-"/>
            </a:pPr>
            <a:r>
              <a:rPr lang="ar-DZ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تقديم التقرير </a:t>
            </a:r>
            <a:r>
              <a:rPr lang="ar-DZ" sz="32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التوصيفي</a:t>
            </a:r>
            <a:r>
              <a:rPr lang="ar-DZ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للمادة إلى مدير المؤسسة التعليمية ونسخة لمفتش المادة.  </a:t>
            </a:r>
            <a:endParaRPr lang="fr-FR" sz="2000" b="1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27528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C3548-C254-436B-B7C1-FB6D7FB82EBD}" type="slidenum">
              <a:rPr lang="fr-FR" smtClean="0"/>
              <a:t>23</a:t>
            </a:fld>
            <a:endParaRPr lang="fr-FR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7285" y="598299"/>
            <a:ext cx="7828527" cy="6246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35960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447"/>
            <a:ext cx="10502153" cy="6369797"/>
          </a:xfrm>
          <a:prstGeom prst="rect">
            <a:avLst/>
          </a:prstGeom>
        </p:spPr>
      </p:pic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4961-DAE2-4EAA-8D7A-1441995A7F1D}" type="datetime1">
              <a:rPr lang="fr-FR" smtClean="0"/>
              <a:t>17/09/2024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DZ" smtClean="0"/>
              <a:t>الندوة الوطنيّة - تقييم امتحان مكتسبات مرحلة التعليم الابتدائي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C3548-C254-436B-B7C1-FB6D7FB82EBD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42863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endParaRPr lang="ar-DZ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4961-DAE2-4EAA-8D7A-1441995A7F1D}" type="datetime1">
              <a:rPr lang="fr-FR" smtClean="0"/>
              <a:t>17/09/2024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DZ" smtClean="0"/>
              <a:t>الندوة الوطنيّة - تقييم امتحان مكتسبات مرحلة التعليم الابتدائي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C3548-C254-436B-B7C1-FB6D7FB82EBD}" type="slidenum">
              <a:rPr lang="fr-FR" smtClean="0"/>
              <a:t>25</a:t>
            </a:fld>
            <a:endParaRPr lang="fr-FR"/>
          </a:p>
        </p:txBody>
      </p:sp>
      <p:sp>
        <p:nvSpPr>
          <p:cNvPr id="7" name="ZoneTexte 3">
            <a:extLst>
              <a:ext uri="{FF2B5EF4-FFF2-40B4-BE49-F238E27FC236}">
                <a16:creationId xmlns:lc="http://schemas.openxmlformats.org/drawingml/2006/lockedCanvas" xmlns:a16="http://schemas.microsoft.com/office/drawing/2014/main" xmlns="" id="{BF0E8572-61BC-22BA-0A60-807FFE8C1F65}"/>
              </a:ext>
            </a:extLst>
          </p:cNvPr>
          <p:cNvSpPr txBox="1"/>
          <p:nvPr/>
        </p:nvSpPr>
        <p:spPr>
          <a:xfrm>
            <a:off x="2881085" y="466266"/>
            <a:ext cx="6270172" cy="587853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justLow" rtl="1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"/>
            </a:pPr>
            <a:r>
              <a:rPr lang="ar-DZ" sz="2800" b="1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دور أستاذ الفوج التربوي الخاص بالسنة الأولى متوسط</a:t>
            </a:r>
            <a:endParaRPr lang="fr-FR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ZoneTexte 5">
            <a:extLst>
              <a:ext uri="{FF2B5EF4-FFF2-40B4-BE49-F238E27FC236}">
                <a16:creationId xmlns:lc="http://schemas.openxmlformats.org/drawingml/2006/lockedCanvas" xmlns:a16="http://schemas.microsoft.com/office/drawing/2014/main" xmlns="" id="{411559C7-844F-9DC6-9FF9-AECBBB7744B5}"/>
              </a:ext>
            </a:extLst>
          </p:cNvPr>
          <p:cNvSpPr txBox="1"/>
          <p:nvPr/>
        </p:nvSpPr>
        <p:spPr>
          <a:xfrm>
            <a:off x="1894114" y="1054119"/>
            <a:ext cx="8403771" cy="533761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Low" rtl="1">
              <a:lnSpc>
                <a:spcPct val="115000"/>
              </a:lnSpc>
              <a:spcAft>
                <a:spcPts val="1000"/>
              </a:spcAft>
            </a:pPr>
            <a:r>
              <a:rPr lang="ar-DZ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في إطار التخطيط للمعالجة البيداغوجية لكل فوج تربوي وفي مادة تعليمية معينة، يقوم الأستاذ بما يلي:</a:t>
            </a:r>
            <a:endParaRPr lang="fr-FR" b="1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Low" rtl="1">
              <a:lnSpc>
                <a:spcPct val="107000"/>
              </a:lnSpc>
              <a:buFont typeface="Sakkal Majalla" panose="02000000000000000000" pitchFamily="2" charset="-78"/>
              <a:buChar char="-"/>
            </a:pPr>
            <a:r>
              <a:rPr lang="ar-DZ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تحليل قاعدة بيانات الفوج التربوي المسند إليه.</a:t>
            </a:r>
            <a:endParaRPr lang="fr-FR" b="1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Low" rtl="1">
              <a:lnSpc>
                <a:spcPct val="107000"/>
              </a:lnSpc>
              <a:buFont typeface="Sakkal Majalla" panose="02000000000000000000" pitchFamily="2" charset="-78"/>
              <a:buChar char="-"/>
            </a:pPr>
            <a:r>
              <a:rPr lang="ar-DZ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التدقيق في عملية توصيف معايير الكفاءات الختامية غير المتحكم فيها والتي تتطلب إجراء خاصا.</a:t>
            </a:r>
            <a:endParaRPr lang="fr-FR" b="1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Low" rtl="1">
              <a:lnSpc>
                <a:spcPct val="107000"/>
              </a:lnSpc>
              <a:buFont typeface="Sakkal Majalla" panose="02000000000000000000" pitchFamily="2" charset="-78"/>
              <a:buChar char="-"/>
            </a:pPr>
            <a:r>
              <a:rPr lang="ar-DZ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استغلال التقرير </a:t>
            </a:r>
            <a:r>
              <a:rPr lang="ar-DZ" sz="2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التوصيفي</a:t>
            </a:r>
            <a:r>
              <a:rPr lang="ar-DZ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للمادة التعليمية، للتخطيط للمعالجة البيداغوجية. </a:t>
            </a:r>
            <a:endParaRPr lang="fr-FR" b="1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Low" rtl="1">
              <a:lnSpc>
                <a:spcPct val="107000"/>
              </a:lnSpc>
              <a:buFont typeface="Sakkal Majalla" panose="02000000000000000000" pitchFamily="2" charset="-78"/>
              <a:buChar char="-"/>
            </a:pPr>
            <a:r>
              <a:rPr lang="ar-DZ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تحديد مجموعة التلاميذ المعنيين بالمعالجة، مع إرسال القائمة إلى مستشار التوجيه والإرشاد المدرسي والمهني بالمتوسطة.</a:t>
            </a:r>
            <a:endParaRPr lang="fr-FR" b="1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Low" rtl="1">
              <a:lnSpc>
                <a:spcPct val="107000"/>
              </a:lnSpc>
              <a:spcAft>
                <a:spcPts val="1000"/>
              </a:spcAft>
              <a:buFont typeface="Sakkal Majalla" panose="02000000000000000000" pitchFamily="2" charset="-78"/>
              <a:buChar char="-"/>
            </a:pPr>
            <a:r>
              <a:rPr lang="ar-DZ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التكفل بمجموع التلاميذ المعنيين بالمعالجة حسب طبيعة الكفاءة المرتبطة بنمط المعالجة، </a:t>
            </a:r>
            <a:endParaRPr lang="fr-FR" b="1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07146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4">
            <a:extLst>
              <a:ext uri="{FF2B5EF4-FFF2-40B4-BE49-F238E27FC236}">
                <a16:creationId xmlns:lc="http://schemas.openxmlformats.org/drawingml/2006/lockedCanvas" xmlns:a16="http://schemas.microsoft.com/office/drawing/2014/main" xmlns="" id="{C97F1833-3CDA-F370-797B-23EE07E18F97}"/>
              </a:ext>
            </a:extLst>
          </p:cNvPr>
          <p:cNvSpPr txBox="1"/>
          <p:nvPr/>
        </p:nvSpPr>
        <p:spPr>
          <a:xfrm>
            <a:off x="2264415" y="135527"/>
            <a:ext cx="7638757" cy="55335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justLow" rtl="1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"/>
            </a:pPr>
            <a:r>
              <a:rPr lang="ar-DZ" sz="28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كيف يحضر الأستاذ لإجراء معالجة النقائص المشخصة؟</a:t>
            </a:r>
            <a:endParaRPr lang="fr-FR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6">
            <a:extLst>
              <a:ext uri="{FF2B5EF4-FFF2-40B4-BE49-F238E27FC236}">
                <a16:creationId xmlns:lc="http://schemas.openxmlformats.org/drawingml/2006/lockedCanvas" xmlns:a16="http://schemas.microsoft.com/office/drawing/2014/main" xmlns="" id="{8995AFE1-D179-8FE9-8EA3-2B513F9956F6}"/>
              </a:ext>
            </a:extLst>
          </p:cNvPr>
          <p:cNvSpPr txBox="1"/>
          <p:nvPr/>
        </p:nvSpPr>
        <p:spPr>
          <a:xfrm>
            <a:off x="1387874" y="688884"/>
            <a:ext cx="8609427" cy="526618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Low" rtl="1">
              <a:lnSpc>
                <a:spcPct val="107000"/>
              </a:lnSpc>
              <a:spcAft>
                <a:spcPts val="800"/>
              </a:spcAft>
            </a:pPr>
            <a:r>
              <a:rPr lang="ar-DZ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يقوم الأستاذ بتحليل قاعدة البيانات للفوج التربوي المسند إليه مستعينا بـ "دليل تقييم مكتسبات مرحلة التعليم الابتدائي في مادة التخصص، بعدها يتبع الخطوات الآتية للتمكّن من إعداد بطاقة وصفية للفوج:</a:t>
            </a:r>
            <a:endParaRPr lang="fr-FR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Low" rtl="1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ar-DZ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تحديد عدد التلاميذ المتعثرين في كل معيار بجمع الخانتين </a:t>
            </a:r>
            <a:r>
              <a:rPr lang="en-US" sz="2800" dirty="0">
                <a:effectLst/>
                <a:latin typeface="Sakkal Majalla" panose="02000000000000000000" pitchFamily="2" charset="-78"/>
                <a:ea typeface="Calibri" panose="020F0502020204030204" pitchFamily="34" charset="0"/>
                <a:cs typeface="Arial" panose="020B0604020202020204" pitchFamily="34" charset="0"/>
              </a:rPr>
              <a:t>(D+C)</a:t>
            </a:r>
            <a:r>
              <a:rPr lang="ar-DZ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، ومن خلال ذلك تحديد المعايير ذات الأداء المنخفض (المعايير المؤثرة) من كل كفاءة ختامية، أي تحديد المعايير التي يكون مجموع</a:t>
            </a:r>
            <a:r>
              <a:rPr lang="en-US" sz="2800" dirty="0">
                <a:effectLst/>
                <a:latin typeface="Sakkal Majalla" panose="02000000000000000000" pitchFamily="2" charset="-78"/>
                <a:ea typeface="Calibri" panose="020F0502020204030204" pitchFamily="34" charset="0"/>
                <a:cs typeface="Arial" panose="020B0604020202020204" pitchFamily="34" charset="0"/>
              </a:rPr>
              <a:t> (D+C) </a:t>
            </a:r>
            <a:r>
              <a:rPr lang="ar-DZ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كبير في كلّ كفاءة ختامية </a:t>
            </a:r>
            <a:endParaRPr lang="fr-FR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Low" rtl="1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ar-DZ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تحديد القائمة الإسمية للتلاميذ المتعثّرين حسب المعايير ذات الأداء المنخفض المحدّدة من كلّ كفاءة </a:t>
            </a:r>
            <a:r>
              <a:rPr lang="ar-DZ" sz="28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ختامية</a:t>
            </a:r>
            <a:endParaRPr lang="fr-FR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Low" rtl="1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ar-DZ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التعيين الرقمي للمعايير ذات الأداء المنخفض وتوصيفها بالاعتماد على دليل تقييم مكتسبات مرحلة التعليم الابتدائي للمادة </a:t>
            </a:r>
            <a:endParaRPr lang="fr-FR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15456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ar-DZ" dirty="0" smtClean="0">
                <a:solidFill>
                  <a:srgbClr val="FF0000"/>
                </a:solidFill>
              </a:rPr>
              <a:t>ملاحظات</a:t>
            </a:r>
            <a:r>
              <a:rPr lang="ar-DZ" dirty="0" smtClean="0"/>
              <a:t/>
            </a:r>
            <a:br>
              <a:rPr lang="ar-DZ" dirty="0" smtClean="0"/>
            </a:br>
            <a:endParaRPr lang="ar-DZ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63388" y="1027905"/>
            <a:ext cx="10515600" cy="5009823"/>
          </a:xfrm>
        </p:spPr>
        <p:txBody>
          <a:bodyPr/>
          <a:lstStyle/>
          <a:p>
            <a:pPr marL="0" indent="0" algn="r">
              <a:buNone/>
            </a:pPr>
            <a:r>
              <a:rPr lang="ar-DZ" dirty="0" smtClean="0"/>
              <a:t>1ـ المعالجة تكون بالتوازي مع التعلمات</a:t>
            </a:r>
          </a:p>
          <a:p>
            <a:pPr marL="0" indent="0" algn="r">
              <a:buNone/>
            </a:pPr>
            <a:r>
              <a:rPr lang="ar-DZ" dirty="0" smtClean="0"/>
              <a:t>2ـ المعالجة تخص الميدان الأول فقط وتتم في وضعية الانطلاق حيث يتم استخراج </a:t>
            </a:r>
          </a:p>
          <a:p>
            <a:pPr marL="0" indent="0" algn="r">
              <a:buNone/>
            </a:pPr>
            <a:r>
              <a:rPr lang="ar-DZ" dirty="0"/>
              <a:t> </a:t>
            </a:r>
            <a:r>
              <a:rPr lang="ar-DZ" dirty="0" smtClean="0"/>
              <a:t> التلاميذ </a:t>
            </a:r>
            <a:r>
              <a:rPr lang="ar-DZ" dirty="0"/>
              <a:t>المعنيين بالمعالجة  </a:t>
            </a:r>
            <a:r>
              <a:rPr lang="ar-DZ" dirty="0" smtClean="0"/>
              <a:t>من البطاقة التحليلية</a:t>
            </a:r>
            <a:r>
              <a:rPr lang="ar-DZ" dirty="0"/>
              <a:t> </a:t>
            </a:r>
            <a:r>
              <a:rPr lang="ar-DZ" dirty="0" smtClean="0"/>
              <a:t>من الفئة </a:t>
            </a:r>
            <a:r>
              <a:rPr lang="ar-DZ" dirty="0" smtClean="0">
                <a:solidFill>
                  <a:srgbClr val="FF0000"/>
                </a:solidFill>
              </a:rPr>
              <a:t>د</a:t>
            </a:r>
            <a:r>
              <a:rPr lang="ar-DZ" dirty="0" smtClean="0"/>
              <a:t>و</a:t>
            </a:r>
            <a:r>
              <a:rPr lang="ar-DZ" dirty="0" smtClean="0">
                <a:solidFill>
                  <a:srgbClr val="FF0000"/>
                </a:solidFill>
              </a:rPr>
              <a:t>ج</a:t>
            </a:r>
            <a:r>
              <a:rPr lang="ar-DZ" dirty="0" smtClean="0"/>
              <a:t> الخاصة بمادة التكنولوجيا فقط</a:t>
            </a:r>
          </a:p>
          <a:p>
            <a:pPr marL="0" indent="0" algn="r">
              <a:buNone/>
            </a:pPr>
            <a:r>
              <a:rPr lang="ar-DZ" dirty="0" smtClean="0"/>
              <a:t>3ـ توزيع التلاميذ على مجموعات ومع التلاميذ من الفئتين </a:t>
            </a:r>
            <a:r>
              <a:rPr lang="ar-DZ" dirty="0" smtClean="0">
                <a:solidFill>
                  <a:srgbClr val="FF0000"/>
                </a:solidFill>
              </a:rPr>
              <a:t>أ</a:t>
            </a:r>
            <a:r>
              <a:rPr lang="ar-DZ" dirty="0" smtClean="0"/>
              <a:t> و </a:t>
            </a:r>
            <a:r>
              <a:rPr lang="ar-DZ" dirty="0" smtClean="0">
                <a:solidFill>
                  <a:srgbClr val="FF0000"/>
                </a:solidFill>
              </a:rPr>
              <a:t>ب</a:t>
            </a:r>
            <a:r>
              <a:rPr lang="fr-FR" dirty="0" smtClean="0"/>
              <a:t>  </a:t>
            </a:r>
            <a:endParaRPr lang="ar-DZ" dirty="0" smtClean="0"/>
          </a:p>
          <a:p>
            <a:pPr marL="0" indent="0" algn="r">
              <a:buNone/>
            </a:pPr>
            <a:r>
              <a:rPr lang="fr-FR" dirty="0" smtClean="0"/>
              <a:t>KWL</a:t>
            </a:r>
            <a:r>
              <a:rPr lang="ar-DZ" dirty="0" smtClean="0"/>
              <a:t>4ـ تطبيق استراتيجية</a:t>
            </a:r>
            <a:endParaRPr lang="ar-DZ" dirty="0"/>
          </a:p>
          <a:p>
            <a:pPr marL="0" indent="0" algn="r">
              <a:buNone/>
            </a:pPr>
            <a:endParaRPr lang="ar-DZ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4961-DAE2-4EAA-8D7A-1441995A7F1D}" type="datetime1">
              <a:rPr lang="fr-FR" smtClean="0"/>
              <a:t>17/09/2024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DZ" smtClean="0"/>
              <a:t>الندوة الوطنيّة - تقييم امتحان مكتسبات مرحلة التعليم الابتدائي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C3548-C254-436B-B7C1-FB6D7FB82EBD}" type="slidenum">
              <a:rPr lang="fr-FR" smtClean="0"/>
              <a:t>27</a:t>
            </a:fld>
            <a:endParaRPr lang="fr-FR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7490501"/>
              </p:ext>
            </p:extLst>
          </p:nvPr>
        </p:nvGraphicFramePr>
        <p:xfrm>
          <a:off x="2472765" y="4033917"/>
          <a:ext cx="8127999" cy="183388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709333"/>
                <a:gridCol w="2709333"/>
                <a:gridCol w="2709333"/>
              </a:tblGrid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ar-DZ" dirty="0" smtClean="0"/>
                        <a:t>ماذا</a:t>
                      </a:r>
                      <a:r>
                        <a:rPr lang="ar-DZ" baseline="0" dirty="0" smtClean="0"/>
                        <a:t> تعرف؟</a:t>
                      </a:r>
                      <a:endParaRPr lang="ar-D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DZ" dirty="0" smtClean="0"/>
                        <a:t>ماذا</a:t>
                      </a:r>
                      <a:r>
                        <a:rPr lang="ar-DZ" baseline="0" dirty="0" smtClean="0"/>
                        <a:t> تريد أن تعرف؟</a:t>
                      </a:r>
                      <a:endParaRPr lang="ar-D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DZ" dirty="0" smtClean="0"/>
                        <a:t>ماذا</a:t>
                      </a:r>
                      <a:r>
                        <a:rPr lang="ar-DZ" baseline="0" dirty="0" smtClean="0"/>
                        <a:t> تعلمت؟</a:t>
                      </a:r>
                      <a:endParaRPr lang="ar-DZ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ar-DZ" dirty="0" smtClean="0"/>
                        <a:t>المولد</a:t>
                      </a:r>
                      <a:r>
                        <a:rPr lang="ar-DZ" baseline="0" dirty="0" smtClean="0"/>
                        <a:t> وظيفته.................</a:t>
                      </a:r>
                    </a:p>
                    <a:p>
                      <a:pPr algn="r" rtl="1"/>
                      <a:r>
                        <a:rPr lang="ar-DZ" baseline="0" dirty="0" smtClean="0"/>
                        <a:t>................................</a:t>
                      </a:r>
                    </a:p>
                    <a:p>
                      <a:pPr algn="r" rtl="1"/>
                      <a:r>
                        <a:rPr lang="ar-DZ" baseline="0" dirty="0" smtClean="0"/>
                        <a:t>...............................</a:t>
                      </a:r>
                      <a:endParaRPr lang="ar-DZ" dirty="0" smtClean="0"/>
                    </a:p>
                    <a:p>
                      <a:pPr rtl="1"/>
                      <a:endParaRPr lang="ar-DZ" dirty="0" smtClean="0"/>
                    </a:p>
                    <a:p>
                      <a:pPr rtl="1"/>
                      <a:endParaRPr lang="ar-D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D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DZ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9" name="Connecteur droit 8"/>
          <p:cNvCxnSpPr/>
          <p:nvPr/>
        </p:nvCxnSpPr>
        <p:spPr>
          <a:xfrm flipH="1">
            <a:off x="3146613" y="4773705"/>
            <a:ext cx="1532964" cy="60745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0397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ar-DZ" dirty="0" smtClean="0">
                <a:solidFill>
                  <a:srgbClr val="FF0000"/>
                </a:solidFill>
              </a:rPr>
              <a:t>توجيهات لسيرورة العمل 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 rtl="1"/>
            <a:r>
              <a:rPr lang="ar-DZ" sz="5400" dirty="0" smtClean="0"/>
              <a:t>الأستاذ الذى حضر بالندوة مكلف بإعداد ندوة داخلية لعرض المحتوي لبقية زملائه بالمتوسطة و تدون التوجيهات بدفتر التنسيق مع امضاء كل أستاذ</a:t>
            </a:r>
          </a:p>
          <a:p>
            <a:pPr algn="r" rtl="1"/>
            <a:r>
              <a:rPr lang="ar-DZ" sz="5400" dirty="0" smtClean="0"/>
              <a:t>المعالجة تكون بالتوازي</a:t>
            </a:r>
          </a:p>
          <a:p>
            <a:pPr marL="0" indent="0" algn="r" rtl="1">
              <a:buNone/>
            </a:pPr>
            <a:endParaRPr lang="fr-FR" sz="5400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4961-DAE2-4EAA-8D7A-1441995A7F1D}" type="datetime1">
              <a:rPr lang="fr-FR" smtClean="0"/>
              <a:t>17/09/2024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DZ" smtClean="0"/>
              <a:t>الندوة الوطنيّة - تقييم امتحان مكتسبات مرحلة التعليم الابتدائي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C3548-C254-436B-B7C1-FB6D7FB82EBD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7552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ar-DZ" b="1" dirty="0" smtClean="0">
                <a:solidFill>
                  <a:srgbClr val="FF0000"/>
                </a:solidFill>
              </a:rPr>
              <a:t>الوضعية الانطلاقية المقترحة</a:t>
            </a:r>
            <a:endParaRPr lang="ar-DZ" b="1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ar-DZ" dirty="0" smtClean="0"/>
              <a:t>إليك الأدوات الكهربائية التالية:</a:t>
            </a:r>
          </a:p>
          <a:p>
            <a:pPr marL="0" indent="0" algn="r">
              <a:buNone/>
            </a:pPr>
            <a:endParaRPr lang="ar-DZ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4961-DAE2-4EAA-8D7A-1441995A7F1D}" type="datetime1">
              <a:rPr lang="fr-FR" smtClean="0"/>
              <a:t>17/09/2024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DZ" smtClean="0"/>
              <a:t>الندوة الوطنيّة - تقييم امتحان مكتسبات مرحلة التعليم الابتدائي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C3548-C254-436B-B7C1-FB6D7FB82EBD}" type="slidenum">
              <a:rPr lang="fr-FR" smtClean="0"/>
              <a:t>29</a:t>
            </a:fld>
            <a:endParaRPr lang="fr-FR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634" y="2527299"/>
            <a:ext cx="2990616" cy="2410161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4012" y="2527300"/>
            <a:ext cx="2568622" cy="2410161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2248" y="2546351"/>
            <a:ext cx="3639058" cy="23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391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457199"/>
            <a:ext cx="10515600" cy="5728447"/>
          </a:xfrm>
        </p:spPr>
        <p:txBody>
          <a:bodyPr>
            <a:normAutofit fontScale="70000" lnSpcReduction="20000"/>
          </a:bodyPr>
          <a:lstStyle/>
          <a:p>
            <a:pPr marL="0" indent="0" algn="r">
              <a:buNone/>
            </a:pPr>
            <a:r>
              <a:rPr lang="ar-DZ" b="1" u="sng" dirty="0" smtClean="0">
                <a:solidFill>
                  <a:srgbClr val="FF0000"/>
                </a:solidFill>
              </a:rPr>
              <a:t>المطلوب:</a:t>
            </a:r>
          </a:p>
          <a:p>
            <a:pPr marL="0" indent="0" algn="r">
              <a:buNone/>
            </a:pPr>
            <a:endParaRPr lang="ar-DZ" b="1" u="sng" dirty="0" smtClean="0">
              <a:solidFill>
                <a:srgbClr val="FF0000"/>
              </a:solidFill>
            </a:endParaRPr>
          </a:p>
          <a:p>
            <a:pPr marL="0" indent="0" algn="r">
              <a:buNone/>
            </a:pPr>
            <a:r>
              <a:rPr lang="ar-DZ" b="1" dirty="0" smtClean="0"/>
              <a:t>1 ـ  أ) اذكر اسم كل عنصر كهربائي ثم حدد وظيفته  بملء الجدول </a:t>
            </a:r>
            <a:r>
              <a:rPr lang="ar-DZ" b="1" dirty="0" err="1" smtClean="0"/>
              <a:t>الأتي</a:t>
            </a:r>
            <a:r>
              <a:rPr lang="ar-DZ" b="1" dirty="0" smtClean="0"/>
              <a:t>:</a:t>
            </a:r>
            <a:endParaRPr lang="en-US" b="1" dirty="0" smtClean="0"/>
          </a:p>
          <a:p>
            <a:pPr marL="0" indent="0" algn="r">
              <a:buNone/>
            </a:pPr>
            <a:endParaRPr lang="en-US" dirty="0"/>
          </a:p>
          <a:p>
            <a:pPr marL="0" indent="0" algn="r">
              <a:buNone/>
            </a:pPr>
            <a:endParaRPr lang="ar-DZ" dirty="0" smtClean="0"/>
          </a:p>
          <a:p>
            <a:pPr marL="0" indent="0" algn="r">
              <a:buNone/>
            </a:pPr>
            <a:r>
              <a:rPr lang="ar-DZ" dirty="0"/>
              <a:t> </a:t>
            </a:r>
            <a:r>
              <a:rPr lang="ar-DZ" dirty="0" smtClean="0"/>
              <a:t>     </a:t>
            </a:r>
          </a:p>
          <a:p>
            <a:pPr marL="0" indent="0" algn="r">
              <a:buNone/>
            </a:pPr>
            <a:r>
              <a:rPr lang="ar-DZ" dirty="0"/>
              <a:t> </a:t>
            </a:r>
            <a:endParaRPr lang="ar-DZ" dirty="0" smtClean="0"/>
          </a:p>
          <a:p>
            <a:pPr marL="0" indent="0" algn="r">
              <a:buNone/>
            </a:pPr>
            <a:r>
              <a:rPr lang="ar-DZ" dirty="0" smtClean="0"/>
              <a:t> </a:t>
            </a:r>
          </a:p>
          <a:p>
            <a:pPr marL="0" indent="0" algn="r">
              <a:buNone/>
            </a:pPr>
            <a:r>
              <a:rPr lang="ar-DZ" b="1" dirty="0" smtClean="0"/>
              <a:t>2 ـ  أ) ركب دارة كهربائية لإنارة بسيطة</a:t>
            </a:r>
          </a:p>
          <a:p>
            <a:pPr marL="0" indent="0" algn="r">
              <a:buNone/>
            </a:pPr>
            <a:r>
              <a:rPr lang="ar-DZ" b="1" dirty="0"/>
              <a:t> </a:t>
            </a:r>
            <a:r>
              <a:rPr lang="ar-DZ" b="1" dirty="0" smtClean="0"/>
              <a:t>   ب) ركب مختلف الدارات الكهربائية الممكنة مع مراعاة الدلالات المكتوبة على </a:t>
            </a:r>
          </a:p>
          <a:p>
            <a:pPr marL="0" indent="0" algn="r">
              <a:buNone/>
            </a:pPr>
            <a:r>
              <a:rPr lang="ar-DZ" b="1" dirty="0"/>
              <a:t> </a:t>
            </a:r>
            <a:r>
              <a:rPr lang="ar-DZ" b="1" dirty="0" smtClean="0"/>
              <a:t>        بعض العناصر الكهربائية. مع التعليل.</a:t>
            </a:r>
          </a:p>
          <a:p>
            <a:pPr marL="0" indent="0" algn="r">
              <a:buNone/>
            </a:pPr>
            <a:r>
              <a:rPr lang="ar-DZ" b="1" dirty="0" smtClean="0"/>
              <a:t>3 ـ   </a:t>
            </a:r>
            <a:r>
              <a:rPr lang="ar-DZ" b="1" dirty="0"/>
              <a:t>اذكر بعض الاحتياطات الأمنية عند تركيب الدارات الكهربائية للحماية من أخطار </a:t>
            </a:r>
          </a:p>
          <a:p>
            <a:pPr marL="0" indent="0" algn="r">
              <a:buNone/>
            </a:pPr>
            <a:r>
              <a:rPr lang="ar-DZ" b="1" dirty="0"/>
              <a:t>    </a:t>
            </a:r>
            <a:r>
              <a:rPr lang="ar-DZ" b="1" dirty="0" smtClean="0"/>
              <a:t>   الكهرباء.</a:t>
            </a:r>
            <a:endParaRPr lang="en-US" sz="3400" b="1" dirty="0" smtClean="0"/>
          </a:p>
          <a:p>
            <a:pPr marL="0" indent="0" algn="r">
              <a:buNone/>
            </a:pPr>
            <a:r>
              <a:rPr lang="ar-DZ" sz="3400" b="1" u="sng" dirty="0" smtClean="0">
                <a:solidFill>
                  <a:srgbClr val="FF0000"/>
                </a:solidFill>
              </a:rPr>
              <a:t>ملاحظة: </a:t>
            </a:r>
          </a:p>
          <a:p>
            <a:pPr marL="0" indent="0" algn="r">
              <a:buNone/>
            </a:pPr>
            <a:r>
              <a:rPr lang="ar-DZ" sz="3400" b="1" dirty="0" smtClean="0"/>
              <a:t>في الأسبوع الأول التأكيد على احضار الأدوات الكهربائية في حال غيابها أو نقصها بالمؤسسة </a:t>
            </a:r>
          </a:p>
          <a:p>
            <a:pPr marL="0" indent="0" algn="r">
              <a:buNone/>
            </a:pPr>
            <a:r>
              <a:rPr lang="ar-DZ" sz="3400" b="1" dirty="0"/>
              <a:t> </a:t>
            </a:r>
            <a:r>
              <a:rPr lang="ar-DZ" sz="3400" b="1" dirty="0" smtClean="0"/>
              <a:t> من طرف التلاميذ</a:t>
            </a:r>
            <a:endParaRPr lang="ar-DZ" sz="3400" b="1" dirty="0"/>
          </a:p>
          <a:p>
            <a:pPr marL="0" indent="0" algn="r">
              <a:buNone/>
            </a:pPr>
            <a:endParaRPr lang="ar-DZ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4961-DAE2-4EAA-8D7A-1441995A7F1D}" type="datetime1">
              <a:rPr lang="fr-FR" smtClean="0"/>
              <a:t>17/09/2024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DZ" smtClean="0"/>
              <a:t>الندوة الوطنيّة - تقييم امتحان مكتسبات مرحلة التعليم الابتدائي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C3548-C254-436B-B7C1-FB6D7FB82EBD}" type="slidenum">
              <a:rPr lang="fr-FR" smtClean="0"/>
              <a:t>30</a:t>
            </a:fld>
            <a:endParaRPr lang="fr-FR"/>
          </a:p>
        </p:txBody>
      </p:sp>
      <p:graphicFrame>
        <p:nvGraphicFramePr>
          <p:cNvPr id="8" name="Tableau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566818"/>
              </p:ext>
            </p:extLst>
          </p:nvPr>
        </p:nvGraphicFramePr>
        <p:xfrm>
          <a:off x="2462305" y="1540782"/>
          <a:ext cx="8128000" cy="1554480"/>
        </p:xfrm>
        <a:graphic>
          <a:graphicData uri="http://schemas.openxmlformats.org/drawingml/2006/table">
            <a:tbl>
              <a:tblPr rtl="1" firstRow="1" bandRow="1">
                <a:tableStyleId>{073A0DAA-6AF3-43AB-8588-CEC1D06C72B9}</a:tableStyleId>
              </a:tblPr>
              <a:tblGrid>
                <a:gridCol w="4064000"/>
                <a:gridCol w="4064000"/>
              </a:tblGrid>
              <a:tr h="343472">
                <a:tc>
                  <a:txBody>
                    <a:bodyPr/>
                    <a:lstStyle/>
                    <a:p>
                      <a:pPr algn="ctr" rtl="1"/>
                      <a:r>
                        <a:rPr lang="ar-DZ" dirty="0" smtClean="0"/>
                        <a:t>العنصر الكهربائي</a:t>
                      </a:r>
                      <a:endParaRPr lang="ar-D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dirty="0" smtClean="0"/>
                        <a:t>وظيفته</a:t>
                      </a:r>
                      <a:endParaRPr lang="ar-DZ" dirty="0"/>
                    </a:p>
                  </a:txBody>
                  <a:tcPr/>
                </a:tc>
              </a:tr>
              <a:tr h="1100993">
                <a:tc>
                  <a:txBody>
                    <a:bodyPr/>
                    <a:lstStyle/>
                    <a:p>
                      <a:pPr rtl="1"/>
                      <a:endParaRPr lang="ar-DZ" dirty="0" smtClean="0"/>
                    </a:p>
                    <a:p>
                      <a:pPr rtl="1"/>
                      <a:endParaRPr lang="ar-DZ" dirty="0" smtClean="0"/>
                    </a:p>
                    <a:p>
                      <a:pPr rtl="1"/>
                      <a:endParaRPr lang="ar-DZ" dirty="0" smtClean="0"/>
                    </a:p>
                    <a:p>
                      <a:pPr rtl="1"/>
                      <a:endParaRPr lang="ar-D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DZ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5998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90283" y="500062"/>
            <a:ext cx="10515600" cy="1325563"/>
          </a:xfr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pPr algn="ctr"/>
            <a:r>
              <a:rPr lang="ar-DZ" dirty="0" smtClean="0"/>
              <a:t>توجيهات عامة</a:t>
            </a:r>
            <a:endParaRPr lang="ar-DZ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r" rtl="1">
              <a:buNone/>
            </a:pPr>
            <a:r>
              <a:rPr lang="ar-DZ" sz="3600" dirty="0"/>
              <a:t> </a:t>
            </a:r>
            <a:r>
              <a:rPr lang="ar-DZ" sz="3600" dirty="0" smtClean="0"/>
              <a:t>ـ في المشاريع نسجل تراخ و إهمال في إعطاء قيمة لها و متابعتها خلال فترة الميدان</a:t>
            </a:r>
          </a:p>
          <a:p>
            <a:pPr marL="0" indent="0" algn="r" rtl="1">
              <a:buNone/>
            </a:pPr>
            <a:r>
              <a:rPr lang="ar-DZ" sz="3600" dirty="0"/>
              <a:t> </a:t>
            </a:r>
            <a:r>
              <a:rPr lang="ar-DZ" sz="3600" dirty="0" smtClean="0"/>
              <a:t>ـ تحديد المشروع بالاتفاق معا ويقدم من خلال فيديو  والتلميذ يقوم بتقليد إنجازه</a:t>
            </a:r>
          </a:p>
          <a:p>
            <a:pPr marL="0" indent="0" algn="r" rtl="1">
              <a:buNone/>
            </a:pPr>
            <a:r>
              <a:rPr lang="ar-DZ" sz="3600" dirty="0"/>
              <a:t> </a:t>
            </a:r>
            <a:r>
              <a:rPr lang="ar-DZ" sz="3600" dirty="0" smtClean="0"/>
              <a:t>ـ كتابة التلاميذ حسب التوصيف ج و د بلون مغاير في كراس التنقيط</a:t>
            </a:r>
          </a:p>
          <a:p>
            <a:pPr marL="0" indent="0" algn="r" rtl="1">
              <a:buNone/>
            </a:pPr>
            <a:r>
              <a:rPr lang="ar-DZ" sz="3600" dirty="0"/>
              <a:t> </a:t>
            </a:r>
            <a:r>
              <a:rPr lang="ar-DZ" sz="3600" dirty="0" smtClean="0"/>
              <a:t>ـ متابعة تلاميذ الفئتين ج و د على مدار السنة ومحاولة تحسين مستواهم ويعتبر هذا</a:t>
            </a:r>
          </a:p>
          <a:p>
            <a:pPr marL="0" indent="0" algn="r" rtl="1">
              <a:buNone/>
            </a:pPr>
            <a:r>
              <a:rPr lang="ar-DZ" sz="3600" dirty="0"/>
              <a:t> </a:t>
            </a:r>
            <a:r>
              <a:rPr lang="ar-DZ" sz="3600" dirty="0" smtClean="0"/>
              <a:t> مشروع مادة الفيزياء.</a:t>
            </a:r>
          </a:p>
          <a:p>
            <a:pPr marL="0" indent="0" algn="r" rtl="1">
              <a:buNone/>
            </a:pPr>
            <a:r>
              <a:rPr lang="ar-DZ" dirty="0"/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4961-DAE2-4EAA-8D7A-1441995A7F1D}" type="datetime1">
              <a:rPr lang="fr-FR" smtClean="0"/>
              <a:t>17/09/2024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DZ" smtClean="0"/>
              <a:t>الندوة الوطنيّة - تقييم امتحان مكتسبات مرحلة التعليم الابتدائي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C3548-C254-436B-B7C1-FB6D7FB82EBD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0641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6082" y="1114332"/>
            <a:ext cx="9144000" cy="1655762"/>
          </a:xfrm>
        </p:spPr>
        <p:txBody>
          <a:bodyPr>
            <a:noAutofit/>
          </a:bodyPr>
          <a:lstStyle/>
          <a:p>
            <a:r>
              <a:rPr lang="fr-FR" sz="5400" dirty="0"/>
              <a:t/>
            </a:r>
            <a:br>
              <a:rPr lang="fr-FR" sz="5400" dirty="0"/>
            </a:br>
            <a:r>
              <a:rPr lang="ar-DZ" sz="5400" dirty="0"/>
              <a:t>إعداد بطاقة تقنية للفرض والامتحان وفيها تحدد المعايير المقصود تقييمها من كل سؤال </a:t>
            </a:r>
            <a:br>
              <a:rPr lang="ar-DZ" sz="5400" dirty="0"/>
            </a:br>
            <a:r>
              <a:rPr lang="ar-DZ" sz="5400" dirty="0">
                <a:solidFill>
                  <a:srgbClr val="FF0000"/>
                </a:solidFill>
              </a:rPr>
              <a:t>= اجباري=</a:t>
            </a:r>
          </a:p>
        </p:txBody>
      </p:sp>
    </p:spTree>
    <p:extLst>
      <p:ext uri="{BB962C8B-B14F-4D97-AF65-F5344CB8AC3E}">
        <p14:creationId xmlns:p14="http://schemas.microsoft.com/office/powerpoint/2010/main" val="5176553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ar-DZ" dirty="0" smtClean="0"/>
              <a:t> </a:t>
            </a:r>
            <a:r>
              <a:rPr lang="ar-DZ" b="1" dirty="0">
                <a:solidFill>
                  <a:srgbClr val="FF0000"/>
                </a:solidFill>
              </a:rPr>
              <a:t>البطاقة التقنية لتقييم الفرض أو الاختبار</a:t>
            </a:r>
            <a:endParaRPr lang="ar-DZ" dirty="0"/>
          </a:p>
        </p:txBody>
      </p:sp>
      <p:pic>
        <p:nvPicPr>
          <p:cNvPr id="7" name="Espace réservé du contenu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0471" y="2135756"/>
            <a:ext cx="8151058" cy="3731075"/>
          </a:xfrm>
          <a:prstGeom prst="rect">
            <a:avLst/>
          </a:prstGeom>
        </p:spPr>
      </p:pic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4961-DAE2-4EAA-8D7A-1441995A7F1D}" type="datetime1">
              <a:rPr lang="fr-FR" smtClean="0"/>
              <a:t>17/09/2024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DZ" smtClean="0"/>
              <a:t>الندوة الوطنيّة - تقييم امتحان مكتسبات مرحلة التعليم الابتدائي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C3548-C254-436B-B7C1-FB6D7FB82EBD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15272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35DC5-7710-4DE3-B4BC-60915F6B9538}" type="datetime1">
              <a:rPr lang="fr-FR" smtClean="0"/>
              <a:t>17/09/2024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DZ" smtClean="0"/>
              <a:t>الندوة الوطنيّة - تقييم امتحان مكتسبات مرحلة التعليم الابتدائي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C3548-C254-436B-B7C1-FB6D7FB82EBD}" type="slidenum">
              <a:rPr lang="fr-FR" smtClean="0"/>
              <a:t>34</a:t>
            </a:fld>
            <a:endParaRPr lang="fr-FR"/>
          </a:p>
        </p:txBody>
      </p:sp>
      <p:sp>
        <p:nvSpPr>
          <p:cNvPr id="6" name="ZoneTexte 4"/>
          <p:cNvSpPr txBox="1">
            <a:spLocks noGrp="1"/>
          </p:cNvSpPr>
          <p:nvPr>
            <p:ph type="title"/>
          </p:nvPr>
        </p:nvSpPr>
        <p:spPr>
          <a:xfrm>
            <a:off x="945776" y="1842806"/>
            <a:ext cx="10515600" cy="2834622"/>
          </a:xfrm>
          <a:prstGeom prst="rect">
            <a:avLst/>
          </a:prstGeom>
          <a:solidFill>
            <a:srgbClr val="FFCCFF"/>
          </a:solidFill>
          <a:ln w="12700">
            <a:noFill/>
          </a:ln>
        </p:spPr>
        <p:txBody>
          <a:bodyPr>
            <a:spAutoFit/>
          </a:bodyPr>
          <a:lstStyle>
            <a:defPPr>
              <a:defRPr lang="ar-SA"/>
            </a:defPPr>
            <a:lvl1pPr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ar-DZ" sz="6600" dirty="0"/>
              <a:t>شكــرا لـكـم على حسن الانتباه </a:t>
            </a:r>
            <a:r>
              <a:rPr lang="ar-DZ" sz="6600" dirty="0" err="1"/>
              <a:t>و</a:t>
            </a:r>
            <a:r>
              <a:rPr lang="ar-DZ" sz="6600" dirty="0"/>
              <a:t> المتابعة نلقاكم في فرصة أخرى إن شاء الله </a:t>
            </a:r>
            <a:endParaRPr lang="fr-FR" sz="6600" dirty="0"/>
          </a:p>
        </p:txBody>
      </p:sp>
    </p:spTree>
    <p:extLst>
      <p:ext uri="{BB962C8B-B14F-4D97-AF65-F5344CB8AC3E}">
        <p14:creationId xmlns:p14="http://schemas.microsoft.com/office/powerpoint/2010/main" val="3225673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1935</TotalTime>
  <Words>1020</Words>
  <Application>Microsoft Office PowerPoint</Application>
  <PresentationFormat>Grand écran</PresentationFormat>
  <Paragraphs>224</Paragraphs>
  <Slides>34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34</vt:i4>
      </vt:variant>
    </vt:vector>
  </HeadingPairs>
  <TitlesOfParts>
    <vt:vector size="45" baseType="lpstr">
      <vt:lpstr>Arial</vt:lpstr>
      <vt:lpstr>Arial Black</vt:lpstr>
      <vt:lpstr>Calibri</vt:lpstr>
      <vt:lpstr>Calibri Light</vt:lpstr>
      <vt:lpstr>Fira Sans Extra Condensed Mediu</vt:lpstr>
      <vt:lpstr>Sakkal Majalla</vt:lpstr>
      <vt:lpstr>Symbol</vt:lpstr>
      <vt:lpstr>Tahoma</vt:lpstr>
      <vt:lpstr>Times New Roman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هذه الشبكة تخص مدير المؤسسة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                                             من يستخدم هذه الشبكة ؟  أساتذة السنة أولى متوسط هم من يقومون بما يلي:   1ـ يستخرج الشبكة من الأرضية الرقمية عن طريق المدير  2ـ يحلل شبكة تقييم معايير الكفاءات الختامية للمادة  3ـ يضع حصيلة تربوية مركزا على المكتسبات التي أخفق التلاميذ في امتلاكها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ملاحظات </vt:lpstr>
      <vt:lpstr>توجيهات لسيرورة العمل </vt:lpstr>
      <vt:lpstr>الوضعية الانطلاقية المقترحة</vt:lpstr>
      <vt:lpstr>Présentation PowerPoint</vt:lpstr>
      <vt:lpstr>توجيهات عامة</vt:lpstr>
      <vt:lpstr>Présentation PowerPoint</vt:lpstr>
      <vt:lpstr> البطاقة التقنية لتقييم الفرض أو الاختبار</vt:lpstr>
      <vt:lpstr>شكــرا لـكـم على حسن الانتباه و المتابعة نلقاكم في فرصة أخرى إن شاء الله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M,E,N-Alg</dc:creator>
  <cp:lastModifiedBy>lenovo</cp:lastModifiedBy>
  <cp:revision>126</cp:revision>
  <dcterms:created xsi:type="dcterms:W3CDTF">2023-07-13T17:09:58Z</dcterms:created>
  <dcterms:modified xsi:type="dcterms:W3CDTF">2024-09-17T11:52:43Z</dcterms:modified>
</cp:coreProperties>
</file>