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9" r:id="rId3"/>
    <p:sldId id="283" r:id="rId4"/>
    <p:sldId id="293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82" y="-7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545AF-BCD0-4175-A634-0A65184CC1BF}" type="datetimeFigureOut">
              <a:rPr lang="fr-FR" smtClean="0"/>
              <a:pPr/>
              <a:t>18/01/2019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F89F4-C1F9-47D6-821A-B62BD4EDE9AB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6" name="Titre 1"/>
          <p:cNvSpPr>
            <a:spLocks noGrp="1"/>
          </p:cNvSpPr>
          <p:nvPr>
            <p:ph type="ctrTitle"/>
          </p:nvPr>
        </p:nvSpPr>
        <p:spPr>
          <a:xfrm>
            <a:off x="516835" y="2449241"/>
            <a:ext cx="8017565" cy="2372139"/>
          </a:xfrm>
          <a:extLst/>
        </p:spPr>
        <p:txBody>
          <a:bodyPr anchor="ctr">
            <a:normAutofit/>
          </a:bodyPr>
          <a:lstStyle/>
          <a:p>
            <a:pPr eaLnBrk="1" hangingPunct="1">
              <a:defRPr/>
            </a:pPr>
            <a:r>
              <a:rPr lang="ar-DZ" sz="7200" b="1" u="sng" dirty="0">
                <a:ln w="57150" cmpd="sng">
                  <a:solidFill>
                    <a:sysClr val="windowText" lastClr="000000">
                      <a:alpha val="55000"/>
                    </a:sysClr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cs typeface="Al-Hadith1" pitchFamily="2" charset="-78"/>
              </a:rPr>
              <a:t>بسم الله الرحمن الرحيم</a:t>
            </a:r>
          </a:p>
        </p:txBody>
      </p:sp>
    </p:spTree>
    <p:extLst>
      <p:ext uri="{BB962C8B-B14F-4D97-AF65-F5344CB8AC3E}">
        <p14:creationId xmlns:p14="http://schemas.microsoft.com/office/powerpoint/2010/main" val="176314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34"/>
          <a:stretch/>
        </p:blipFill>
        <p:spPr bwMode="auto">
          <a:xfrm>
            <a:off x="-108520" y="0"/>
            <a:ext cx="928903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57158" y="1214422"/>
            <a:ext cx="8286808" cy="5386090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contrasting" dir="t">
              <a:rot lat="0" lon="0" rev="4500000"/>
            </a:lightRig>
          </a:scene3d>
          <a:sp3d>
            <a:bevelT prst="relaxedInset"/>
          </a:sp3d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ar-DZ" sz="28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مديرية التربية لولاية </a:t>
            </a:r>
            <a:r>
              <a:rPr lang="ar-DZ" sz="28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عنابة</a:t>
            </a:r>
            <a:endParaRPr lang="ar-DZ" sz="28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Narrow Special G2" pitchFamily="34" charset="2"/>
            </a:endParaRPr>
          </a:p>
          <a:p>
            <a:pPr algn="ctr" rtl="1"/>
            <a:r>
              <a:rPr lang="ar-DZ" sz="28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مفتشية</a:t>
            </a:r>
            <a:r>
              <a:rPr lang="ar-DZ" sz="28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 التربية والتعليم المتوسط</a:t>
            </a:r>
          </a:p>
          <a:p>
            <a:pPr algn="ctr" rtl="1"/>
            <a:r>
              <a:rPr lang="ar-DZ" sz="28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لمادة العلوم الفيزيائية والتكنولوجيا</a:t>
            </a:r>
            <a:endParaRPr lang="fr-FR" sz="28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Narrow Special G2" pitchFamily="34" charset="2"/>
            </a:endParaRPr>
          </a:p>
          <a:p>
            <a:pPr algn="ctr" rtl="1"/>
            <a:r>
              <a:rPr lang="ar-DZ" sz="3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يوم دراسي</a:t>
            </a:r>
            <a:endParaRPr lang="fr-FR" sz="3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Narrow Special G2" pitchFamily="34" charset="2"/>
            </a:endParaRPr>
          </a:p>
          <a:p>
            <a:pPr algn="ctr" rtl="1"/>
            <a:r>
              <a:rPr lang="ar-DZ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تحليل الوحدات الجديدة</a:t>
            </a:r>
          </a:p>
          <a:p>
            <a:pPr algn="ctr" rtl="1"/>
            <a:r>
              <a:rPr lang="ar-DZ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في منهاج السنة الرابعة متوسطك المعاد كتابته</a:t>
            </a:r>
          </a:p>
          <a:p>
            <a:pPr algn="ctr" rtl="1"/>
            <a:r>
              <a:rPr lang="ar-DZ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* توازن جسم صلب خاضع لعدة قوى</a:t>
            </a:r>
          </a:p>
          <a:p>
            <a:pPr algn="ctr" rtl="1"/>
            <a:r>
              <a:rPr lang="ar-DZ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* دافعــة </a:t>
            </a:r>
            <a:r>
              <a:rPr lang="ar-DZ" sz="32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أرخميـدس</a:t>
            </a:r>
            <a:r>
              <a:rPr lang="ar-DZ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     </a:t>
            </a:r>
          </a:p>
          <a:p>
            <a:pPr algn="ctr" rtl="1"/>
            <a:r>
              <a:rPr lang="ar-DZ" sz="24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اعداد</a:t>
            </a:r>
            <a:r>
              <a:rPr lang="ar-DZ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 وتقديم:</a:t>
            </a:r>
          </a:p>
          <a:p>
            <a:pPr algn="ctr" rtl="1"/>
            <a:r>
              <a:rPr lang="ar-DZ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 م.ت.</a:t>
            </a:r>
            <a:r>
              <a:rPr lang="ar-DZ" sz="24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ت</a:t>
            </a:r>
            <a:r>
              <a:rPr lang="ar-DZ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.م         </a:t>
            </a:r>
          </a:p>
          <a:p>
            <a:pPr algn="ctr" rtl="1"/>
            <a:r>
              <a:rPr lang="ar-DZ" sz="24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وـ</a:t>
            </a:r>
            <a:r>
              <a:rPr lang="ar-DZ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 </a:t>
            </a:r>
            <a:r>
              <a:rPr lang="ar-DZ" sz="2400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بوشامة</a:t>
            </a:r>
            <a:endParaRPr lang="ar-DZ" sz="2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Narrow Special G2" pitchFamily="34" charset="2"/>
            </a:endParaRPr>
          </a:p>
          <a:p>
            <a:pPr algn="ctr" rtl="1"/>
            <a:r>
              <a:rPr lang="ar-DZ" sz="2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 Special G2" pitchFamily="34" charset="2"/>
              </a:rPr>
              <a:t>جانفي2019</a:t>
            </a:r>
            <a:endParaRPr lang="fr-FR" sz="2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Narrow Special G2" pitchFamily="34" charset="2"/>
            </a:endParaRPr>
          </a:p>
        </p:txBody>
      </p:sp>
      <p:pic>
        <p:nvPicPr>
          <p:cNvPr id="6" name="Picture 6" descr="fleurs003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2500306"/>
            <a:ext cx="866775" cy="1247775"/>
          </a:xfrm>
          <a:prstGeom prst="rect">
            <a:avLst/>
          </a:prstGeom>
          <a:noFill/>
        </p:spPr>
      </p:pic>
      <p:pic>
        <p:nvPicPr>
          <p:cNvPr id="7" name="Picture 6" descr="fleurs003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29520" y="2571744"/>
            <a:ext cx="866775" cy="12477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910149"/>
      </p:ext>
    </p:extLst>
  </p:cSld>
  <p:clrMapOvr>
    <a:masterClrMapping/>
  </p:clrMapOvr>
  <p:transition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ar-DZ" b="1" dirty="0">
                <a:solidFill>
                  <a:srgbClr val="FF0000"/>
                </a:solidFill>
              </a:rPr>
              <a:t>مخطط العرض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r" rtl="1">
              <a:buNone/>
            </a:pPr>
            <a:r>
              <a:rPr lang="ar-DZ" sz="2400" b="1" dirty="0"/>
              <a:t>1ـ</a:t>
            </a:r>
            <a:r>
              <a:rPr lang="fr-FR" sz="2400" b="1" dirty="0"/>
              <a:t> </a:t>
            </a:r>
            <a:r>
              <a:rPr lang="ar-DZ" sz="2400" b="1" dirty="0"/>
              <a:t>قراءة</a:t>
            </a:r>
            <a:r>
              <a:rPr lang="fr-FR" sz="2400" b="1" dirty="0"/>
              <a:t> </a:t>
            </a:r>
            <a:r>
              <a:rPr lang="ar-DZ" sz="2400" b="1" dirty="0"/>
              <a:t>تحليلية  : المواد المعرفية لتوازن جسم صلب خاضع لعدة قوى</a:t>
            </a:r>
            <a:endParaRPr lang="fr-FR" sz="2400" b="1" dirty="0"/>
          </a:p>
          <a:p>
            <a:pPr algn="r" rtl="1">
              <a:buNone/>
            </a:pPr>
            <a:r>
              <a:rPr lang="ar-DZ" sz="2400" b="1" dirty="0"/>
              <a:t>2ـ قراءة تحليلية : الموارد </a:t>
            </a:r>
            <a:r>
              <a:rPr lang="ar-DZ" sz="2400" b="1"/>
              <a:t>المعرفية لدافعة </a:t>
            </a:r>
            <a:r>
              <a:rPr lang="ar-DZ" sz="2400" b="1" dirty="0" err="1"/>
              <a:t>أرخميدس</a:t>
            </a:r>
            <a:r>
              <a:rPr lang="ar-DZ" sz="2400" b="1" dirty="0"/>
              <a:t> في السوائل</a:t>
            </a:r>
          </a:p>
          <a:p>
            <a:pPr algn="r" rtl="1">
              <a:buNone/>
            </a:pPr>
            <a:r>
              <a:rPr lang="ar-DZ" sz="2400" b="1" dirty="0"/>
              <a:t>3ـ تحليل النشاطات المتعلقة بتوازن جسم صلب</a:t>
            </a:r>
          </a:p>
          <a:p>
            <a:pPr algn="r" rtl="1">
              <a:buNone/>
            </a:pPr>
            <a:r>
              <a:rPr lang="ar-DZ" sz="2400" b="1" dirty="0"/>
              <a:t>4ـ تحليل النشاطات المتعلقة بدافعة </a:t>
            </a:r>
            <a:r>
              <a:rPr lang="ar-DZ" sz="2400" b="1" dirty="0" err="1"/>
              <a:t>أرخميدس</a:t>
            </a:r>
            <a:endParaRPr lang="ar-DZ" sz="2400" b="1" dirty="0"/>
          </a:p>
          <a:p>
            <a:pPr algn="r" rtl="1">
              <a:buNone/>
            </a:pPr>
            <a:r>
              <a:rPr lang="ar-DZ" sz="2400" b="1" dirty="0"/>
              <a:t>5ـ دراسة بطاقة وضعية </a:t>
            </a:r>
            <a:r>
              <a:rPr lang="ar-DZ" sz="2400" b="1" dirty="0" err="1"/>
              <a:t>تعلمية</a:t>
            </a:r>
            <a:r>
              <a:rPr lang="ar-DZ" sz="2400" b="1" dirty="0"/>
              <a:t> حول دافعة </a:t>
            </a:r>
            <a:r>
              <a:rPr lang="ar-DZ" sz="2400" b="1" dirty="0" err="1"/>
              <a:t>أرخميدس</a:t>
            </a:r>
            <a:r>
              <a:rPr lang="ar-DZ" sz="2400" b="1" dirty="0"/>
              <a:t> ( الوثيقة المرافقة)</a:t>
            </a:r>
          </a:p>
          <a:p>
            <a:pPr algn="r" rtl="1">
              <a:buNone/>
            </a:pPr>
            <a:r>
              <a:rPr lang="ar-DZ" sz="2400" b="1" dirty="0"/>
              <a:t>6ـ تجارب توضيحية بالفيديو حول دافعة </a:t>
            </a:r>
            <a:r>
              <a:rPr lang="ar-DZ" sz="2400" b="1" dirty="0" err="1"/>
              <a:t>أرخميدس</a:t>
            </a:r>
            <a:r>
              <a:rPr lang="ar-DZ" sz="2400" b="1" dirty="0"/>
              <a:t> وتوازن جسم صلب</a:t>
            </a:r>
            <a:endParaRPr lang="fr-FR" sz="2400" b="1" dirty="0"/>
          </a:p>
          <a:p>
            <a:pPr algn="r" rtl="1">
              <a:buNone/>
            </a:pPr>
            <a:r>
              <a:rPr lang="ar-DZ" sz="2400" b="1" dirty="0"/>
              <a:t>7ـ نشاط تطبيقي</a:t>
            </a:r>
          </a:p>
          <a:p>
            <a:pPr algn="r" rtl="1">
              <a:buNone/>
            </a:pPr>
            <a:r>
              <a:rPr lang="ar-DZ" sz="2400" b="1" dirty="0"/>
              <a:t>- تحقيق تجارب  حول توازن جسم صلب خاضع لعدة قوى</a:t>
            </a:r>
          </a:p>
          <a:p>
            <a:pPr algn="r" rtl="1">
              <a:buNone/>
            </a:pPr>
            <a:r>
              <a:rPr lang="ar-DZ" sz="2400" b="1" dirty="0"/>
              <a:t>- تحقيق تجارب حول دافعة </a:t>
            </a:r>
            <a:r>
              <a:rPr lang="ar-DZ" sz="2400" b="1" dirty="0" err="1"/>
              <a:t>أرخميدس</a:t>
            </a:r>
            <a:endParaRPr lang="ar-DZ" sz="2400" b="1" dirty="0"/>
          </a:p>
        </p:txBody>
      </p:sp>
    </p:spTree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2" name="Parchemin : horizontal 1"/>
          <p:cNvSpPr/>
          <p:nvPr/>
        </p:nvSpPr>
        <p:spPr>
          <a:xfrm>
            <a:off x="368968" y="1090863"/>
            <a:ext cx="8518358" cy="5117432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6600" dirty="0">
                <a:solidFill>
                  <a:srgbClr val="FF0000"/>
                </a:solidFill>
                <a:cs typeface="Al-Hadith1" pitchFamily="2" charset="-78"/>
              </a:rPr>
              <a:t>متابعة مفيدة وشكرا سلفا على حسن الاستماع والاصغاء</a:t>
            </a:r>
            <a:endParaRPr lang="fr-FR" sz="6600" dirty="0">
              <a:solidFill>
                <a:srgbClr val="FF0000"/>
              </a:solidFill>
              <a:cs typeface="Al-Hadith1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1598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138</Words>
  <Application>Microsoft Office PowerPoint</Application>
  <PresentationFormat>عرض على الشاشة (4:3)</PresentationFormat>
  <Paragraphs>24</Paragraphs>
  <Slides>4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4</vt:i4>
      </vt:variant>
    </vt:vector>
  </HeadingPairs>
  <TitlesOfParts>
    <vt:vector size="8" baseType="lpstr">
      <vt:lpstr>Arial</vt:lpstr>
      <vt:lpstr>Arial Narrow Special G2</vt:lpstr>
      <vt:lpstr>Calibri</vt:lpstr>
      <vt:lpstr>Thème Office</vt:lpstr>
      <vt:lpstr>بسم الله الرحمن الرحيم</vt:lpstr>
      <vt:lpstr>عرض تقديمي في PowerPoint</vt:lpstr>
      <vt:lpstr>مخطط العرض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PC</dc:creator>
  <cp:lastModifiedBy>999</cp:lastModifiedBy>
  <cp:revision>62</cp:revision>
  <dcterms:created xsi:type="dcterms:W3CDTF">2016-12-16T15:52:53Z</dcterms:created>
  <dcterms:modified xsi:type="dcterms:W3CDTF">2019-01-18T17:55:37Z</dcterms:modified>
</cp:coreProperties>
</file>