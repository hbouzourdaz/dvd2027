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ar-DZ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86" d="100"/>
          <a:sy n="86" d="100"/>
        </p:scale>
        <p:origin x="132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AA2F533-DFC5-488D-87CA-0CF9EA09A3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ar-DZ"/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87B81EB4-2F2C-48B7-9E16-7B59A69AAF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ar-DZ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21C83966-A2A8-44BA-933D-049475CC0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FA6CB-D478-4FA7-AF2B-DDFEAD6DBC7D}" type="datetimeFigureOut">
              <a:rPr lang="ar-DZ" smtClean="0"/>
              <a:t>01-07-1442</a:t>
            </a:fld>
            <a:endParaRPr lang="ar-DZ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95E869DB-7225-4D1D-8B30-AE1271C5D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DZ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606711D4-82E0-4902-B177-B2E5CE362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CF170-73D5-405C-9AF9-34AAC0650A37}" type="slidenum">
              <a:rPr lang="ar-DZ" smtClean="0"/>
              <a:t>‹#›</a:t>
            </a:fld>
            <a:endParaRPr lang="ar-DZ"/>
          </a:p>
        </p:txBody>
      </p:sp>
    </p:spTree>
    <p:extLst>
      <p:ext uri="{BB962C8B-B14F-4D97-AF65-F5344CB8AC3E}">
        <p14:creationId xmlns:p14="http://schemas.microsoft.com/office/powerpoint/2010/main" val="1401594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5E70F7F-C820-4C01-BE4C-61A53F8F7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DZ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529F9570-D1F4-489F-A134-CDEB50F3A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DZ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1FC94C44-6421-403C-A2AD-4CB23F417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FA6CB-D478-4FA7-AF2B-DDFEAD6DBC7D}" type="datetimeFigureOut">
              <a:rPr lang="ar-DZ" smtClean="0"/>
              <a:t>01-07-1442</a:t>
            </a:fld>
            <a:endParaRPr lang="ar-DZ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DF9DB29E-EB8D-4FE3-86ED-8885909A1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DZ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8CF35060-720E-4168-9E6B-37B3D5DDA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CF170-73D5-405C-9AF9-34AAC0650A37}" type="slidenum">
              <a:rPr lang="ar-DZ" smtClean="0"/>
              <a:t>‹#›</a:t>
            </a:fld>
            <a:endParaRPr lang="ar-DZ"/>
          </a:p>
        </p:txBody>
      </p:sp>
    </p:spTree>
    <p:extLst>
      <p:ext uri="{BB962C8B-B14F-4D97-AF65-F5344CB8AC3E}">
        <p14:creationId xmlns:p14="http://schemas.microsoft.com/office/powerpoint/2010/main" val="3929606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E44EEF7-B61D-48FE-80E3-A6325CA51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ar-DZ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28173B21-BA23-487F-A263-C8249264B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FF6C6D0A-AD43-4B0E-B4BF-CBD00681F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FA6CB-D478-4FA7-AF2B-DDFEAD6DBC7D}" type="datetimeFigureOut">
              <a:rPr lang="ar-DZ" smtClean="0"/>
              <a:t>01-07-1442</a:t>
            </a:fld>
            <a:endParaRPr lang="ar-DZ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C4B7E0DB-5543-4CC5-B325-8DE5462E1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DZ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98CC9673-DECA-438F-B614-9D3DC0216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CF170-73D5-405C-9AF9-34AAC0650A37}" type="slidenum">
              <a:rPr lang="ar-DZ" smtClean="0"/>
              <a:t>‹#›</a:t>
            </a:fld>
            <a:endParaRPr lang="ar-DZ"/>
          </a:p>
        </p:txBody>
      </p:sp>
    </p:spTree>
    <p:extLst>
      <p:ext uri="{BB962C8B-B14F-4D97-AF65-F5344CB8AC3E}">
        <p14:creationId xmlns:p14="http://schemas.microsoft.com/office/powerpoint/2010/main" val="2282637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190A73E-6FAF-4482-B483-1D3B0E69E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DZ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3C2A32EF-E18F-4F31-AFEF-266B38CCAA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DZ"/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1A242B56-580A-47BA-9BAD-A5836F88D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DZ"/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E6480416-41CB-47ED-8A27-6C1B0278B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FA6CB-D478-4FA7-AF2B-DDFEAD6DBC7D}" type="datetimeFigureOut">
              <a:rPr lang="ar-DZ" smtClean="0"/>
              <a:t>01-07-1442</a:t>
            </a:fld>
            <a:endParaRPr lang="ar-DZ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9ACF5877-1DB9-4731-80E0-C4E3D8CE7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DZ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CAADBC6C-6AE0-47B3-B06F-0E16D986D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CF170-73D5-405C-9AF9-34AAC0650A37}" type="slidenum">
              <a:rPr lang="ar-DZ" smtClean="0"/>
              <a:t>‹#›</a:t>
            </a:fld>
            <a:endParaRPr lang="ar-DZ"/>
          </a:p>
        </p:txBody>
      </p:sp>
    </p:spTree>
    <p:extLst>
      <p:ext uri="{BB962C8B-B14F-4D97-AF65-F5344CB8AC3E}">
        <p14:creationId xmlns:p14="http://schemas.microsoft.com/office/powerpoint/2010/main" val="656932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FECD7C0-E4B3-4689-B39A-D8E67C9C2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DZ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EA81FC2D-29CC-4374-9122-CE1033435C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80DF8299-16E9-478D-9842-CB9D43D7E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DZ"/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4659E6EA-ED23-40BA-A265-09DFDE3ECD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17E6237A-BEBD-42A2-866D-108354DA21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DZ"/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517BBB08-09EF-41CD-8230-DA803D1D2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FA6CB-D478-4FA7-AF2B-DDFEAD6DBC7D}" type="datetimeFigureOut">
              <a:rPr lang="ar-DZ" smtClean="0"/>
              <a:t>01-07-1442</a:t>
            </a:fld>
            <a:endParaRPr lang="ar-DZ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FAD5E0D2-48FD-4AEF-B421-BCBE97D75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DZ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EF9ABBF6-182C-46A7-8AEB-862AE2AAF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CF170-73D5-405C-9AF9-34AAC0650A37}" type="slidenum">
              <a:rPr lang="ar-DZ" smtClean="0"/>
              <a:t>‹#›</a:t>
            </a:fld>
            <a:endParaRPr lang="ar-DZ"/>
          </a:p>
        </p:txBody>
      </p:sp>
    </p:spTree>
    <p:extLst>
      <p:ext uri="{BB962C8B-B14F-4D97-AF65-F5344CB8AC3E}">
        <p14:creationId xmlns:p14="http://schemas.microsoft.com/office/powerpoint/2010/main" val="4126664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F3A2F50-EE14-47D5-A188-159F87965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DZ"/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A2C4FC45-D1D6-4615-941E-E5521E4E7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FA6CB-D478-4FA7-AF2B-DDFEAD6DBC7D}" type="datetimeFigureOut">
              <a:rPr lang="ar-DZ" smtClean="0"/>
              <a:t>01-07-1442</a:t>
            </a:fld>
            <a:endParaRPr lang="ar-DZ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59204E6E-C1B7-4B26-9649-407DE32A0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DZ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ED9FC044-327A-4AAE-A937-EEB33D6FE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CF170-73D5-405C-9AF9-34AAC0650A37}" type="slidenum">
              <a:rPr lang="ar-DZ" smtClean="0"/>
              <a:t>‹#›</a:t>
            </a:fld>
            <a:endParaRPr lang="ar-DZ"/>
          </a:p>
        </p:txBody>
      </p:sp>
    </p:spTree>
    <p:extLst>
      <p:ext uri="{BB962C8B-B14F-4D97-AF65-F5344CB8AC3E}">
        <p14:creationId xmlns:p14="http://schemas.microsoft.com/office/powerpoint/2010/main" val="27191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429E8511-F871-44CD-839D-97FEA792F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FA6CB-D478-4FA7-AF2B-DDFEAD6DBC7D}" type="datetimeFigureOut">
              <a:rPr lang="ar-DZ" smtClean="0"/>
              <a:t>01-07-1442</a:t>
            </a:fld>
            <a:endParaRPr lang="ar-DZ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EFBF4561-DE60-4A57-B5D7-43291C261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DZ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28FDC2FE-9A23-4ED5-8A54-3C6939C45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CF170-73D5-405C-9AF9-34AAC0650A37}" type="slidenum">
              <a:rPr lang="ar-DZ" smtClean="0"/>
              <a:t>‹#›</a:t>
            </a:fld>
            <a:endParaRPr lang="ar-DZ"/>
          </a:p>
        </p:txBody>
      </p:sp>
    </p:spTree>
    <p:extLst>
      <p:ext uri="{BB962C8B-B14F-4D97-AF65-F5344CB8AC3E}">
        <p14:creationId xmlns:p14="http://schemas.microsoft.com/office/powerpoint/2010/main" val="1752369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1D6FA7E6-FBC6-490B-8F09-8DC05BCCE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ar-DZ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E9B6BC5E-1B78-43E8-8006-3869F6A5E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DZ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AA8174C4-7359-4624-9F09-B1F2137961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D82A6766-C2D0-426C-8713-327027758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FA6CB-D478-4FA7-AF2B-DDFEAD6DBC7D}" type="datetimeFigureOut">
              <a:rPr lang="ar-DZ" smtClean="0"/>
              <a:t>01-07-1442</a:t>
            </a:fld>
            <a:endParaRPr lang="ar-DZ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946AB2B0-0E60-4204-BFD6-B937A530F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DZ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64F6186C-B407-4633-9475-C46C5B38E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CF170-73D5-405C-9AF9-34AAC0650A37}" type="slidenum">
              <a:rPr lang="ar-DZ" smtClean="0"/>
              <a:t>‹#›</a:t>
            </a:fld>
            <a:endParaRPr lang="ar-DZ"/>
          </a:p>
        </p:txBody>
      </p:sp>
    </p:spTree>
    <p:extLst>
      <p:ext uri="{BB962C8B-B14F-4D97-AF65-F5344CB8AC3E}">
        <p14:creationId xmlns:p14="http://schemas.microsoft.com/office/powerpoint/2010/main" val="3936113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8808170-C65C-487D-A2C8-72158DC55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ar-DZ"/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68B384C8-7DCE-4E9B-B7CE-F2572197C2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DZ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5CE8D653-5674-42E0-B90E-73ABCFBD69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9338E8D1-64BA-4E1B-98E7-57E05E061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FA6CB-D478-4FA7-AF2B-DDFEAD6DBC7D}" type="datetimeFigureOut">
              <a:rPr lang="ar-DZ" smtClean="0"/>
              <a:t>01-07-1442</a:t>
            </a:fld>
            <a:endParaRPr lang="ar-DZ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CBE3FB0A-12F2-4DE7-92F7-482FD31E2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DZ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74F4A6C0-DAD7-4999-96D1-A2C0426FB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CF170-73D5-405C-9AF9-34AAC0650A37}" type="slidenum">
              <a:rPr lang="ar-DZ" smtClean="0"/>
              <a:t>‹#›</a:t>
            </a:fld>
            <a:endParaRPr lang="ar-DZ"/>
          </a:p>
        </p:txBody>
      </p:sp>
    </p:spTree>
    <p:extLst>
      <p:ext uri="{BB962C8B-B14F-4D97-AF65-F5344CB8AC3E}">
        <p14:creationId xmlns:p14="http://schemas.microsoft.com/office/powerpoint/2010/main" val="2957583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9786860-5A9B-4698-BA4B-C098BDFB9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DZ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C6104050-30DE-4795-9974-A05D079256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DZ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E0D54F66-36B5-4362-A2CE-622013912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FA6CB-D478-4FA7-AF2B-DDFEAD6DBC7D}" type="datetimeFigureOut">
              <a:rPr lang="ar-DZ" smtClean="0"/>
              <a:t>01-07-1442</a:t>
            </a:fld>
            <a:endParaRPr lang="ar-DZ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3AF54461-8765-4E85-A8E0-8A0808FE8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DZ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0A9A2FA1-41BB-4AC6-AABE-2D1877701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CF170-73D5-405C-9AF9-34AAC0650A37}" type="slidenum">
              <a:rPr lang="ar-DZ" smtClean="0"/>
              <a:t>‹#›</a:t>
            </a:fld>
            <a:endParaRPr lang="ar-DZ"/>
          </a:p>
        </p:txBody>
      </p:sp>
    </p:spTree>
    <p:extLst>
      <p:ext uri="{BB962C8B-B14F-4D97-AF65-F5344CB8AC3E}">
        <p14:creationId xmlns:p14="http://schemas.microsoft.com/office/powerpoint/2010/main" val="1138281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9C0758FE-A18F-49B3-BB7E-245B4D485C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ar-DZ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979BD696-6D26-4A77-B707-B2DF7E9A5F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DZ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AA8D9C0C-ACDA-479C-8769-7BB0FA5BB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FA6CB-D478-4FA7-AF2B-DDFEAD6DBC7D}" type="datetimeFigureOut">
              <a:rPr lang="ar-DZ" smtClean="0"/>
              <a:t>01-07-1442</a:t>
            </a:fld>
            <a:endParaRPr lang="ar-DZ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985736F2-BD7A-4CAA-BFBB-2A8FD02F3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DZ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101B094A-5904-4EB4-B428-7D31A4ED0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CF170-73D5-405C-9AF9-34AAC0650A37}" type="slidenum">
              <a:rPr lang="ar-DZ" smtClean="0"/>
              <a:t>‹#›</a:t>
            </a:fld>
            <a:endParaRPr lang="ar-DZ"/>
          </a:p>
        </p:txBody>
      </p:sp>
    </p:spTree>
    <p:extLst>
      <p:ext uri="{BB962C8B-B14F-4D97-AF65-F5344CB8AC3E}">
        <p14:creationId xmlns:p14="http://schemas.microsoft.com/office/powerpoint/2010/main" val="4044535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A4C2828C-3267-42FA-9996-95173DDFC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ar-DZ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ACFC3ACA-1656-4B3A-A7F6-8C54D3E170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DZ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70D022D8-28C4-4EFF-B186-38F02217F3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8FA6CB-D478-4FA7-AF2B-DDFEAD6DBC7D}" type="datetimeFigureOut">
              <a:rPr lang="ar-DZ" smtClean="0"/>
              <a:t>01-07-1442</a:t>
            </a:fld>
            <a:endParaRPr lang="ar-DZ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CDFB3BAA-58B5-49FD-BF5C-FCF755F262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DZ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B8730508-4A23-4DB9-9C14-0BC61EAB7B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CCF170-73D5-405C-9AF9-34AAC0650A37}" type="slidenum">
              <a:rPr lang="ar-DZ" smtClean="0"/>
              <a:t>‹#›</a:t>
            </a:fld>
            <a:endParaRPr lang="ar-DZ"/>
          </a:p>
        </p:txBody>
      </p:sp>
    </p:spTree>
    <p:extLst>
      <p:ext uri="{BB962C8B-B14F-4D97-AF65-F5344CB8AC3E}">
        <p14:creationId xmlns:p14="http://schemas.microsoft.com/office/powerpoint/2010/main" val="3297771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DZ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microsoft.com/office/2007/relationships/hdphoto" Target="../media/hdphoto2.wdp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audio" Target="../media/audio1.wav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jpeg"/><Relationship Id="rId9" Type="http://schemas.openxmlformats.org/officeDocument/2006/relationships/audio" Target="../media/audio1.wav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microsoft.com/office/2007/relationships/hdphoto" Target="../media/hdphoto2.wdp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F7C792C-8A0F-4476-B902-0F7B41C8A4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6936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صورة 5">
            <a:extLst>
              <a:ext uri="{FF2B5EF4-FFF2-40B4-BE49-F238E27FC236}">
                <a16:creationId xmlns:a16="http://schemas.microsoft.com/office/drawing/2014/main" id="{FC523A24-0811-4FD9-82C0-8ADF190D09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10000" r="91622">
                        <a14:backgroundMark x1="61081" y1="13108" x2="61081" y2="13108"/>
                        <a14:backgroundMark x1="61081" y1="10811" x2="56216" y2="56622"/>
                        <a14:backgroundMark x1="34865" y1="13514" x2="36757" y2="76757"/>
                        <a14:backgroundMark x1="43784" y1="1892" x2="52973" y2="25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6693" y="2407116"/>
            <a:ext cx="2156720" cy="3946860"/>
          </a:xfrm>
          <a:prstGeom prst="rect">
            <a:avLst/>
          </a:prstGeom>
        </p:spPr>
      </p:pic>
      <p:sp>
        <p:nvSpPr>
          <p:cNvPr id="12" name="Text Box 10277">
            <a:extLst>
              <a:ext uri="{FF2B5EF4-FFF2-40B4-BE49-F238E27FC236}">
                <a16:creationId xmlns:a16="http://schemas.microsoft.com/office/drawing/2014/main" id="{36E19BA0-A699-4D63-BA2D-AFA3B6770A83}"/>
              </a:ext>
            </a:extLst>
          </p:cNvPr>
          <p:cNvSpPr txBox="1"/>
          <p:nvPr/>
        </p:nvSpPr>
        <p:spPr>
          <a:xfrm flipH="1">
            <a:off x="7535028" y="573350"/>
            <a:ext cx="4475792" cy="1155089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80000"/>
              </a:lnSpc>
              <a:spcAft>
                <a:spcPts val="1000"/>
              </a:spcAft>
              <a:tabLst>
                <a:tab pos="111125" algn="l"/>
              </a:tabLst>
            </a:pPr>
            <a:r>
              <a:rPr lang="ar-DZ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lWatanHeadlines-Bold" panose="00000700000000000000" pitchFamily="2" charset="-78"/>
              </a:rPr>
              <a:t> </a:t>
            </a:r>
            <a:r>
              <a:rPr lang="ar-DZ" sz="4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lWatanHeadlines-Bold" panose="00000700000000000000" pitchFamily="2" charset="-78"/>
              </a:rPr>
              <a:t>تفاعل محلول حمض كلور الماء مع معدن الحديد </a:t>
            </a:r>
            <a:endParaRPr lang="en-US" sz="54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lWatanHeadlines-Bold" panose="00000700000000000000" pitchFamily="2" charset="-78"/>
            </a:endParaRPr>
          </a:p>
        </p:txBody>
      </p:sp>
      <p:sp>
        <p:nvSpPr>
          <p:cNvPr id="51" name="Text Box 15430">
            <a:extLst>
              <a:ext uri="{FF2B5EF4-FFF2-40B4-BE49-F238E27FC236}">
                <a16:creationId xmlns:a16="http://schemas.microsoft.com/office/drawing/2014/main" id="{FCD93D46-772F-4322-9481-442153A8BAA0}"/>
              </a:ext>
            </a:extLst>
          </p:cNvPr>
          <p:cNvSpPr txBox="1"/>
          <p:nvPr/>
        </p:nvSpPr>
        <p:spPr>
          <a:xfrm>
            <a:off x="-75305" y="3525817"/>
            <a:ext cx="2269176" cy="991130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60000"/>
              </a:lnSpc>
              <a:spcAft>
                <a:spcPts val="1000"/>
              </a:spcAft>
            </a:pPr>
            <a:r>
              <a:rPr lang="ar-DZ" sz="2800" dirty="0">
                <a:solidFill>
                  <a:schemeClr val="tx1"/>
                </a:solidFill>
                <a:latin typeface="Calibri" panose="020F0502020204030204" pitchFamily="34" charset="0"/>
                <a:cs typeface="AlWatanHeadlines-Bold" panose="00000700000000000000" pitchFamily="2" charset="-78"/>
              </a:rPr>
              <a:t>محلول حمض </a:t>
            </a:r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AlWatanHeadlines-Bold" panose="00000700000000000000" pitchFamily="2" charset="-78"/>
            </a:endParaRPr>
          </a:p>
          <a:p>
            <a:pPr algn="ctr" rtl="1">
              <a:lnSpc>
                <a:spcPct val="60000"/>
              </a:lnSpc>
              <a:spcAft>
                <a:spcPts val="1000"/>
              </a:spcAft>
            </a:pPr>
            <a:r>
              <a:rPr lang="ar-DZ" sz="2800" dirty="0">
                <a:solidFill>
                  <a:schemeClr val="tx1"/>
                </a:solidFill>
                <a:latin typeface="Calibri" panose="020F0502020204030204" pitchFamily="34" charset="0"/>
                <a:cs typeface="AlWatanHeadlines-Bold" panose="00000700000000000000" pitchFamily="2" charset="-78"/>
              </a:rPr>
              <a:t>كلور الماء</a:t>
            </a:r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AlWatanHeadlines-Bold" panose="00000700000000000000" pitchFamily="2" charset="-78"/>
            </a:endParaRPr>
          </a:p>
        </p:txBody>
      </p:sp>
      <p:sp>
        <p:nvSpPr>
          <p:cNvPr id="45" name="Freeform 15444">
            <a:extLst>
              <a:ext uri="{FF2B5EF4-FFF2-40B4-BE49-F238E27FC236}">
                <a16:creationId xmlns:a16="http://schemas.microsoft.com/office/drawing/2014/main" id="{9022B172-492F-48B3-8645-ADB91C0FF12A}"/>
              </a:ext>
            </a:extLst>
          </p:cNvPr>
          <p:cNvSpPr/>
          <p:nvPr/>
        </p:nvSpPr>
        <p:spPr>
          <a:xfrm>
            <a:off x="5775527" y="5696917"/>
            <a:ext cx="718470" cy="599090"/>
          </a:xfrm>
          <a:custGeom>
            <a:avLst/>
            <a:gdLst>
              <a:gd name="connsiteX0" fmla="*/ 126749 w 253497"/>
              <a:gd name="connsiteY0" fmla="*/ 351728 h 351728"/>
              <a:gd name="connsiteX1" fmla="*/ 126749 w 253497"/>
              <a:gd name="connsiteY1" fmla="*/ 351728 h 351728"/>
              <a:gd name="connsiteX2" fmla="*/ 54321 w 253497"/>
              <a:gd name="connsiteY2" fmla="*/ 315514 h 351728"/>
              <a:gd name="connsiteX3" fmla="*/ 27160 w 253497"/>
              <a:gd name="connsiteY3" fmla="*/ 297407 h 351728"/>
              <a:gd name="connsiteX4" fmla="*/ 18107 w 253497"/>
              <a:gd name="connsiteY4" fmla="*/ 270246 h 351728"/>
              <a:gd name="connsiteX5" fmla="*/ 0 w 253497"/>
              <a:gd name="connsiteY5" fmla="*/ 243086 h 351728"/>
              <a:gd name="connsiteX6" fmla="*/ 27160 w 253497"/>
              <a:gd name="connsiteY6" fmla="*/ 89177 h 351728"/>
              <a:gd name="connsiteX7" fmla="*/ 45267 w 253497"/>
              <a:gd name="connsiteY7" fmla="*/ 62017 h 351728"/>
              <a:gd name="connsiteX8" fmla="*/ 162962 w 253497"/>
              <a:gd name="connsiteY8" fmla="*/ 25803 h 351728"/>
              <a:gd name="connsiteX9" fmla="*/ 172016 w 253497"/>
              <a:gd name="connsiteY9" fmla="*/ 62017 h 351728"/>
              <a:gd name="connsiteX10" fmla="*/ 208230 w 253497"/>
              <a:gd name="connsiteY10" fmla="*/ 98231 h 351728"/>
              <a:gd name="connsiteX11" fmla="*/ 226337 w 253497"/>
              <a:gd name="connsiteY11" fmla="*/ 125391 h 351728"/>
              <a:gd name="connsiteX12" fmla="*/ 244444 w 253497"/>
              <a:gd name="connsiteY12" fmla="*/ 197819 h 351728"/>
              <a:gd name="connsiteX13" fmla="*/ 253497 w 253497"/>
              <a:gd name="connsiteY13" fmla="*/ 224979 h 351728"/>
              <a:gd name="connsiteX14" fmla="*/ 226337 w 253497"/>
              <a:gd name="connsiteY14" fmla="*/ 252139 h 351728"/>
              <a:gd name="connsiteX15" fmla="*/ 199176 w 253497"/>
              <a:gd name="connsiteY15" fmla="*/ 261193 h 351728"/>
              <a:gd name="connsiteX16" fmla="*/ 153909 w 253497"/>
              <a:gd name="connsiteY16" fmla="*/ 333621 h 351728"/>
              <a:gd name="connsiteX17" fmla="*/ 126749 w 253497"/>
              <a:gd name="connsiteY17" fmla="*/ 351728 h 351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53497" h="351728">
                <a:moveTo>
                  <a:pt x="126749" y="351728"/>
                </a:moveTo>
                <a:lnTo>
                  <a:pt x="126749" y="351728"/>
                </a:lnTo>
                <a:cubicBezTo>
                  <a:pt x="102606" y="339657"/>
                  <a:pt x="78017" y="328439"/>
                  <a:pt x="54321" y="315514"/>
                </a:cubicBezTo>
                <a:cubicBezTo>
                  <a:pt x="44769" y="310304"/>
                  <a:pt x="33957" y="305904"/>
                  <a:pt x="27160" y="297407"/>
                </a:cubicBezTo>
                <a:cubicBezTo>
                  <a:pt x="21198" y="289955"/>
                  <a:pt x="22375" y="278782"/>
                  <a:pt x="18107" y="270246"/>
                </a:cubicBezTo>
                <a:cubicBezTo>
                  <a:pt x="13241" y="260514"/>
                  <a:pt x="6036" y="252139"/>
                  <a:pt x="0" y="243086"/>
                </a:cubicBezTo>
                <a:cubicBezTo>
                  <a:pt x="2882" y="211386"/>
                  <a:pt x="3035" y="125363"/>
                  <a:pt x="27160" y="89177"/>
                </a:cubicBezTo>
                <a:lnTo>
                  <a:pt x="45267" y="62017"/>
                </a:lnTo>
                <a:cubicBezTo>
                  <a:pt x="58510" y="-4197"/>
                  <a:pt x="45923" y="-19213"/>
                  <a:pt x="162962" y="25803"/>
                </a:cubicBezTo>
                <a:cubicBezTo>
                  <a:pt x="174575" y="30270"/>
                  <a:pt x="168598" y="50053"/>
                  <a:pt x="172016" y="62017"/>
                </a:cubicBezTo>
                <a:cubicBezTo>
                  <a:pt x="182181" y="97596"/>
                  <a:pt x="173921" y="86794"/>
                  <a:pt x="208230" y="98231"/>
                </a:cubicBezTo>
                <a:cubicBezTo>
                  <a:pt x="214266" y="107284"/>
                  <a:pt x="221471" y="115659"/>
                  <a:pt x="226337" y="125391"/>
                </a:cubicBezTo>
                <a:cubicBezTo>
                  <a:pt x="236683" y="146083"/>
                  <a:pt x="239280" y="177164"/>
                  <a:pt x="244444" y="197819"/>
                </a:cubicBezTo>
                <a:cubicBezTo>
                  <a:pt x="246759" y="207077"/>
                  <a:pt x="250479" y="215926"/>
                  <a:pt x="253497" y="224979"/>
                </a:cubicBezTo>
                <a:cubicBezTo>
                  <a:pt x="244444" y="234032"/>
                  <a:pt x="236990" y="245037"/>
                  <a:pt x="226337" y="252139"/>
                </a:cubicBezTo>
                <a:cubicBezTo>
                  <a:pt x="218396" y="257433"/>
                  <a:pt x="204723" y="253427"/>
                  <a:pt x="199176" y="261193"/>
                </a:cubicBezTo>
                <a:cubicBezTo>
                  <a:pt x="153303" y="325415"/>
                  <a:pt x="210817" y="305167"/>
                  <a:pt x="153909" y="333621"/>
                </a:cubicBezTo>
                <a:cubicBezTo>
                  <a:pt x="133894" y="343628"/>
                  <a:pt x="131276" y="348710"/>
                  <a:pt x="126749" y="35172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ar-SA" sz="6000"/>
          </a:p>
        </p:txBody>
      </p:sp>
      <p:sp>
        <p:nvSpPr>
          <p:cNvPr id="46" name="Text Box 15445">
            <a:extLst>
              <a:ext uri="{FF2B5EF4-FFF2-40B4-BE49-F238E27FC236}">
                <a16:creationId xmlns:a16="http://schemas.microsoft.com/office/drawing/2014/main" id="{E282F8BD-97BA-4AC4-936B-8028409F8B12}"/>
              </a:ext>
            </a:extLst>
          </p:cNvPr>
          <p:cNvSpPr txBox="1"/>
          <p:nvPr/>
        </p:nvSpPr>
        <p:spPr>
          <a:xfrm>
            <a:off x="6511269" y="5535326"/>
            <a:ext cx="1714352" cy="989549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60000"/>
              </a:lnSpc>
              <a:spcAft>
                <a:spcPts val="1000"/>
              </a:spcAft>
            </a:pPr>
            <a:r>
              <a:rPr lang="ar-DZ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lWatanHeadlines-Bold" panose="00000700000000000000" pitchFamily="2" charset="-78"/>
              </a:rPr>
              <a:t>برادة </a:t>
            </a: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AlWatanHeadlines-Bold" panose="00000700000000000000" pitchFamily="2" charset="-78"/>
            </a:endParaRPr>
          </a:p>
          <a:p>
            <a:pPr algn="ctr" rtl="1">
              <a:lnSpc>
                <a:spcPct val="60000"/>
              </a:lnSpc>
              <a:spcAft>
                <a:spcPts val="1000"/>
              </a:spcAft>
            </a:pPr>
            <a:r>
              <a:rPr lang="ar-DZ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lWatanHeadlines-Bold" panose="00000700000000000000" pitchFamily="2" charset="-78"/>
              </a:rPr>
              <a:t>الحديد</a:t>
            </a: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AlWatanHeadlines-Bold" panose="00000700000000000000" pitchFamily="2" charset="-78"/>
            </a:endParaRPr>
          </a:p>
        </p:txBody>
      </p:sp>
      <p:sp>
        <p:nvSpPr>
          <p:cNvPr id="29" name="Can 1662">
            <a:extLst>
              <a:ext uri="{FF2B5EF4-FFF2-40B4-BE49-F238E27FC236}">
                <a16:creationId xmlns:a16="http://schemas.microsoft.com/office/drawing/2014/main" id="{E43DBD77-82CC-401C-8778-B9A2093FAB36}"/>
              </a:ext>
            </a:extLst>
          </p:cNvPr>
          <p:cNvSpPr/>
          <p:nvPr/>
        </p:nvSpPr>
        <p:spPr>
          <a:xfrm>
            <a:off x="5597660" y="3950930"/>
            <a:ext cx="988874" cy="2403046"/>
          </a:xfrm>
          <a:custGeom>
            <a:avLst/>
            <a:gdLst>
              <a:gd name="connsiteX0" fmla="*/ 0 w 430530"/>
              <a:gd name="connsiteY0" fmla="*/ 53816 h 941705"/>
              <a:gd name="connsiteX1" fmla="*/ 215265 w 430530"/>
              <a:gd name="connsiteY1" fmla="*/ 107632 h 941705"/>
              <a:gd name="connsiteX2" fmla="*/ 430530 w 430530"/>
              <a:gd name="connsiteY2" fmla="*/ 53816 h 941705"/>
              <a:gd name="connsiteX3" fmla="*/ 430530 w 430530"/>
              <a:gd name="connsiteY3" fmla="*/ 887889 h 941705"/>
              <a:gd name="connsiteX4" fmla="*/ 215265 w 430530"/>
              <a:gd name="connsiteY4" fmla="*/ 941705 h 941705"/>
              <a:gd name="connsiteX5" fmla="*/ 0 w 430530"/>
              <a:gd name="connsiteY5" fmla="*/ 887889 h 941705"/>
              <a:gd name="connsiteX6" fmla="*/ 0 w 430530"/>
              <a:gd name="connsiteY6" fmla="*/ 53816 h 941705"/>
              <a:gd name="connsiteX0" fmla="*/ 0 w 430530"/>
              <a:gd name="connsiteY0" fmla="*/ 53816 h 941705"/>
              <a:gd name="connsiteX1" fmla="*/ 215265 w 430530"/>
              <a:gd name="connsiteY1" fmla="*/ 0 h 941705"/>
              <a:gd name="connsiteX2" fmla="*/ 430530 w 430530"/>
              <a:gd name="connsiteY2" fmla="*/ 53816 h 941705"/>
              <a:gd name="connsiteX3" fmla="*/ 215265 w 430530"/>
              <a:gd name="connsiteY3" fmla="*/ 107632 h 941705"/>
              <a:gd name="connsiteX4" fmla="*/ 0 w 430530"/>
              <a:gd name="connsiteY4" fmla="*/ 53816 h 941705"/>
              <a:gd name="connsiteX0" fmla="*/ 430530 w 430530"/>
              <a:gd name="connsiteY0" fmla="*/ 53816 h 941705"/>
              <a:gd name="connsiteX1" fmla="*/ 215265 w 430530"/>
              <a:gd name="connsiteY1" fmla="*/ 107632 h 941705"/>
              <a:gd name="connsiteX2" fmla="*/ 0 w 430530"/>
              <a:gd name="connsiteY2" fmla="*/ 53816 h 941705"/>
              <a:gd name="connsiteX3" fmla="*/ 215265 w 430530"/>
              <a:gd name="connsiteY3" fmla="*/ 0 h 941705"/>
              <a:gd name="connsiteX4" fmla="*/ 430530 w 430530"/>
              <a:gd name="connsiteY4" fmla="*/ 53816 h 941705"/>
              <a:gd name="connsiteX5" fmla="*/ 430530 w 430530"/>
              <a:gd name="connsiteY5" fmla="*/ 887889 h 941705"/>
              <a:gd name="connsiteX6" fmla="*/ 215265 w 430530"/>
              <a:gd name="connsiteY6" fmla="*/ 941705 h 941705"/>
              <a:gd name="connsiteX7" fmla="*/ 0 w 430530"/>
              <a:gd name="connsiteY7" fmla="*/ 887889 h 941705"/>
              <a:gd name="connsiteX8" fmla="*/ 0 w 430530"/>
              <a:gd name="connsiteY8" fmla="*/ 53816 h 941705"/>
              <a:gd name="connsiteX0" fmla="*/ 0 w 430530"/>
              <a:gd name="connsiteY0" fmla="*/ 53816 h 1140881"/>
              <a:gd name="connsiteX1" fmla="*/ 215265 w 430530"/>
              <a:gd name="connsiteY1" fmla="*/ 107632 h 1140881"/>
              <a:gd name="connsiteX2" fmla="*/ 430530 w 430530"/>
              <a:gd name="connsiteY2" fmla="*/ 53816 h 1140881"/>
              <a:gd name="connsiteX3" fmla="*/ 430530 w 430530"/>
              <a:gd name="connsiteY3" fmla="*/ 887889 h 1140881"/>
              <a:gd name="connsiteX4" fmla="*/ 215265 w 430530"/>
              <a:gd name="connsiteY4" fmla="*/ 941705 h 1140881"/>
              <a:gd name="connsiteX5" fmla="*/ 0 w 430530"/>
              <a:gd name="connsiteY5" fmla="*/ 887889 h 1140881"/>
              <a:gd name="connsiteX6" fmla="*/ 0 w 430530"/>
              <a:gd name="connsiteY6" fmla="*/ 53816 h 1140881"/>
              <a:gd name="connsiteX0" fmla="*/ 0 w 430530"/>
              <a:gd name="connsiteY0" fmla="*/ 53816 h 1140881"/>
              <a:gd name="connsiteX1" fmla="*/ 215265 w 430530"/>
              <a:gd name="connsiteY1" fmla="*/ 0 h 1140881"/>
              <a:gd name="connsiteX2" fmla="*/ 430530 w 430530"/>
              <a:gd name="connsiteY2" fmla="*/ 53816 h 1140881"/>
              <a:gd name="connsiteX3" fmla="*/ 215265 w 430530"/>
              <a:gd name="connsiteY3" fmla="*/ 107632 h 1140881"/>
              <a:gd name="connsiteX4" fmla="*/ 0 w 430530"/>
              <a:gd name="connsiteY4" fmla="*/ 53816 h 1140881"/>
              <a:gd name="connsiteX0" fmla="*/ 430530 w 430530"/>
              <a:gd name="connsiteY0" fmla="*/ 53816 h 1140881"/>
              <a:gd name="connsiteX1" fmla="*/ 215265 w 430530"/>
              <a:gd name="connsiteY1" fmla="*/ 107632 h 1140881"/>
              <a:gd name="connsiteX2" fmla="*/ 0 w 430530"/>
              <a:gd name="connsiteY2" fmla="*/ 53816 h 1140881"/>
              <a:gd name="connsiteX3" fmla="*/ 215265 w 430530"/>
              <a:gd name="connsiteY3" fmla="*/ 0 h 1140881"/>
              <a:gd name="connsiteX4" fmla="*/ 430530 w 430530"/>
              <a:gd name="connsiteY4" fmla="*/ 53816 h 1140881"/>
              <a:gd name="connsiteX5" fmla="*/ 430530 w 430530"/>
              <a:gd name="connsiteY5" fmla="*/ 887889 h 1140881"/>
              <a:gd name="connsiteX6" fmla="*/ 224318 w 430530"/>
              <a:gd name="connsiteY6" fmla="*/ 1140881 h 1140881"/>
              <a:gd name="connsiteX7" fmla="*/ 0 w 430530"/>
              <a:gd name="connsiteY7" fmla="*/ 887889 h 1140881"/>
              <a:gd name="connsiteX8" fmla="*/ 0 w 430530"/>
              <a:gd name="connsiteY8" fmla="*/ 53816 h 1140881"/>
              <a:gd name="connsiteX0" fmla="*/ 0 w 430530"/>
              <a:gd name="connsiteY0" fmla="*/ 53816 h 1140881"/>
              <a:gd name="connsiteX1" fmla="*/ 215265 w 430530"/>
              <a:gd name="connsiteY1" fmla="*/ 107632 h 1140881"/>
              <a:gd name="connsiteX2" fmla="*/ 430530 w 430530"/>
              <a:gd name="connsiteY2" fmla="*/ 53816 h 1140881"/>
              <a:gd name="connsiteX3" fmla="*/ 430530 w 430530"/>
              <a:gd name="connsiteY3" fmla="*/ 887889 h 1140881"/>
              <a:gd name="connsiteX4" fmla="*/ 206212 w 430530"/>
              <a:gd name="connsiteY4" fmla="*/ 1140881 h 1140881"/>
              <a:gd name="connsiteX5" fmla="*/ 0 w 430530"/>
              <a:gd name="connsiteY5" fmla="*/ 887889 h 1140881"/>
              <a:gd name="connsiteX6" fmla="*/ 0 w 430530"/>
              <a:gd name="connsiteY6" fmla="*/ 53816 h 1140881"/>
              <a:gd name="connsiteX0" fmla="*/ 0 w 430530"/>
              <a:gd name="connsiteY0" fmla="*/ 53816 h 1140881"/>
              <a:gd name="connsiteX1" fmla="*/ 215265 w 430530"/>
              <a:gd name="connsiteY1" fmla="*/ 0 h 1140881"/>
              <a:gd name="connsiteX2" fmla="*/ 430530 w 430530"/>
              <a:gd name="connsiteY2" fmla="*/ 53816 h 1140881"/>
              <a:gd name="connsiteX3" fmla="*/ 215265 w 430530"/>
              <a:gd name="connsiteY3" fmla="*/ 107632 h 1140881"/>
              <a:gd name="connsiteX4" fmla="*/ 0 w 430530"/>
              <a:gd name="connsiteY4" fmla="*/ 53816 h 1140881"/>
              <a:gd name="connsiteX0" fmla="*/ 430530 w 430530"/>
              <a:gd name="connsiteY0" fmla="*/ 53816 h 1140881"/>
              <a:gd name="connsiteX1" fmla="*/ 215265 w 430530"/>
              <a:gd name="connsiteY1" fmla="*/ 107632 h 1140881"/>
              <a:gd name="connsiteX2" fmla="*/ 0 w 430530"/>
              <a:gd name="connsiteY2" fmla="*/ 53816 h 1140881"/>
              <a:gd name="connsiteX3" fmla="*/ 215265 w 430530"/>
              <a:gd name="connsiteY3" fmla="*/ 0 h 1140881"/>
              <a:gd name="connsiteX4" fmla="*/ 430530 w 430530"/>
              <a:gd name="connsiteY4" fmla="*/ 53816 h 1140881"/>
              <a:gd name="connsiteX5" fmla="*/ 430530 w 430530"/>
              <a:gd name="connsiteY5" fmla="*/ 887889 h 1140881"/>
              <a:gd name="connsiteX6" fmla="*/ 224318 w 430530"/>
              <a:gd name="connsiteY6" fmla="*/ 1140881 h 1140881"/>
              <a:gd name="connsiteX7" fmla="*/ 0 w 430530"/>
              <a:gd name="connsiteY7" fmla="*/ 887889 h 1140881"/>
              <a:gd name="connsiteX8" fmla="*/ 0 w 430530"/>
              <a:gd name="connsiteY8" fmla="*/ 53816 h 1140881"/>
              <a:gd name="connsiteX0" fmla="*/ 0 w 430530"/>
              <a:gd name="connsiteY0" fmla="*/ 53816 h 1140881"/>
              <a:gd name="connsiteX1" fmla="*/ 215265 w 430530"/>
              <a:gd name="connsiteY1" fmla="*/ 107632 h 1140881"/>
              <a:gd name="connsiteX2" fmla="*/ 430530 w 430530"/>
              <a:gd name="connsiteY2" fmla="*/ 53816 h 1140881"/>
              <a:gd name="connsiteX3" fmla="*/ 430530 w 430530"/>
              <a:gd name="connsiteY3" fmla="*/ 887889 h 1140881"/>
              <a:gd name="connsiteX4" fmla="*/ 206212 w 430530"/>
              <a:gd name="connsiteY4" fmla="*/ 1140881 h 1140881"/>
              <a:gd name="connsiteX5" fmla="*/ 0 w 430530"/>
              <a:gd name="connsiteY5" fmla="*/ 887889 h 1140881"/>
              <a:gd name="connsiteX6" fmla="*/ 0 w 430530"/>
              <a:gd name="connsiteY6" fmla="*/ 53816 h 1140881"/>
              <a:gd name="connsiteX0" fmla="*/ 0 w 430530"/>
              <a:gd name="connsiteY0" fmla="*/ 53816 h 1140881"/>
              <a:gd name="connsiteX1" fmla="*/ 215265 w 430530"/>
              <a:gd name="connsiteY1" fmla="*/ 0 h 1140881"/>
              <a:gd name="connsiteX2" fmla="*/ 430530 w 430530"/>
              <a:gd name="connsiteY2" fmla="*/ 53816 h 1140881"/>
              <a:gd name="connsiteX3" fmla="*/ 215265 w 430530"/>
              <a:gd name="connsiteY3" fmla="*/ 107632 h 1140881"/>
              <a:gd name="connsiteX4" fmla="*/ 0 w 430530"/>
              <a:gd name="connsiteY4" fmla="*/ 53816 h 1140881"/>
              <a:gd name="connsiteX0" fmla="*/ 430530 w 430530"/>
              <a:gd name="connsiteY0" fmla="*/ 53816 h 1140881"/>
              <a:gd name="connsiteX1" fmla="*/ 215265 w 430530"/>
              <a:gd name="connsiteY1" fmla="*/ 107632 h 1140881"/>
              <a:gd name="connsiteX2" fmla="*/ 0 w 430530"/>
              <a:gd name="connsiteY2" fmla="*/ 53816 h 1140881"/>
              <a:gd name="connsiteX3" fmla="*/ 215265 w 430530"/>
              <a:gd name="connsiteY3" fmla="*/ 0 h 1140881"/>
              <a:gd name="connsiteX4" fmla="*/ 430530 w 430530"/>
              <a:gd name="connsiteY4" fmla="*/ 53816 h 1140881"/>
              <a:gd name="connsiteX5" fmla="*/ 430530 w 430530"/>
              <a:gd name="connsiteY5" fmla="*/ 887889 h 1140881"/>
              <a:gd name="connsiteX6" fmla="*/ 224318 w 430530"/>
              <a:gd name="connsiteY6" fmla="*/ 1092783 h 1140881"/>
              <a:gd name="connsiteX7" fmla="*/ 0 w 430530"/>
              <a:gd name="connsiteY7" fmla="*/ 887889 h 1140881"/>
              <a:gd name="connsiteX8" fmla="*/ 0 w 430530"/>
              <a:gd name="connsiteY8" fmla="*/ 53816 h 1140881"/>
              <a:gd name="connsiteX0" fmla="*/ 0 w 430530"/>
              <a:gd name="connsiteY0" fmla="*/ 53816 h 1092783"/>
              <a:gd name="connsiteX1" fmla="*/ 215265 w 430530"/>
              <a:gd name="connsiteY1" fmla="*/ 107632 h 1092783"/>
              <a:gd name="connsiteX2" fmla="*/ 430530 w 430530"/>
              <a:gd name="connsiteY2" fmla="*/ 53816 h 1092783"/>
              <a:gd name="connsiteX3" fmla="*/ 430530 w 430530"/>
              <a:gd name="connsiteY3" fmla="*/ 887889 h 1092783"/>
              <a:gd name="connsiteX4" fmla="*/ 215265 w 430530"/>
              <a:gd name="connsiteY4" fmla="*/ 1092783 h 1092783"/>
              <a:gd name="connsiteX5" fmla="*/ 0 w 430530"/>
              <a:gd name="connsiteY5" fmla="*/ 887889 h 1092783"/>
              <a:gd name="connsiteX6" fmla="*/ 0 w 430530"/>
              <a:gd name="connsiteY6" fmla="*/ 53816 h 1092783"/>
              <a:gd name="connsiteX0" fmla="*/ 0 w 430530"/>
              <a:gd name="connsiteY0" fmla="*/ 53816 h 1092783"/>
              <a:gd name="connsiteX1" fmla="*/ 215265 w 430530"/>
              <a:gd name="connsiteY1" fmla="*/ 0 h 1092783"/>
              <a:gd name="connsiteX2" fmla="*/ 430530 w 430530"/>
              <a:gd name="connsiteY2" fmla="*/ 53816 h 1092783"/>
              <a:gd name="connsiteX3" fmla="*/ 215265 w 430530"/>
              <a:gd name="connsiteY3" fmla="*/ 107632 h 1092783"/>
              <a:gd name="connsiteX4" fmla="*/ 0 w 430530"/>
              <a:gd name="connsiteY4" fmla="*/ 53816 h 1092783"/>
              <a:gd name="connsiteX0" fmla="*/ 430530 w 430530"/>
              <a:gd name="connsiteY0" fmla="*/ 53816 h 1092783"/>
              <a:gd name="connsiteX1" fmla="*/ 215265 w 430530"/>
              <a:gd name="connsiteY1" fmla="*/ 107632 h 1092783"/>
              <a:gd name="connsiteX2" fmla="*/ 0 w 430530"/>
              <a:gd name="connsiteY2" fmla="*/ 53816 h 1092783"/>
              <a:gd name="connsiteX3" fmla="*/ 215265 w 430530"/>
              <a:gd name="connsiteY3" fmla="*/ 0 h 1092783"/>
              <a:gd name="connsiteX4" fmla="*/ 430530 w 430530"/>
              <a:gd name="connsiteY4" fmla="*/ 53816 h 1092783"/>
              <a:gd name="connsiteX5" fmla="*/ 430530 w 430530"/>
              <a:gd name="connsiteY5" fmla="*/ 887889 h 1092783"/>
              <a:gd name="connsiteX6" fmla="*/ 224318 w 430530"/>
              <a:gd name="connsiteY6" fmla="*/ 1092783 h 1092783"/>
              <a:gd name="connsiteX7" fmla="*/ 0 w 430530"/>
              <a:gd name="connsiteY7" fmla="*/ 887889 h 1092783"/>
              <a:gd name="connsiteX8" fmla="*/ 0 w 430530"/>
              <a:gd name="connsiteY8" fmla="*/ 53816 h 1092783"/>
              <a:gd name="connsiteX0" fmla="*/ 0 w 430530"/>
              <a:gd name="connsiteY0" fmla="*/ 53816 h 1092783"/>
              <a:gd name="connsiteX1" fmla="*/ 215265 w 430530"/>
              <a:gd name="connsiteY1" fmla="*/ 107632 h 1092783"/>
              <a:gd name="connsiteX2" fmla="*/ 430530 w 430530"/>
              <a:gd name="connsiteY2" fmla="*/ 53816 h 1092783"/>
              <a:gd name="connsiteX3" fmla="*/ 430530 w 430530"/>
              <a:gd name="connsiteY3" fmla="*/ 887889 h 1092783"/>
              <a:gd name="connsiteX4" fmla="*/ 215265 w 430530"/>
              <a:gd name="connsiteY4" fmla="*/ 1092783 h 1092783"/>
              <a:gd name="connsiteX5" fmla="*/ 0 w 430530"/>
              <a:gd name="connsiteY5" fmla="*/ 887889 h 1092783"/>
              <a:gd name="connsiteX6" fmla="*/ 0 w 430530"/>
              <a:gd name="connsiteY6" fmla="*/ 53816 h 1092783"/>
              <a:gd name="connsiteX0" fmla="*/ 0 w 430530"/>
              <a:gd name="connsiteY0" fmla="*/ 53816 h 1092783"/>
              <a:gd name="connsiteX1" fmla="*/ 215265 w 430530"/>
              <a:gd name="connsiteY1" fmla="*/ 0 h 1092783"/>
              <a:gd name="connsiteX2" fmla="*/ 430530 w 430530"/>
              <a:gd name="connsiteY2" fmla="*/ 53816 h 1092783"/>
              <a:gd name="connsiteX3" fmla="*/ 215265 w 430530"/>
              <a:gd name="connsiteY3" fmla="*/ 107632 h 1092783"/>
              <a:gd name="connsiteX4" fmla="*/ 0 w 430530"/>
              <a:gd name="connsiteY4" fmla="*/ 53816 h 1092783"/>
              <a:gd name="connsiteX0" fmla="*/ 430530 w 430530"/>
              <a:gd name="connsiteY0" fmla="*/ 53816 h 1092783"/>
              <a:gd name="connsiteX1" fmla="*/ 215265 w 430530"/>
              <a:gd name="connsiteY1" fmla="*/ 78179 h 1092783"/>
              <a:gd name="connsiteX2" fmla="*/ 0 w 430530"/>
              <a:gd name="connsiteY2" fmla="*/ 53816 h 1092783"/>
              <a:gd name="connsiteX3" fmla="*/ 215265 w 430530"/>
              <a:gd name="connsiteY3" fmla="*/ 0 h 1092783"/>
              <a:gd name="connsiteX4" fmla="*/ 430530 w 430530"/>
              <a:gd name="connsiteY4" fmla="*/ 53816 h 1092783"/>
              <a:gd name="connsiteX5" fmla="*/ 430530 w 430530"/>
              <a:gd name="connsiteY5" fmla="*/ 887889 h 1092783"/>
              <a:gd name="connsiteX6" fmla="*/ 224318 w 430530"/>
              <a:gd name="connsiteY6" fmla="*/ 1092783 h 1092783"/>
              <a:gd name="connsiteX7" fmla="*/ 0 w 430530"/>
              <a:gd name="connsiteY7" fmla="*/ 887889 h 1092783"/>
              <a:gd name="connsiteX8" fmla="*/ 0 w 430530"/>
              <a:gd name="connsiteY8" fmla="*/ 53816 h 1092783"/>
              <a:gd name="connsiteX0" fmla="*/ 0 w 430530"/>
              <a:gd name="connsiteY0" fmla="*/ 53816 h 1092783"/>
              <a:gd name="connsiteX1" fmla="*/ 215265 w 430530"/>
              <a:gd name="connsiteY1" fmla="*/ 107632 h 1092783"/>
              <a:gd name="connsiteX2" fmla="*/ 430530 w 430530"/>
              <a:gd name="connsiteY2" fmla="*/ 53816 h 1092783"/>
              <a:gd name="connsiteX3" fmla="*/ 430530 w 430530"/>
              <a:gd name="connsiteY3" fmla="*/ 887889 h 1092783"/>
              <a:gd name="connsiteX4" fmla="*/ 215265 w 430530"/>
              <a:gd name="connsiteY4" fmla="*/ 1092783 h 1092783"/>
              <a:gd name="connsiteX5" fmla="*/ 0 w 430530"/>
              <a:gd name="connsiteY5" fmla="*/ 887889 h 1092783"/>
              <a:gd name="connsiteX6" fmla="*/ 0 w 430530"/>
              <a:gd name="connsiteY6" fmla="*/ 53816 h 1092783"/>
              <a:gd name="connsiteX0" fmla="*/ 0 w 430530"/>
              <a:gd name="connsiteY0" fmla="*/ 53816 h 1092783"/>
              <a:gd name="connsiteX1" fmla="*/ 215265 w 430530"/>
              <a:gd name="connsiteY1" fmla="*/ 0 h 1092783"/>
              <a:gd name="connsiteX2" fmla="*/ 430530 w 430530"/>
              <a:gd name="connsiteY2" fmla="*/ 53816 h 1092783"/>
              <a:gd name="connsiteX3" fmla="*/ 215265 w 430530"/>
              <a:gd name="connsiteY3" fmla="*/ 78180 h 1092783"/>
              <a:gd name="connsiteX4" fmla="*/ 0 w 430530"/>
              <a:gd name="connsiteY4" fmla="*/ 53816 h 1092783"/>
              <a:gd name="connsiteX0" fmla="*/ 430530 w 430530"/>
              <a:gd name="connsiteY0" fmla="*/ 53816 h 1092783"/>
              <a:gd name="connsiteX1" fmla="*/ 215265 w 430530"/>
              <a:gd name="connsiteY1" fmla="*/ 78179 h 1092783"/>
              <a:gd name="connsiteX2" fmla="*/ 0 w 430530"/>
              <a:gd name="connsiteY2" fmla="*/ 53816 h 1092783"/>
              <a:gd name="connsiteX3" fmla="*/ 215265 w 430530"/>
              <a:gd name="connsiteY3" fmla="*/ 0 h 1092783"/>
              <a:gd name="connsiteX4" fmla="*/ 430530 w 430530"/>
              <a:gd name="connsiteY4" fmla="*/ 53816 h 1092783"/>
              <a:gd name="connsiteX5" fmla="*/ 430530 w 430530"/>
              <a:gd name="connsiteY5" fmla="*/ 887889 h 1092783"/>
              <a:gd name="connsiteX6" fmla="*/ 224318 w 430530"/>
              <a:gd name="connsiteY6" fmla="*/ 1092783 h 1092783"/>
              <a:gd name="connsiteX7" fmla="*/ 0 w 430530"/>
              <a:gd name="connsiteY7" fmla="*/ 887889 h 1092783"/>
              <a:gd name="connsiteX8" fmla="*/ 0 w 430530"/>
              <a:gd name="connsiteY8" fmla="*/ 53816 h 1092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0530" h="1092783" stroke="0" extrusionOk="0">
                <a:moveTo>
                  <a:pt x="0" y="53816"/>
                </a:moveTo>
                <a:cubicBezTo>
                  <a:pt x="0" y="83538"/>
                  <a:pt x="96377" y="107632"/>
                  <a:pt x="215265" y="107632"/>
                </a:cubicBezTo>
                <a:cubicBezTo>
                  <a:pt x="334153" y="107632"/>
                  <a:pt x="430530" y="83538"/>
                  <a:pt x="430530" y="53816"/>
                </a:cubicBezTo>
                <a:lnTo>
                  <a:pt x="430530" y="887889"/>
                </a:lnTo>
                <a:cubicBezTo>
                  <a:pt x="430530" y="917611"/>
                  <a:pt x="334153" y="1092783"/>
                  <a:pt x="215265" y="1092783"/>
                </a:cubicBezTo>
                <a:cubicBezTo>
                  <a:pt x="96377" y="1092783"/>
                  <a:pt x="0" y="917611"/>
                  <a:pt x="0" y="887889"/>
                </a:cubicBezTo>
                <a:lnTo>
                  <a:pt x="0" y="53816"/>
                </a:lnTo>
                <a:close/>
              </a:path>
              <a:path w="430530" h="1092783" fill="lighten" stroke="0" extrusionOk="0">
                <a:moveTo>
                  <a:pt x="0" y="53816"/>
                </a:moveTo>
                <a:cubicBezTo>
                  <a:pt x="0" y="40786"/>
                  <a:pt x="96377" y="0"/>
                  <a:pt x="215265" y="0"/>
                </a:cubicBezTo>
                <a:cubicBezTo>
                  <a:pt x="334153" y="0"/>
                  <a:pt x="430530" y="24094"/>
                  <a:pt x="430530" y="53816"/>
                </a:cubicBezTo>
                <a:cubicBezTo>
                  <a:pt x="430530" y="83538"/>
                  <a:pt x="334153" y="78180"/>
                  <a:pt x="215265" y="78180"/>
                </a:cubicBezTo>
                <a:cubicBezTo>
                  <a:pt x="96377" y="78180"/>
                  <a:pt x="0" y="66846"/>
                  <a:pt x="0" y="53816"/>
                </a:cubicBezTo>
                <a:close/>
              </a:path>
              <a:path w="430530" h="1092783" fill="none" extrusionOk="0">
                <a:moveTo>
                  <a:pt x="430530" y="53816"/>
                </a:moveTo>
                <a:cubicBezTo>
                  <a:pt x="430530" y="83538"/>
                  <a:pt x="334153" y="78179"/>
                  <a:pt x="215265" y="78179"/>
                </a:cubicBezTo>
                <a:cubicBezTo>
                  <a:pt x="96377" y="78179"/>
                  <a:pt x="0" y="66846"/>
                  <a:pt x="0" y="53816"/>
                </a:cubicBezTo>
                <a:cubicBezTo>
                  <a:pt x="0" y="40786"/>
                  <a:pt x="96377" y="0"/>
                  <a:pt x="215265" y="0"/>
                </a:cubicBezTo>
                <a:cubicBezTo>
                  <a:pt x="334153" y="0"/>
                  <a:pt x="430530" y="24094"/>
                  <a:pt x="430530" y="53816"/>
                </a:cubicBezTo>
                <a:lnTo>
                  <a:pt x="430530" y="887889"/>
                </a:lnTo>
                <a:cubicBezTo>
                  <a:pt x="430530" y="917611"/>
                  <a:pt x="343206" y="1092783"/>
                  <a:pt x="224318" y="1092783"/>
                </a:cubicBezTo>
                <a:cubicBezTo>
                  <a:pt x="105430" y="1092783"/>
                  <a:pt x="0" y="917611"/>
                  <a:pt x="0" y="887889"/>
                </a:cubicBezTo>
                <a:lnTo>
                  <a:pt x="0" y="53816"/>
                </a:lnTo>
              </a:path>
            </a:pathLst>
          </a:custGeom>
          <a:solidFill>
            <a:srgbClr val="FFFFCC">
              <a:alpha val="72000"/>
            </a:srgbClr>
          </a:solidFill>
          <a:ln w="127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ar-SA" sz="6000" dirty="0"/>
          </a:p>
        </p:txBody>
      </p:sp>
      <p:sp>
        <p:nvSpPr>
          <p:cNvPr id="59" name="Oval 15454">
            <a:extLst>
              <a:ext uri="{FF2B5EF4-FFF2-40B4-BE49-F238E27FC236}">
                <a16:creationId xmlns:a16="http://schemas.microsoft.com/office/drawing/2014/main" id="{150A4140-DE50-490B-980A-7AA178E2D669}"/>
              </a:ext>
            </a:extLst>
          </p:cNvPr>
          <p:cNvSpPr/>
          <p:nvPr/>
        </p:nvSpPr>
        <p:spPr>
          <a:xfrm>
            <a:off x="6168626" y="5517306"/>
            <a:ext cx="200776" cy="201812"/>
          </a:xfrm>
          <a:prstGeom prst="ellipse">
            <a:avLst/>
          </a:prstGeom>
          <a:solidFill>
            <a:schemeClr val="bg1">
              <a:lumMod val="95000"/>
              <a:alpha val="63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ar-SA" sz="6000" dirty="0"/>
          </a:p>
        </p:txBody>
      </p:sp>
      <p:sp>
        <p:nvSpPr>
          <p:cNvPr id="60" name="Oval 15454">
            <a:extLst>
              <a:ext uri="{FF2B5EF4-FFF2-40B4-BE49-F238E27FC236}">
                <a16:creationId xmlns:a16="http://schemas.microsoft.com/office/drawing/2014/main" id="{32F81D7E-AEC6-46AD-94A3-9C861C02AB3E}"/>
              </a:ext>
            </a:extLst>
          </p:cNvPr>
          <p:cNvSpPr/>
          <p:nvPr/>
        </p:nvSpPr>
        <p:spPr>
          <a:xfrm>
            <a:off x="5906352" y="5442043"/>
            <a:ext cx="92602" cy="92602"/>
          </a:xfrm>
          <a:prstGeom prst="ellipse">
            <a:avLst/>
          </a:prstGeom>
          <a:solidFill>
            <a:schemeClr val="bg1">
              <a:lumMod val="95000"/>
              <a:alpha val="63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ar-SA" sz="6000" dirty="0"/>
          </a:p>
        </p:txBody>
      </p:sp>
      <p:sp>
        <p:nvSpPr>
          <p:cNvPr id="61" name="Oval 15454">
            <a:extLst>
              <a:ext uri="{FF2B5EF4-FFF2-40B4-BE49-F238E27FC236}">
                <a16:creationId xmlns:a16="http://schemas.microsoft.com/office/drawing/2014/main" id="{8A1AF11E-96EA-45EF-BA89-493819887115}"/>
              </a:ext>
            </a:extLst>
          </p:cNvPr>
          <p:cNvSpPr/>
          <p:nvPr/>
        </p:nvSpPr>
        <p:spPr>
          <a:xfrm>
            <a:off x="6058752" y="5594443"/>
            <a:ext cx="92602" cy="92602"/>
          </a:xfrm>
          <a:prstGeom prst="ellipse">
            <a:avLst/>
          </a:prstGeom>
          <a:solidFill>
            <a:schemeClr val="bg1">
              <a:lumMod val="95000"/>
              <a:alpha val="63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ar-SA" sz="6000" dirty="0"/>
          </a:p>
        </p:txBody>
      </p:sp>
      <p:sp>
        <p:nvSpPr>
          <p:cNvPr id="62" name="Oval 15454">
            <a:extLst>
              <a:ext uri="{FF2B5EF4-FFF2-40B4-BE49-F238E27FC236}">
                <a16:creationId xmlns:a16="http://schemas.microsoft.com/office/drawing/2014/main" id="{53618EF9-1514-464A-B53A-698929694504}"/>
              </a:ext>
            </a:extLst>
          </p:cNvPr>
          <p:cNvSpPr/>
          <p:nvPr/>
        </p:nvSpPr>
        <p:spPr>
          <a:xfrm>
            <a:off x="6211152" y="5746843"/>
            <a:ext cx="92602" cy="92602"/>
          </a:xfrm>
          <a:prstGeom prst="ellipse">
            <a:avLst/>
          </a:prstGeom>
          <a:solidFill>
            <a:schemeClr val="bg1">
              <a:lumMod val="95000"/>
              <a:alpha val="63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ar-SA" sz="6000" dirty="0"/>
          </a:p>
        </p:txBody>
      </p:sp>
      <p:sp>
        <p:nvSpPr>
          <p:cNvPr id="63" name="Oval 15454">
            <a:extLst>
              <a:ext uri="{FF2B5EF4-FFF2-40B4-BE49-F238E27FC236}">
                <a16:creationId xmlns:a16="http://schemas.microsoft.com/office/drawing/2014/main" id="{1F141675-0B84-4EBF-956E-80C6EF55C1E0}"/>
              </a:ext>
            </a:extLst>
          </p:cNvPr>
          <p:cNvSpPr/>
          <p:nvPr/>
        </p:nvSpPr>
        <p:spPr>
          <a:xfrm>
            <a:off x="5844012" y="5660384"/>
            <a:ext cx="138904" cy="138904"/>
          </a:xfrm>
          <a:prstGeom prst="ellipse">
            <a:avLst/>
          </a:prstGeom>
          <a:solidFill>
            <a:schemeClr val="bg1">
              <a:lumMod val="95000"/>
              <a:alpha val="63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ar-SA" sz="6000" dirty="0"/>
          </a:p>
        </p:txBody>
      </p:sp>
      <p:sp>
        <p:nvSpPr>
          <p:cNvPr id="64" name="Oval 15454">
            <a:extLst>
              <a:ext uri="{FF2B5EF4-FFF2-40B4-BE49-F238E27FC236}">
                <a16:creationId xmlns:a16="http://schemas.microsoft.com/office/drawing/2014/main" id="{DCBE1146-B342-408B-853F-A154B139605C}"/>
              </a:ext>
            </a:extLst>
          </p:cNvPr>
          <p:cNvSpPr/>
          <p:nvPr/>
        </p:nvSpPr>
        <p:spPr>
          <a:xfrm>
            <a:off x="5996412" y="5812784"/>
            <a:ext cx="138904" cy="138904"/>
          </a:xfrm>
          <a:prstGeom prst="ellipse">
            <a:avLst/>
          </a:prstGeom>
          <a:solidFill>
            <a:schemeClr val="bg1">
              <a:lumMod val="95000"/>
              <a:alpha val="63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ar-SA" sz="6000" dirty="0"/>
          </a:p>
        </p:txBody>
      </p:sp>
      <p:sp>
        <p:nvSpPr>
          <p:cNvPr id="65" name="Oval 15454">
            <a:extLst>
              <a:ext uri="{FF2B5EF4-FFF2-40B4-BE49-F238E27FC236}">
                <a16:creationId xmlns:a16="http://schemas.microsoft.com/office/drawing/2014/main" id="{212E8D20-452C-415F-83BE-993299CE219C}"/>
              </a:ext>
            </a:extLst>
          </p:cNvPr>
          <p:cNvSpPr/>
          <p:nvPr/>
        </p:nvSpPr>
        <p:spPr>
          <a:xfrm>
            <a:off x="5696138" y="5702639"/>
            <a:ext cx="138904" cy="138904"/>
          </a:xfrm>
          <a:prstGeom prst="ellipse">
            <a:avLst/>
          </a:prstGeom>
          <a:solidFill>
            <a:schemeClr val="bg1">
              <a:lumMod val="95000"/>
              <a:alpha val="63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ar-SA" sz="6000" dirty="0"/>
          </a:p>
        </p:txBody>
      </p:sp>
      <p:sp>
        <p:nvSpPr>
          <p:cNvPr id="66" name="Oval 15454">
            <a:extLst>
              <a:ext uri="{FF2B5EF4-FFF2-40B4-BE49-F238E27FC236}">
                <a16:creationId xmlns:a16="http://schemas.microsoft.com/office/drawing/2014/main" id="{B09976A6-9298-440A-ADEA-FC3F7F661115}"/>
              </a:ext>
            </a:extLst>
          </p:cNvPr>
          <p:cNvSpPr/>
          <p:nvPr/>
        </p:nvSpPr>
        <p:spPr>
          <a:xfrm>
            <a:off x="5985858" y="5358601"/>
            <a:ext cx="138904" cy="138904"/>
          </a:xfrm>
          <a:prstGeom prst="ellipse">
            <a:avLst/>
          </a:prstGeom>
          <a:solidFill>
            <a:schemeClr val="bg1">
              <a:lumMod val="95000"/>
              <a:alpha val="63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ar-SA" sz="6000" dirty="0"/>
          </a:p>
        </p:txBody>
      </p:sp>
      <p:grpSp>
        <p:nvGrpSpPr>
          <p:cNvPr id="75" name="مجموعة 74">
            <a:extLst>
              <a:ext uri="{FF2B5EF4-FFF2-40B4-BE49-F238E27FC236}">
                <a16:creationId xmlns:a16="http://schemas.microsoft.com/office/drawing/2014/main" id="{B882DE5B-0690-4299-B634-CBC59DA30750}"/>
              </a:ext>
            </a:extLst>
          </p:cNvPr>
          <p:cNvGrpSpPr/>
          <p:nvPr/>
        </p:nvGrpSpPr>
        <p:grpSpPr>
          <a:xfrm>
            <a:off x="1600155" y="3583337"/>
            <a:ext cx="1148222" cy="2440516"/>
            <a:chOff x="4426088" y="402113"/>
            <a:chExt cx="1426340" cy="3031649"/>
          </a:xfrm>
        </p:grpSpPr>
        <p:pic>
          <p:nvPicPr>
            <p:cNvPr id="67" name="Picture 57">
              <a:extLst>
                <a:ext uri="{FF2B5EF4-FFF2-40B4-BE49-F238E27FC236}">
                  <a16:creationId xmlns:a16="http://schemas.microsoft.com/office/drawing/2014/main" id="{6E2D5D0D-B9FE-4329-AF96-6865591817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harpenSoften amoun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809" t="-449" r="65568" b="79122"/>
            <a:stretch/>
          </p:blipFill>
          <p:spPr bwMode="auto">
            <a:xfrm>
              <a:off x="4426088" y="402113"/>
              <a:ext cx="1426340" cy="1118867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71" name="مستطيل: زوايا علوية مقصوصة 70">
              <a:extLst>
                <a:ext uri="{FF2B5EF4-FFF2-40B4-BE49-F238E27FC236}">
                  <a16:creationId xmlns:a16="http://schemas.microsoft.com/office/drawing/2014/main" id="{C440F306-2E05-4C1E-B8D1-8465C1DC55B6}"/>
                </a:ext>
              </a:extLst>
            </p:cNvPr>
            <p:cNvSpPr/>
            <p:nvPr/>
          </p:nvSpPr>
          <p:spPr>
            <a:xfrm rot="10800000">
              <a:off x="4929438" y="1501877"/>
              <a:ext cx="399954" cy="1931885"/>
            </a:xfrm>
            <a:custGeom>
              <a:avLst/>
              <a:gdLst>
                <a:gd name="connsiteX0" fmla="*/ 199977 w 399954"/>
                <a:gd name="connsiteY0" fmla="*/ 0 h 1927085"/>
                <a:gd name="connsiteX1" fmla="*/ 199977 w 399954"/>
                <a:gd name="connsiteY1" fmla="*/ 0 h 1927085"/>
                <a:gd name="connsiteX2" fmla="*/ 399954 w 399954"/>
                <a:gd name="connsiteY2" fmla="*/ 199977 h 1927085"/>
                <a:gd name="connsiteX3" fmla="*/ 399954 w 399954"/>
                <a:gd name="connsiteY3" fmla="*/ 1927085 h 1927085"/>
                <a:gd name="connsiteX4" fmla="*/ 399954 w 399954"/>
                <a:gd name="connsiteY4" fmla="*/ 1927085 h 1927085"/>
                <a:gd name="connsiteX5" fmla="*/ 0 w 399954"/>
                <a:gd name="connsiteY5" fmla="*/ 1927085 h 1927085"/>
                <a:gd name="connsiteX6" fmla="*/ 0 w 399954"/>
                <a:gd name="connsiteY6" fmla="*/ 1927085 h 1927085"/>
                <a:gd name="connsiteX7" fmla="*/ 0 w 399954"/>
                <a:gd name="connsiteY7" fmla="*/ 199977 h 1927085"/>
                <a:gd name="connsiteX8" fmla="*/ 199977 w 399954"/>
                <a:gd name="connsiteY8" fmla="*/ 0 h 1927085"/>
                <a:gd name="connsiteX0" fmla="*/ 199977 w 399954"/>
                <a:gd name="connsiteY0" fmla="*/ 0 h 1927085"/>
                <a:gd name="connsiteX1" fmla="*/ 199977 w 399954"/>
                <a:gd name="connsiteY1" fmla="*/ 0 h 1927085"/>
                <a:gd name="connsiteX2" fmla="*/ 399954 w 399954"/>
                <a:gd name="connsiteY2" fmla="*/ 199977 h 1927085"/>
                <a:gd name="connsiteX3" fmla="*/ 399954 w 399954"/>
                <a:gd name="connsiteY3" fmla="*/ 1927085 h 1927085"/>
                <a:gd name="connsiteX4" fmla="*/ 399954 w 399954"/>
                <a:gd name="connsiteY4" fmla="*/ 1927085 h 1927085"/>
                <a:gd name="connsiteX5" fmla="*/ 0 w 399954"/>
                <a:gd name="connsiteY5" fmla="*/ 1927085 h 1927085"/>
                <a:gd name="connsiteX6" fmla="*/ 0 w 399954"/>
                <a:gd name="connsiteY6" fmla="*/ 1927085 h 1927085"/>
                <a:gd name="connsiteX7" fmla="*/ 102394 w 399954"/>
                <a:gd name="connsiteY7" fmla="*/ 576215 h 1927085"/>
                <a:gd name="connsiteX8" fmla="*/ 199977 w 399954"/>
                <a:gd name="connsiteY8" fmla="*/ 0 h 1927085"/>
                <a:gd name="connsiteX0" fmla="*/ 199977 w 399954"/>
                <a:gd name="connsiteY0" fmla="*/ 0 h 1927085"/>
                <a:gd name="connsiteX1" fmla="*/ 199977 w 399954"/>
                <a:gd name="connsiteY1" fmla="*/ 0 h 1927085"/>
                <a:gd name="connsiteX2" fmla="*/ 302323 w 399954"/>
                <a:gd name="connsiteY2" fmla="*/ 554783 h 1927085"/>
                <a:gd name="connsiteX3" fmla="*/ 399954 w 399954"/>
                <a:gd name="connsiteY3" fmla="*/ 1927085 h 1927085"/>
                <a:gd name="connsiteX4" fmla="*/ 399954 w 399954"/>
                <a:gd name="connsiteY4" fmla="*/ 1927085 h 1927085"/>
                <a:gd name="connsiteX5" fmla="*/ 0 w 399954"/>
                <a:gd name="connsiteY5" fmla="*/ 1927085 h 1927085"/>
                <a:gd name="connsiteX6" fmla="*/ 0 w 399954"/>
                <a:gd name="connsiteY6" fmla="*/ 1927085 h 1927085"/>
                <a:gd name="connsiteX7" fmla="*/ 102394 w 399954"/>
                <a:gd name="connsiteY7" fmla="*/ 576215 h 1927085"/>
                <a:gd name="connsiteX8" fmla="*/ 199977 w 399954"/>
                <a:gd name="connsiteY8" fmla="*/ 0 h 1927085"/>
                <a:gd name="connsiteX0" fmla="*/ 199977 w 399954"/>
                <a:gd name="connsiteY0" fmla="*/ 0 h 1927085"/>
                <a:gd name="connsiteX1" fmla="*/ 199977 w 399954"/>
                <a:gd name="connsiteY1" fmla="*/ 0 h 1927085"/>
                <a:gd name="connsiteX2" fmla="*/ 302323 w 399954"/>
                <a:gd name="connsiteY2" fmla="*/ 554783 h 1927085"/>
                <a:gd name="connsiteX3" fmla="*/ 399954 w 399954"/>
                <a:gd name="connsiteY3" fmla="*/ 1927085 h 1927085"/>
                <a:gd name="connsiteX4" fmla="*/ 399954 w 399954"/>
                <a:gd name="connsiteY4" fmla="*/ 1927085 h 1927085"/>
                <a:gd name="connsiteX5" fmla="*/ 0 w 399954"/>
                <a:gd name="connsiteY5" fmla="*/ 1927085 h 1927085"/>
                <a:gd name="connsiteX6" fmla="*/ 0 w 399954"/>
                <a:gd name="connsiteY6" fmla="*/ 1927085 h 1927085"/>
                <a:gd name="connsiteX7" fmla="*/ 102394 w 399954"/>
                <a:gd name="connsiteY7" fmla="*/ 576215 h 1927085"/>
                <a:gd name="connsiteX8" fmla="*/ 175382 w 399954"/>
                <a:gd name="connsiteY8" fmla="*/ 2396 h 1927085"/>
                <a:gd name="connsiteX9" fmla="*/ 199977 w 399954"/>
                <a:gd name="connsiteY9" fmla="*/ 0 h 1927085"/>
                <a:gd name="connsiteX0" fmla="*/ 199977 w 399954"/>
                <a:gd name="connsiteY0" fmla="*/ 0 h 1927085"/>
                <a:gd name="connsiteX1" fmla="*/ 199977 w 399954"/>
                <a:gd name="connsiteY1" fmla="*/ 0 h 1927085"/>
                <a:gd name="connsiteX2" fmla="*/ 220626 w 399954"/>
                <a:gd name="connsiteY2" fmla="*/ 21446 h 1927085"/>
                <a:gd name="connsiteX3" fmla="*/ 302323 w 399954"/>
                <a:gd name="connsiteY3" fmla="*/ 554783 h 1927085"/>
                <a:gd name="connsiteX4" fmla="*/ 399954 w 399954"/>
                <a:gd name="connsiteY4" fmla="*/ 1927085 h 1927085"/>
                <a:gd name="connsiteX5" fmla="*/ 399954 w 399954"/>
                <a:gd name="connsiteY5" fmla="*/ 1927085 h 1927085"/>
                <a:gd name="connsiteX6" fmla="*/ 0 w 399954"/>
                <a:gd name="connsiteY6" fmla="*/ 1927085 h 1927085"/>
                <a:gd name="connsiteX7" fmla="*/ 0 w 399954"/>
                <a:gd name="connsiteY7" fmla="*/ 1927085 h 1927085"/>
                <a:gd name="connsiteX8" fmla="*/ 102394 w 399954"/>
                <a:gd name="connsiteY8" fmla="*/ 576215 h 1927085"/>
                <a:gd name="connsiteX9" fmla="*/ 175382 w 399954"/>
                <a:gd name="connsiteY9" fmla="*/ 2396 h 1927085"/>
                <a:gd name="connsiteX10" fmla="*/ 199977 w 399954"/>
                <a:gd name="connsiteY10" fmla="*/ 0 h 1927085"/>
                <a:gd name="connsiteX0" fmla="*/ 199977 w 399954"/>
                <a:gd name="connsiteY0" fmla="*/ 4800 h 1931885"/>
                <a:gd name="connsiteX1" fmla="*/ 199977 w 399954"/>
                <a:gd name="connsiteY1" fmla="*/ 4800 h 1931885"/>
                <a:gd name="connsiteX2" fmla="*/ 225389 w 399954"/>
                <a:gd name="connsiteY2" fmla="*/ 4814 h 1931885"/>
                <a:gd name="connsiteX3" fmla="*/ 302323 w 399954"/>
                <a:gd name="connsiteY3" fmla="*/ 559583 h 1931885"/>
                <a:gd name="connsiteX4" fmla="*/ 399954 w 399954"/>
                <a:gd name="connsiteY4" fmla="*/ 1931885 h 1931885"/>
                <a:gd name="connsiteX5" fmla="*/ 399954 w 399954"/>
                <a:gd name="connsiteY5" fmla="*/ 1931885 h 1931885"/>
                <a:gd name="connsiteX6" fmla="*/ 0 w 399954"/>
                <a:gd name="connsiteY6" fmla="*/ 1931885 h 1931885"/>
                <a:gd name="connsiteX7" fmla="*/ 0 w 399954"/>
                <a:gd name="connsiteY7" fmla="*/ 1931885 h 1931885"/>
                <a:gd name="connsiteX8" fmla="*/ 102394 w 399954"/>
                <a:gd name="connsiteY8" fmla="*/ 581015 h 1931885"/>
                <a:gd name="connsiteX9" fmla="*/ 175382 w 399954"/>
                <a:gd name="connsiteY9" fmla="*/ 7196 h 1931885"/>
                <a:gd name="connsiteX10" fmla="*/ 199977 w 399954"/>
                <a:gd name="connsiteY10" fmla="*/ 4800 h 1931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99954" h="1931885">
                  <a:moveTo>
                    <a:pt x="199977" y="4800"/>
                  </a:moveTo>
                  <a:lnTo>
                    <a:pt x="199977" y="4800"/>
                  </a:lnTo>
                  <a:cubicBezTo>
                    <a:pt x="204479" y="21474"/>
                    <a:pt x="220887" y="-11860"/>
                    <a:pt x="225389" y="4814"/>
                  </a:cubicBezTo>
                  <a:lnTo>
                    <a:pt x="302323" y="559583"/>
                  </a:lnTo>
                  <a:lnTo>
                    <a:pt x="399954" y="1931885"/>
                  </a:lnTo>
                  <a:lnTo>
                    <a:pt x="399954" y="1931885"/>
                  </a:lnTo>
                  <a:lnTo>
                    <a:pt x="0" y="1931885"/>
                  </a:lnTo>
                  <a:lnTo>
                    <a:pt x="0" y="1931885"/>
                  </a:lnTo>
                  <a:lnTo>
                    <a:pt x="102394" y="581015"/>
                  </a:lnTo>
                  <a:cubicBezTo>
                    <a:pt x="132280" y="403236"/>
                    <a:pt x="145496" y="184975"/>
                    <a:pt x="175382" y="7196"/>
                  </a:cubicBezTo>
                  <a:lnTo>
                    <a:pt x="199977" y="480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DZ" dirty="0"/>
            </a:p>
          </p:txBody>
        </p:sp>
        <p:sp>
          <p:nvSpPr>
            <p:cNvPr id="74" name="شكل حر: شكل 73">
              <a:extLst>
                <a:ext uri="{FF2B5EF4-FFF2-40B4-BE49-F238E27FC236}">
                  <a16:creationId xmlns:a16="http://schemas.microsoft.com/office/drawing/2014/main" id="{D8099EEE-58A3-48E6-930B-4CB2C8926AEC}"/>
                </a:ext>
              </a:extLst>
            </p:cNvPr>
            <p:cNvSpPr/>
            <p:nvPr/>
          </p:nvSpPr>
          <p:spPr>
            <a:xfrm rot="10800000">
              <a:off x="4963251" y="1958747"/>
              <a:ext cx="332327" cy="1471657"/>
            </a:xfrm>
            <a:custGeom>
              <a:avLst/>
              <a:gdLst>
                <a:gd name="connsiteX0" fmla="*/ 332327 w 332327"/>
                <a:gd name="connsiteY0" fmla="*/ 1471657 h 1471657"/>
                <a:gd name="connsiteX1" fmla="*/ 0 w 332327"/>
                <a:gd name="connsiteY1" fmla="*/ 1471657 h 1471657"/>
                <a:gd name="connsiteX2" fmla="*/ 67509 w 332327"/>
                <a:gd name="connsiteY2" fmla="*/ 581015 h 1471657"/>
                <a:gd name="connsiteX3" fmla="*/ 140497 w 332327"/>
                <a:gd name="connsiteY3" fmla="*/ 7196 h 1471657"/>
                <a:gd name="connsiteX4" fmla="*/ 165092 w 332327"/>
                <a:gd name="connsiteY4" fmla="*/ 4800 h 1471657"/>
                <a:gd name="connsiteX5" fmla="*/ 190504 w 332327"/>
                <a:gd name="connsiteY5" fmla="*/ 4814 h 1471657"/>
                <a:gd name="connsiteX6" fmla="*/ 267438 w 332327"/>
                <a:gd name="connsiteY6" fmla="*/ 559583 h 147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2327" h="1471657">
                  <a:moveTo>
                    <a:pt x="332327" y="1471657"/>
                  </a:moveTo>
                  <a:lnTo>
                    <a:pt x="0" y="1471657"/>
                  </a:lnTo>
                  <a:lnTo>
                    <a:pt x="67509" y="581015"/>
                  </a:lnTo>
                  <a:cubicBezTo>
                    <a:pt x="97395" y="403236"/>
                    <a:pt x="110611" y="184975"/>
                    <a:pt x="140497" y="7196"/>
                  </a:cubicBezTo>
                  <a:lnTo>
                    <a:pt x="165092" y="4800"/>
                  </a:lnTo>
                  <a:cubicBezTo>
                    <a:pt x="169594" y="21474"/>
                    <a:pt x="186002" y="-11860"/>
                    <a:pt x="190504" y="4814"/>
                  </a:cubicBezTo>
                  <a:lnTo>
                    <a:pt x="267438" y="559583"/>
                  </a:lnTo>
                  <a:close/>
                </a:path>
              </a:pathLst>
            </a:custGeom>
            <a:solidFill>
              <a:srgbClr val="FFFFCC"/>
            </a:solidFill>
            <a:ln w="31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ar-DZ" dirty="0"/>
            </a:p>
          </p:txBody>
        </p:sp>
      </p:grpSp>
      <p:grpSp>
        <p:nvGrpSpPr>
          <p:cNvPr id="70" name="مجموعة 69">
            <a:extLst>
              <a:ext uri="{FF2B5EF4-FFF2-40B4-BE49-F238E27FC236}">
                <a16:creationId xmlns:a16="http://schemas.microsoft.com/office/drawing/2014/main" id="{587505DD-4E38-46F1-AB78-AC078F7F5494}"/>
              </a:ext>
            </a:extLst>
          </p:cNvPr>
          <p:cNvGrpSpPr/>
          <p:nvPr/>
        </p:nvGrpSpPr>
        <p:grpSpPr>
          <a:xfrm>
            <a:off x="1499650" y="4474834"/>
            <a:ext cx="1339184" cy="1879142"/>
            <a:chOff x="5120858" y="1950866"/>
            <a:chExt cx="1426340" cy="2001440"/>
          </a:xfrm>
        </p:grpSpPr>
        <p:pic>
          <p:nvPicPr>
            <p:cNvPr id="68" name="Picture 57">
              <a:extLst>
                <a:ext uri="{FF2B5EF4-FFF2-40B4-BE49-F238E27FC236}">
                  <a16:creationId xmlns:a16="http://schemas.microsoft.com/office/drawing/2014/main" id="{A14B1072-355D-4571-8248-81CF4F473F7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harpenSoften amoun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809" t="20255" r="65568" b="41594"/>
            <a:stretch/>
          </p:blipFill>
          <p:spPr bwMode="auto">
            <a:xfrm>
              <a:off x="5120858" y="1950866"/>
              <a:ext cx="1426340" cy="2001440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69" name="Rounded Rectangle 59">
              <a:extLst>
                <a:ext uri="{FF2B5EF4-FFF2-40B4-BE49-F238E27FC236}">
                  <a16:creationId xmlns:a16="http://schemas.microsoft.com/office/drawing/2014/main" id="{D866334C-0266-4F46-9084-52DFABD9331F}"/>
                </a:ext>
              </a:extLst>
            </p:cNvPr>
            <p:cNvSpPr/>
            <p:nvPr/>
          </p:nvSpPr>
          <p:spPr>
            <a:xfrm>
              <a:off x="5258568" y="2375388"/>
              <a:ext cx="1185127" cy="485513"/>
            </a:xfrm>
            <a:prstGeom prst="roundRect">
              <a:avLst/>
            </a:prstGeom>
            <a:gradFill>
              <a:gsLst>
                <a:gs pos="11000">
                  <a:srgbClr val="FCFCFC"/>
                </a:gs>
                <a:gs pos="10000">
                  <a:sysClr val="window" lastClr="FFFFFF"/>
                </a:gs>
                <a:gs pos="0">
                  <a:sysClr val="window" lastClr="FFFFFF">
                    <a:lumMod val="85000"/>
                  </a:sysClr>
                </a:gs>
                <a:gs pos="100000">
                  <a:sysClr val="window" lastClr="FFFFFF">
                    <a:lumMod val="85000"/>
                  </a:sysClr>
                </a:gs>
              </a:gsLst>
              <a:lin ang="54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1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Aft>
                  <a:spcPts val="1000"/>
                </a:spcAft>
              </a:pPr>
              <a:r>
                <a:rPr lang="en-US" sz="3200" b="1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Arial" panose="020B0604020202020204" pitchFamily="34" charset="0"/>
                </a:rPr>
                <a:t>HCl </a:t>
              </a:r>
              <a:endParaRPr lang="en-US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0" name="مستطيل: زوايا مستديرة 79">
            <a:extLst>
              <a:ext uri="{FF2B5EF4-FFF2-40B4-BE49-F238E27FC236}">
                <a16:creationId xmlns:a16="http://schemas.microsoft.com/office/drawing/2014/main" id="{E8F534AE-0D54-4EAA-B23A-FC0F0788AEF7}"/>
              </a:ext>
            </a:extLst>
          </p:cNvPr>
          <p:cNvSpPr/>
          <p:nvPr/>
        </p:nvSpPr>
        <p:spPr>
          <a:xfrm>
            <a:off x="6320728" y="2973356"/>
            <a:ext cx="177553" cy="2539014"/>
          </a:xfrm>
          <a:custGeom>
            <a:avLst/>
            <a:gdLst>
              <a:gd name="connsiteX0" fmla="*/ 0 w 221942"/>
              <a:gd name="connsiteY0" fmla="*/ 36991 h 2539014"/>
              <a:gd name="connsiteX1" fmla="*/ 36991 w 221942"/>
              <a:gd name="connsiteY1" fmla="*/ 0 h 2539014"/>
              <a:gd name="connsiteX2" fmla="*/ 184951 w 221942"/>
              <a:gd name="connsiteY2" fmla="*/ 0 h 2539014"/>
              <a:gd name="connsiteX3" fmla="*/ 221942 w 221942"/>
              <a:gd name="connsiteY3" fmla="*/ 36991 h 2539014"/>
              <a:gd name="connsiteX4" fmla="*/ 221942 w 221942"/>
              <a:gd name="connsiteY4" fmla="*/ 2502023 h 2539014"/>
              <a:gd name="connsiteX5" fmla="*/ 184951 w 221942"/>
              <a:gd name="connsiteY5" fmla="*/ 2539014 h 2539014"/>
              <a:gd name="connsiteX6" fmla="*/ 36991 w 221942"/>
              <a:gd name="connsiteY6" fmla="*/ 2539014 h 2539014"/>
              <a:gd name="connsiteX7" fmla="*/ 0 w 221942"/>
              <a:gd name="connsiteY7" fmla="*/ 2502023 h 2539014"/>
              <a:gd name="connsiteX8" fmla="*/ 0 w 221942"/>
              <a:gd name="connsiteY8" fmla="*/ 36991 h 2539014"/>
              <a:gd name="connsiteX0" fmla="*/ 53266 w 221942"/>
              <a:gd name="connsiteY0" fmla="*/ 152401 h 2539014"/>
              <a:gd name="connsiteX1" fmla="*/ 36991 w 221942"/>
              <a:gd name="connsiteY1" fmla="*/ 0 h 2539014"/>
              <a:gd name="connsiteX2" fmla="*/ 184951 w 221942"/>
              <a:gd name="connsiteY2" fmla="*/ 0 h 2539014"/>
              <a:gd name="connsiteX3" fmla="*/ 221942 w 221942"/>
              <a:gd name="connsiteY3" fmla="*/ 36991 h 2539014"/>
              <a:gd name="connsiteX4" fmla="*/ 221942 w 221942"/>
              <a:gd name="connsiteY4" fmla="*/ 2502023 h 2539014"/>
              <a:gd name="connsiteX5" fmla="*/ 184951 w 221942"/>
              <a:gd name="connsiteY5" fmla="*/ 2539014 h 2539014"/>
              <a:gd name="connsiteX6" fmla="*/ 36991 w 221942"/>
              <a:gd name="connsiteY6" fmla="*/ 2539014 h 2539014"/>
              <a:gd name="connsiteX7" fmla="*/ 0 w 221942"/>
              <a:gd name="connsiteY7" fmla="*/ 2502023 h 2539014"/>
              <a:gd name="connsiteX8" fmla="*/ 53266 w 221942"/>
              <a:gd name="connsiteY8" fmla="*/ 152401 h 2539014"/>
              <a:gd name="connsiteX0" fmla="*/ 23768 w 192444"/>
              <a:gd name="connsiteY0" fmla="*/ 152401 h 2539014"/>
              <a:gd name="connsiteX1" fmla="*/ 7493 w 192444"/>
              <a:gd name="connsiteY1" fmla="*/ 0 h 2539014"/>
              <a:gd name="connsiteX2" fmla="*/ 155453 w 192444"/>
              <a:gd name="connsiteY2" fmla="*/ 0 h 2539014"/>
              <a:gd name="connsiteX3" fmla="*/ 192444 w 192444"/>
              <a:gd name="connsiteY3" fmla="*/ 36991 h 2539014"/>
              <a:gd name="connsiteX4" fmla="*/ 192444 w 192444"/>
              <a:gd name="connsiteY4" fmla="*/ 2502023 h 2539014"/>
              <a:gd name="connsiteX5" fmla="*/ 155453 w 192444"/>
              <a:gd name="connsiteY5" fmla="*/ 2539014 h 2539014"/>
              <a:gd name="connsiteX6" fmla="*/ 7493 w 192444"/>
              <a:gd name="connsiteY6" fmla="*/ 2539014 h 2539014"/>
              <a:gd name="connsiteX7" fmla="*/ 14891 w 192444"/>
              <a:gd name="connsiteY7" fmla="*/ 2297837 h 2539014"/>
              <a:gd name="connsiteX8" fmla="*/ 23768 w 192444"/>
              <a:gd name="connsiteY8" fmla="*/ 152401 h 2539014"/>
              <a:gd name="connsiteX0" fmla="*/ 22463 w 191139"/>
              <a:gd name="connsiteY0" fmla="*/ 152401 h 2539014"/>
              <a:gd name="connsiteX1" fmla="*/ 6188 w 191139"/>
              <a:gd name="connsiteY1" fmla="*/ 0 h 2539014"/>
              <a:gd name="connsiteX2" fmla="*/ 154148 w 191139"/>
              <a:gd name="connsiteY2" fmla="*/ 0 h 2539014"/>
              <a:gd name="connsiteX3" fmla="*/ 191139 w 191139"/>
              <a:gd name="connsiteY3" fmla="*/ 36991 h 2539014"/>
              <a:gd name="connsiteX4" fmla="*/ 191139 w 191139"/>
              <a:gd name="connsiteY4" fmla="*/ 2502023 h 2539014"/>
              <a:gd name="connsiteX5" fmla="*/ 154148 w 191139"/>
              <a:gd name="connsiteY5" fmla="*/ 2539014 h 2539014"/>
              <a:gd name="connsiteX6" fmla="*/ 50577 w 191139"/>
              <a:gd name="connsiteY6" fmla="*/ 2459115 h 2539014"/>
              <a:gd name="connsiteX7" fmla="*/ 13586 w 191139"/>
              <a:gd name="connsiteY7" fmla="*/ 2297837 h 2539014"/>
              <a:gd name="connsiteX8" fmla="*/ 22463 w 191139"/>
              <a:gd name="connsiteY8" fmla="*/ 152401 h 2539014"/>
              <a:gd name="connsiteX0" fmla="*/ 8877 w 177553"/>
              <a:gd name="connsiteY0" fmla="*/ 152401 h 2539014"/>
              <a:gd name="connsiteX1" fmla="*/ 45868 w 177553"/>
              <a:gd name="connsiteY1" fmla="*/ 26633 h 2539014"/>
              <a:gd name="connsiteX2" fmla="*/ 140562 w 177553"/>
              <a:gd name="connsiteY2" fmla="*/ 0 h 2539014"/>
              <a:gd name="connsiteX3" fmla="*/ 177553 w 177553"/>
              <a:gd name="connsiteY3" fmla="*/ 36991 h 2539014"/>
              <a:gd name="connsiteX4" fmla="*/ 177553 w 177553"/>
              <a:gd name="connsiteY4" fmla="*/ 2502023 h 2539014"/>
              <a:gd name="connsiteX5" fmla="*/ 140562 w 177553"/>
              <a:gd name="connsiteY5" fmla="*/ 2539014 h 2539014"/>
              <a:gd name="connsiteX6" fmla="*/ 36991 w 177553"/>
              <a:gd name="connsiteY6" fmla="*/ 2459115 h 2539014"/>
              <a:gd name="connsiteX7" fmla="*/ 0 w 177553"/>
              <a:gd name="connsiteY7" fmla="*/ 2297837 h 2539014"/>
              <a:gd name="connsiteX8" fmla="*/ 8877 w 177553"/>
              <a:gd name="connsiteY8" fmla="*/ 152401 h 2539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553" h="2539014">
                <a:moveTo>
                  <a:pt x="8877" y="152401"/>
                </a:moveTo>
                <a:cubicBezTo>
                  <a:pt x="8877" y="131971"/>
                  <a:pt x="25438" y="26633"/>
                  <a:pt x="45868" y="26633"/>
                </a:cubicBezTo>
                <a:lnTo>
                  <a:pt x="140562" y="0"/>
                </a:lnTo>
                <a:cubicBezTo>
                  <a:pt x="160992" y="0"/>
                  <a:pt x="177553" y="16561"/>
                  <a:pt x="177553" y="36991"/>
                </a:cubicBezTo>
                <a:lnTo>
                  <a:pt x="177553" y="2502023"/>
                </a:lnTo>
                <a:cubicBezTo>
                  <a:pt x="177553" y="2522453"/>
                  <a:pt x="160992" y="2539014"/>
                  <a:pt x="140562" y="2539014"/>
                </a:cubicBezTo>
                <a:lnTo>
                  <a:pt x="36991" y="2459115"/>
                </a:lnTo>
                <a:cubicBezTo>
                  <a:pt x="16561" y="2459115"/>
                  <a:pt x="0" y="2318267"/>
                  <a:pt x="0" y="2297837"/>
                </a:cubicBezTo>
                <a:cubicBezTo>
                  <a:pt x="0" y="1476160"/>
                  <a:pt x="8877" y="974078"/>
                  <a:pt x="8877" y="152401"/>
                </a:cubicBezTo>
                <a:close/>
              </a:path>
            </a:pathLst>
          </a:custGeom>
          <a:solidFill>
            <a:schemeClr val="bg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 dirty="0"/>
          </a:p>
        </p:txBody>
      </p:sp>
      <p:sp>
        <p:nvSpPr>
          <p:cNvPr id="81" name="مستطيل: زوايا مستديرة 79">
            <a:extLst>
              <a:ext uri="{FF2B5EF4-FFF2-40B4-BE49-F238E27FC236}">
                <a16:creationId xmlns:a16="http://schemas.microsoft.com/office/drawing/2014/main" id="{6BCF9750-FA63-4480-8F30-2B01966A88B6}"/>
              </a:ext>
            </a:extLst>
          </p:cNvPr>
          <p:cNvSpPr/>
          <p:nvPr/>
        </p:nvSpPr>
        <p:spPr>
          <a:xfrm rot="10800000">
            <a:off x="5658845" y="2950704"/>
            <a:ext cx="299117" cy="2691414"/>
          </a:xfrm>
          <a:custGeom>
            <a:avLst/>
            <a:gdLst>
              <a:gd name="connsiteX0" fmla="*/ 0 w 221942"/>
              <a:gd name="connsiteY0" fmla="*/ 36991 h 2539014"/>
              <a:gd name="connsiteX1" fmla="*/ 36991 w 221942"/>
              <a:gd name="connsiteY1" fmla="*/ 0 h 2539014"/>
              <a:gd name="connsiteX2" fmla="*/ 184951 w 221942"/>
              <a:gd name="connsiteY2" fmla="*/ 0 h 2539014"/>
              <a:gd name="connsiteX3" fmla="*/ 221942 w 221942"/>
              <a:gd name="connsiteY3" fmla="*/ 36991 h 2539014"/>
              <a:gd name="connsiteX4" fmla="*/ 221942 w 221942"/>
              <a:gd name="connsiteY4" fmla="*/ 2502023 h 2539014"/>
              <a:gd name="connsiteX5" fmla="*/ 184951 w 221942"/>
              <a:gd name="connsiteY5" fmla="*/ 2539014 h 2539014"/>
              <a:gd name="connsiteX6" fmla="*/ 36991 w 221942"/>
              <a:gd name="connsiteY6" fmla="*/ 2539014 h 2539014"/>
              <a:gd name="connsiteX7" fmla="*/ 0 w 221942"/>
              <a:gd name="connsiteY7" fmla="*/ 2502023 h 2539014"/>
              <a:gd name="connsiteX8" fmla="*/ 0 w 221942"/>
              <a:gd name="connsiteY8" fmla="*/ 36991 h 2539014"/>
              <a:gd name="connsiteX0" fmla="*/ 53266 w 221942"/>
              <a:gd name="connsiteY0" fmla="*/ 152401 h 2539014"/>
              <a:gd name="connsiteX1" fmla="*/ 36991 w 221942"/>
              <a:gd name="connsiteY1" fmla="*/ 0 h 2539014"/>
              <a:gd name="connsiteX2" fmla="*/ 184951 w 221942"/>
              <a:gd name="connsiteY2" fmla="*/ 0 h 2539014"/>
              <a:gd name="connsiteX3" fmla="*/ 221942 w 221942"/>
              <a:gd name="connsiteY3" fmla="*/ 36991 h 2539014"/>
              <a:gd name="connsiteX4" fmla="*/ 221942 w 221942"/>
              <a:gd name="connsiteY4" fmla="*/ 2502023 h 2539014"/>
              <a:gd name="connsiteX5" fmla="*/ 184951 w 221942"/>
              <a:gd name="connsiteY5" fmla="*/ 2539014 h 2539014"/>
              <a:gd name="connsiteX6" fmla="*/ 36991 w 221942"/>
              <a:gd name="connsiteY6" fmla="*/ 2539014 h 2539014"/>
              <a:gd name="connsiteX7" fmla="*/ 0 w 221942"/>
              <a:gd name="connsiteY7" fmla="*/ 2502023 h 2539014"/>
              <a:gd name="connsiteX8" fmla="*/ 53266 w 221942"/>
              <a:gd name="connsiteY8" fmla="*/ 152401 h 2539014"/>
              <a:gd name="connsiteX0" fmla="*/ 23768 w 192444"/>
              <a:gd name="connsiteY0" fmla="*/ 152401 h 2539014"/>
              <a:gd name="connsiteX1" fmla="*/ 7493 w 192444"/>
              <a:gd name="connsiteY1" fmla="*/ 0 h 2539014"/>
              <a:gd name="connsiteX2" fmla="*/ 155453 w 192444"/>
              <a:gd name="connsiteY2" fmla="*/ 0 h 2539014"/>
              <a:gd name="connsiteX3" fmla="*/ 192444 w 192444"/>
              <a:gd name="connsiteY3" fmla="*/ 36991 h 2539014"/>
              <a:gd name="connsiteX4" fmla="*/ 192444 w 192444"/>
              <a:gd name="connsiteY4" fmla="*/ 2502023 h 2539014"/>
              <a:gd name="connsiteX5" fmla="*/ 155453 w 192444"/>
              <a:gd name="connsiteY5" fmla="*/ 2539014 h 2539014"/>
              <a:gd name="connsiteX6" fmla="*/ 7493 w 192444"/>
              <a:gd name="connsiteY6" fmla="*/ 2539014 h 2539014"/>
              <a:gd name="connsiteX7" fmla="*/ 14891 w 192444"/>
              <a:gd name="connsiteY7" fmla="*/ 2297837 h 2539014"/>
              <a:gd name="connsiteX8" fmla="*/ 23768 w 192444"/>
              <a:gd name="connsiteY8" fmla="*/ 152401 h 2539014"/>
              <a:gd name="connsiteX0" fmla="*/ 22463 w 191139"/>
              <a:gd name="connsiteY0" fmla="*/ 152401 h 2539014"/>
              <a:gd name="connsiteX1" fmla="*/ 6188 w 191139"/>
              <a:gd name="connsiteY1" fmla="*/ 0 h 2539014"/>
              <a:gd name="connsiteX2" fmla="*/ 154148 w 191139"/>
              <a:gd name="connsiteY2" fmla="*/ 0 h 2539014"/>
              <a:gd name="connsiteX3" fmla="*/ 191139 w 191139"/>
              <a:gd name="connsiteY3" fmla="*/ 36991 h 2539014"/>
              <a:gd name="connsiteX4" fmla="*/ 191139 w 191139"/>
              <a:gd name="connsiteY4" fmla="*/ 2502023 h 2539014"/>
              <a:gd name="connsiteX5" fmla="*/ 154148 w 191139"/>
              <a:gd name="connsiteY5" fmla="*/ 2539014 h 2539014"/>
              <a:gd name="connsiteX6" fmla="*/ 50577 w 191139"/>
              <a:gd name="connsiteY6" fmla="*/ 2459115 h 2539014"/>
              <a:gd name="connsiteX7" fmla="*/ 13586 w 191139"/>
              <a:gd name="connsiteY7" fmla="*/ 2297837 h 2539014"/>
              <a:gd name="connsiteX8" fmla="*/ 22463 w 191139"/>
              <a:gd name="connsiteY8" fmla="*/ 152401 h 2539014"/>
              <a:gd name="connsiteX0" fmla="*/ 8877 w 177553"/>
              <a:gd name="connsiteY0" fmla="*/ 152401 h 2539014"/>
              <a:gd name="connsiteX1" fmla="*/ 45868 w 177553"/>
              <a:gd name="connsiteY1" fmla="*/ 26633 h 2539014"/>
              <a:gd name="connsiteX2" fmla="*/ 140562 w 177553"/>
              <a:gd name="connsiteY2" fmla="*/ 0 h 2539014"/>
              <a:gd name="connsiteX3" fmla="*/ 177553 w 177553"/>
              <a:gd name="connsiteY3" fmla="*/ 36991 h 2539014"/>
              <a:gd name="connsiteX4" fmla="*/ 177553 w 177553"/>
              <a:gd name="connsiteY4" fmla="*/ 2502023 h 2539014"/>
              <a:gd name="connsiteX5" fmla="*/ 140562 w 177553"/>
              <a:gd name="connsiteY5" fmla="*/ 2539014 h 2539014"/>
              <a:gd name="connsiteX6" fmla="*/ 36991 w 177553"/>
              <a:gd name="connsiteY6" fmla="*/ 2459115 h 2539014"/>
              <a:gd name="connsiteX7" fmla="*/ 0 w 177553"/>
              <a:gd name="connsiteY7" fmla="*/ 2297837 h 2539014"/>
              <a:gd name="connsiteX8" fmla="*/ 8877 w 177553"/>
              <a:gd name="connsiteY8" fmla="*/ 152401 h 2539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553" h="2539014">
                <a:moveTo>
                  <a:pt x="8877" y="152401"/>
                </a:moveTo>
                <a:cubicBezTo>
                  <a:pt x="8877" y="131971"/>
                  <a:pt x="25438" y="26633"/>
                  <a:pt x="45868" y="26633"/>
                </a:cubicBezTo>
                <a:lnTo>
                  <a:pt x="140562" y="0"/>
                </a:lnTo>
                <a:cubicBezTo>
                  <a:pt x="160992" y="0"/>
                  <a:pt x="177553" y="16561"/>
                  <a:pt x="177553" y="36991"/>
                </a:cubicBezTo>
                <a:lnTo>
                  <a:pt x="177553" y="2502023"/>
                </a:lnTo>
                <a:cubicBezTo>
                  <a:pt x="177553" y="2522453"/>
                  <a:pt x="160992" y="2539014"/>
                  <a:pt x="140562" y="2539014"/>
                </a:cubicBezTo>
                <a:lnTo>
                  <a:pt x="36991" y="2459115"/>
                </a:lnTo>
                <a:cubicBezTo>
                  <a:pt x="16561" y="2459115"/>
                  <a:pt x="0" y="2318267"/>
                  <a:pt x="0" y="2297837"/>
                </a:cubicBezTo>
                <a:cubicBezTo>
                  <a:pt x="0" y="1476160"/>
                  <a:pt x="8877" y="974078"/>
                  <a:pt x="8877" y="152401"/>
                </a:cubicBezTo>
                <a:close/>
              </a:path>
            </a:pathLst>
          </a:custGeom>
          <a:solidFill>
            <a:schemeClr val="bg1"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 dirty="0"/>
          </a:p>
        </p:txBody>
      </p:sp>
      <p:sp>
        <p:nvSpPr>
          <p:cNvPr id="83" name="Text Box 15430">
            <a:extLst>
              <a:ext uri="{FF2B5EF4-FFF2-40B4-BE49-F238E27FC236}">
                <a16:creationId xmlns:a16="http://schemas.microsoft.com/office/drawing/2014/main" id="{A2157694-762B-4A20-9AFC-B777CA9D5759}"/>
              </a:ext>
            </a:extLst>
          </p:cNvPr>
          <p:cNvSpPr txBox="1"/>
          <p:nvPr/>
        </p:nvSpPr>
        <p:spPr>
          <a:xfrm>
            <a:off x="3526038" y="1665919"/>
            <a:ext cx="2269176" cy="405012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60000"/>
              </a:lnSpc>
              <a:spcAft>
                <a:spcPts val="1000"/>
              </a:spcAft>
            </a:pPr>
            <a:r>
              <a:rPr lang="ar-DZ" sz="2800" dirty="0">
                <a:solidFill>
                  <a:schemeClr val="tx1"/>
                </a:solidFill>
                <a:latin typeface="Calibri" panose="020F0502020204030204" pitchFamily="34" charset="0"/>
                <a:cs typeface="AlWatanHeadlines-Bold" panose="00000700000000000000" pitchFamily="2" charset="-78"/>
              </a:rPr>
              <a:t>انطلاق غاز </a:t>
            </a:r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AlWatanHeadlines-Bold" panose="00000700000000000000" pitchFamily="2" charset="-78"/>
            </a:endParaRPr>
          </a:p>
        </p:txBody>
      </p:sp>
      <p:sp>
        <p:nvSpPr>
          <p:cNvPr id="84" name="Text Box 15430">
            <a:extLst>
              <a:ext uri="{FF2B5EF4-FFF2-40B4-BE49-F238E27FC236}">
                <a16:creationId xmlns:a16="http://schemas.microsoft.com/office/drawing/2014/main" id="{308DF16D-DE13-4A74-A3FB-C8685ED7BA30}"/>
              </a:ext>
            </a:extLst>
          </p:cNvPr>
          <p:cNvSpPr txBox="1"/>
          <p:nvPr/>
        </p:nvSpPr>
        <p:spPr>
          <a:xfrm>
            <a:off x="7192553" y="4161323"/>
            <a:ext cx="2269176" cy="991130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60000"/>
              </a:lnSpc>
              <a:spcAft>
                <a:spcPts val="1000"/>
              </a:spcAft>
            </a:pPr>
            <a:r>
              <a:rPr lang="ar-DZ" sz="2800" dirty="0">
                <a:solidFill>
                  <a:schemeClr val="tx1"/>
                </a:solidFill>
                <a:latin typeface="Calibri" panose="020F0502020204030204" pitchFamily="34" charset="0"/>
                <a:cs typeface="AlWatanHeadlines-Bold" panose="00000700000000000000" pitchFamily="2" charset="-78"/>
              </a:rPr>
              <a:t>تغير لون المحلول </a:t>
            </a:r>
          </a:p>
          <a:p>
            <a:pPr algn="ctr" rtl="1">
              <a:lnSpc>
                <a:spcPct val="60000"/>
              </a:lnSpc>
              <a:spcAft>
                <a:spcPts val="1000"/>
              </a:spcAft>
            </a:pPr>
            <a:r>
              <a:rPr lang="ar-DZ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AlWatanHeadlines-Bold" panose="00000700000000000000" pitchFamily="2" charset="-78"/>
              </a:rPr>
              <a:t>(أخضر فاتح )</a:t>
            </a:r>
            <a:endParaRPr lang="en-US" sz="2800" dirty="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cs typeface="AlWatanHeadlines-Bold" panose="00000700000000000000" pitchFamily="2" charset="-7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637294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1458"/>
    </mc:Choice>
    <mc:Fallback>
      <p:transition spd="slow" advTm="51458"/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0" presetClass="path" presetSubtype="0" accel="50000" decel="50000" autoRev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08333E-6 1.85185E-6 L 2.08333E-6 0.00023 C 0.00221 -0.00533 0.00495 -0.00972 0.00716 -0.01551 C 0.00794 -0.0169 0.00833 -0.01968 0.00885 -0.02222 C 0.01263 -0.0375 0.01041 -0.02732 0.01289 -0.04537 C 0.01575 -0.06505 0.01536 -0.06181 0.01784 -0.07546 C 0.01862 -0.08588 0.01901 -0.09584 0.02031 -0.10556 C 0.02161 -0.11551 0.02096 -0.10996 0.02187 -0.12269 C 0.02213 -0.13171 0.02239 -0.13982 0.02278 -0.14838 C 0.02304 -0.15162 0.02344 -0.15394 0.02357 -0.15741 C 0.02513 -0.1838 0.02344 -0.16806 0.02513 -0.18287 C 0.02539 -0.19167 0.02578 -0.2 0.02604 -0.20857 C 0.02669 -0.2257 0.02656 -0.22685 0.0276 -0.24074 C 0.02851 -0.24908 0.02903 -0.25371 0.03008 -0.26227 C 0.0306 -0.26574 0.03138 -0.26898 0.03177 -0.27292 C 0.03216 -0.27616 0.03229 -0.28009 0.03255 -0.2838 C 0.03307 -0.28866 0.03372 -0.29375 0.03424 -0.29884 C 0.03463 -0.30232 0.03476 -0.30602 0.03502 -0.30949 C 0.03568 -0.31551 0.03633 -0.31806 0.0375 -0.32454 C 0.03932 -0.34838 0.03672 -0.32269 0.04075 -0.34375 C 0.0414 -0.34699 0.04206 -0.36019 0.04232 -0.3632 C 0.04284 -0.36528 0.04362 -0.36713 0.04401 -0.36968 C 0.0444 -0.3713 0.0444 -0.37384 0.04479 -0.37593 C 0.04557 -0.37917 0.04661 -0.38171 0.04726 -0.38472 C 0.04791 -0.38681 0.04844 -0.38935 0.04896 -0.39144 C 0.04948 -0.39607 0.05 -0.40116 0.05052 -0.40648 C 0.05117 -0.40926 0.05182 -0.41134 0.05221 -0.41459 C 0.0526 -0.41759 0.05273 -0.42037 0.05299 -0.42338 C 0.05325 -0.42546 0.05351 -0.42801 0.0539 -0.42963 C 0.05416 -0.43472 0.05416 -0.44005 0.05469 -0.44468 C 0.0556 -0.45185 0.05781 -0.46158 0.05963 -0.46829 C 0.06041 -0.4713 0.0612 -0.47408 0.06198 -0.47685 C 0.06302 -0.48334 0.06302 -0.48658 0.06536 -0.4919 C 0.06653 -0.49445 0.0681 -0.4963 0.0694 -0.49838 C 0.06992 -0.50209 0.07018 -0.50602 0.07109 -0.50903 C 0.07174 -0.51134 0.07278 -0.51158 0.07344 -0.51343 C 0.07435 -0.51528 0.07448 -0.51806 0.07513 -0.51991 C 0.07903 -0.52986 0.07916 -0.52847 0.08255 -0.53496 C 0.08802 -0.54491 0.08385 -0.53843 0.09075 -0.55 C 0.09206 -0.55209 0.09362 -0.55394 0.09479 -0.55625 C 0.09609 -0.55926 0.09752 -0.5625 0.09883 -0.56505 C 0.10104 -0.56852 0.11146 -0.58472 0.11276 -0.58866 C 0.11484 -0.59352 0.11614 -0.59792 0.11849 -0.60139 C 0.1194 -0.60255 0.12031 -0.60255 0.12096 -0.60347 C 0.12435 -0.60787 0.12265 -0.60903 0.12669 -0.60996 C 0.13489 -0.61181 0.16054 -0.61366 0.16601 -0.61435 C 0.17187 -0.61921 0.16693 -0.61528 0.17825 -0.61852 C 0.1806 -0.61898 0.18268 -0.62014 0.18489 -0.62084 C 0.18841 -0.62153 0.19193 -0.62222 0.19544 -0.62292 C 0.19661 -0.62361 0.19765 -0.62431 0.19883 -0.625 C 0.22096 -0.63796 0.23594 -0.62616 0.2651 -0.625 C 0.26614 -0.62431 0.26732 -0.62361 0.26836 -0.62292 C 0.26979 -0.62222 0.27122 -0.62176 0.27252 -0.62084 C 0.27734 -0.61644 0.27461 -0.61528 0.27982 -0.60996 C 0.28125 -0.60857 0.28255 -0.60857 0.28398 -0.60787 C 0.28971 -0.59792 0.28711 -0.6007 0.29127 -0.59722 C 0.29349 -0.59144 0.29583 -0.58472 0.2987 -0.58218 L 0.30117 -0.57986 C 0.30872 -0.55023 0.30091 -0.58079 0.3069 -0.55857 C 0.30755 -0.55625 0.30781 -0.55394 0.30846 -0.55209 C 0.30937 -0.55023 0.31015 -0.54931 0.31094 -0.54769 C 0.31146 -0.5456 0.31211 -0.54306 0.31263 -0.54144 C 0.31341 -0.53889 0.31445 -0.5375 0.3151 -0.53496 C 0.31601 -0.53102 0.31601 -0.52593 0.31666 -0.52199 L 0.31836 -0.51343 C 0.31862 -0.50996 0.31888 -0.50625 0.31914 -0.50278 C 0.3194 -0.49977 0.31979 -0.49699 0.31992 -0.49421 C 0.32031 -0.48843 0.32031 -0.48264 0.32083 -0.47685 C 0.32122 -0.47222 0.32239 -0.46412 0.32239 -0.46366 C 0.32344 -0.47755 0.32331 -0.47269 0.32331 -0.47917 L 0.32331 -0.47871 " pathEditMode="relative" rAng="0" ptsTypes="AAAAAAAAAAAAAAAAAAAAAAAAAAAAAAAAAAAAAAAAAAAAAAAAAAAAAAAAAAAAAAAAAAAAAAA">
                                          <p:cBhvr>
                                            <p:cTn id="6" dur="4500" fill="hold"/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6159" y="-3152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22" presetClass="entr" presetSubtype="4" fill="hold" grpId="0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9" dur="125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" fill="hold">
                                <p:stCondLst>
                                  <p:cond delay="9000"/>
                                </p:stCondLst>
                                <p:childTnLst>
                                  <p:par>
                                    <p:cTn id="11" presetID="1" presetClass="entr" presetSubtype="0" fill="hold" grpId="1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9000"/>
                                </p:stCondLst>
                                <p:childTnLst>
                                  <p:par>
                                    <p:cTn id="28" presetID="0" presetClass="path" presetSubtype="0" repeatCount="indefinite" fill="hold" grpId="0" nodeType="afterEffect" p14:presetBounceEnd="15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0013 0.00185 L 0.0056 -0.21435 " pathEditMode="relative" rAng="0" ptsTypes="AA" p14:bounceEnd="15000">
                                          <p:cBhvr>
                                            <p:cTn id="29" dur="20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86" y="-1081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11000"/>
                                </p:stCondLst>
                                <p:childTnLst>
                                  <p:par>
                                    <p:cTn id="31" presetID="0" presetClass="path" presetSubtype="0" repeatCount="indefinite" fill="hold" grpId="0" nodeType="afterEffect" p14:presetBounceEnd="15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0013 0.00185 L 0.0004 -0.18982 " pathEditMode="relative" rAng="0" ptsTypes="AA" p14:bounceEnd="15000">
                                          <p:cBhvr>
                                            <p:cTn id="32" dur="2000" fill="hold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6" y="-9583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3" fill="hold">
                                <p:stCondLst>
                                  <p:cond delay="13000"/>
                                </p:stCondLst>
                                <p:childTnLst>
                                  <p:par>
                                    <p:cTn id="34" presetID="0" presetClass="path" presetSubtype="0" repeatCount="indefinite" fill="hold" grpId="0" nodeType="afterEffect" p14:presetBounceEnd="15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0013 0.00185 L 0.0013 -0.22894 " pathEditMode="relative" rAng="0" ptsTypes="AA" p14:bounceEnd="15000">
                                          <p:cBhvr>
                                            <p:cTn id="35" dur="20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5" y="-11551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6" fill="hold">
                                <p:stCondLst>
                                  <p:cond delay="15000"/>
                                </p:stCondLst>
                                <p:childTnLst>
                                  <p:par>
                                    <p:cTn id="37" presetID="0" presetClass="path" presetSubtype="0" repeatCount="indefinite" fill="hold" grpId="0" nodeType="afterEffect" p14:presetBounceEnd="15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0013 0.00185 L 0.00625 -0.25116 " pathEditMode="relative" rAng="0" ptsTypes="AA" p14:bounceEnd="15000">
                                          <p:cBhvr>
                                            <p:cTn id="38" dur="2000" fill="hold"/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13" y="-12662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17000"/>
                                </p:stCondLst>
                                <p:childTnLst>
                                  <p:par>
                                    <p:cTn id="40" presetID="0" presetClass="path" presetSubtype="0" repeatCount="indefinite" fill="hold" grpId="0" nodeType="afterEffect" p14:presetBounceEnd="15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0013 0.00186 L 0.0056 -0.21435 " pathEditMode="relative" rAng="0" ptsTypes="AA" p14:bounceEnd="15000">
                                          <p:cBhvr>
                                            <p:cTn id="41" dur="20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86" y="-1081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2" fill="hold">
                                <p:stCondLst>
                                  <p:cond delay="19000"/>
                                </p:stCondLst>
                                <p:childTnLst>
                                  <p:par>
                                    <p:cTn id="43" presetID="0" presetClass="path" presetSubtype="0" repeatCount="indefinite" fill="hold" grpId="0" nodeType="afterEffect" p14:presetBounceEnd="15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0013 0.00185 L 0.00625 -0.25116 " pathEditMode="relative" rAng="0" ptsTypes="AA" p14:bounceEnd="15000">
                                          <p:cBhvr>
                                            <p:cTn id="44" dur="20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13" y="-12662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5" fill="hold">
                                <p:stCondLst>
                                  <p:cond delay="21000"/>
                                </p:stCondLst>
                                <p:childTnLst>
                                  <p:par>
                                    <p:cTn id="46" presetID="0" presetClass="path" presetSubtype="0" repeatCount="indefinite" fill="hold" grpId="0" nodeType="afterEffect" p14:presetBounceEnd="15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0013 0.00185 L 0.0056 -0.21435 " pathEditMode="relative" rAng="0" ptsTypes="AA" p14:bounceEnd="15000">
                                          <p:cBhvr>
                                            <p:cTn id="47" dur="2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86" y="-1081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8" fill="hold">
                                <p:stCondLst>
                                  <p:cond delay="23000"/>
                                </p:stCondLst>
                                <p:childTnLst>
                                  <p:par>
                                    <p:cTn id="49" presetID="0" presetClass="path" presetSubtype="0" repeatCount="indefinite" fill="hold" grpId="0" nodeType="afterEffect" p14:presetBounceEnd="15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0013 0.00185 L 0.00742 -0.24931 " pathEditMode="relative" rAng="0" ptsTypes="AA" p14:bounceEnd="15000">
                                          <p:cBhvr>
                                            <p:cTn id="50" dur="20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78" y="-1256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1" fill="hold">
                                <p:stCondLst>
                                  <p:cond delay="25000"/>
                                </p:stCondLst>
                                <p:childTnLst>
                                  <p:par>
                                    <p:cTn id="52" presetID="1" presetClass="emph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53" dur="2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A8D08D"/>
                                          </p:to>
                                        </p:animClr>
                                        <p:set>
                                          <p:cBhvr>
                                            <p:cTn id="54" dur="2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55" dur="2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6" fill="hold">
                          <p:stCondLst>
                            <p:cond delay="indefinite"/>
                          </p:stCondLst>
                          <p:childTnLst>
                            <p:par>
                              <p:cTn id="5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8" presetID="1" presetClass="exit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0" fill="hold">
                          <p:stCondLst>
                            <p:cond delay="indefinite"/>
                          </p:stCondLst>
                          <p:childTnLst>
                            <p:par>
                              <p:cTn id="6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2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5" presetID="6" presetClass="emph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66" dur="2000" fill="hold"/>
                                            <p:tgtEl>
                                              <p:spTgt spid="83"/>
                                            </p:tgtEl>
                                          </p:cBhvr>
                                          <p:by x="150000" y="15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7" fill="hold">
                          <p:stCondLst>
                            <p:cond delay="indefinite"/>
                          </p:stCondLst>
                          <p:childTnLst>
                            <p:par>
                              <p:cTn id="6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9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2" presetID="6" presetClass="emph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73" dur="2000" fill="hold"/>
                                            <p:tgtEl>
                                              <p:spTgt spid="84"/>
                                            </p:tgtEl>
                                          </p:cBhvr>
                                          <p:by x="150000" y="15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6" grpId="0"/>
          <p:bldP spid="29" grpId="0" animBg="1"/>
          <p:bldP spid="59" grpId="0" animBg="1"/>
          <p:bldP spid="59" grpId="1" animBg="1"/>
          <p:bldP spid="60" grpId="0" animBg="1"/>
          <p:bldP spid="60" grpId="1" animBg="1"/>
          <p:bldP spid="61" grpId="0" animBg="1"/>
          <p:bldP spid="61" grpId="1" animBg="1"/>
          <p:bldP spid="62" grpId="0" animBg="1"/>
          <p:bldP spid="62" grpId="1" animBg="1"/>
          <p:bldP spid="63" grpId="0" animBg="1"/>
          <p:bldP spid="63" grpId="1" animBg="1"/>
          <p:bldP spid="64" grpId="0" animBg="1"/>
          <p:bldP spid="64" grpId="1" animBg="1"/>
          <p:bldP spid="65" grpId="0" animBg="1"/>
          <p:bldP spid="65" grpId="1" animBg="1"/>
          <p:bldP spid="66" grpId="0" animBg="1"/>
          <p:bldP spid="66" grpId="1" animBg="1"/>
          <p:bldP spid="83" grpId="0"/>
          <p:bldP spid="83" grpId="1"/>
          <p:bldP spid="84" grpId="0"/>
          <p:bldP spid="84" grpId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0" presetClass="path" presetSubtype="0" accel="50000" decel="50000" autoRev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08333E-6 1.85185E-6 L 2.08333E-6 0.00023 C 0.00221 -0.00533 0.00495 -0.00972 0.00716 -0.01551 C 0.00794 -0.0169 0.00833 -0.01968 0.00885 -0.02222 C 0.01263 -0.0375 0.01041 -0.02732 0.01289 -0.04537 C 0.01575 -0.06505 0.01536 -0.06181 0.01784 -0.07546 C 0.01862 -0.08588 0.01901 -0.09584 0.02031 -0.10556 C 0.02161 -0.11551 0.02096 -0.10996 0.02187 -0.12269 C 0.02213 -0.13171 0.02239 -0.13982 0.02278 -0.14838 C 0.02304 -0.15162 0.02344 -0.15394 0.02357 -0.15741 C 0.02513 -0.1838 0.02344 -0.16806 0.02513 -0.18287 C 0.02539 -0.19167 0.02578 -0.2 0.02604 -0.20857 C 0.02669 -0.2257 0.02656 -0.22685 0.0276 -0.24074 C 0.02851 -0.24908 0.02903 -0.25371 0.03008 -0.26227 C 0.0306 -0.26574 0.03138 -0.26898 0.03177 -0.27292 C 0.03216 -0.27616 0.03229 -0.28009 0.03255 -0.2838 C 0.03307 -0.28866 0.03372 -0.29375 0.03424 -0.29884 C 0.03463 -0.30232 0.03476 -0.30602 0.03502 -0.30949 C 0.03568 -0.31551 0.03633 -0.31806 0.0375 -0.32454 C 0.03932 -0.34838 0.03672 -0.32269 0.04075 -0.34375 C 0.0414 -0.34699 0.04206 -0.36019 0.04232 -0.3632 C 0.04284 -0.36528 0.04362 -0.36713 0.04401 -0.36968 C 0.0444 -0.3713 0.0444 -0.37384 0.04479 -0.37593 C 0.04557 -0.37917 0.04661 -0.38171 0.04726 -0.38472 C 0.04791 -0.38681 0.04844 -0.38935 0.04896 -0.39144 C 0.04948 -0.39607 0.05 -0.40116 0.05052 -0.40648 C 0.05117 -0.40926 0.05182 -0.41134 0.05221 -0.41459 C 0.0526 -0.41759 0.05273 -0.42037 0.05299 -0.42338 C 0.05325 -0.42546 0.05351 -0.42801 0.0539 -0.42963 C 0.05416 -0.43472 0.05416 -0.44005 0.05469 -0.44468 C 0.0556 -0.45185 0.05781 -0.46158 0.05963 -0.46829 C 0.06041 -0.4713 0.0612 -0.47408 0.06198 -0.47685 C 0.06302 -0.48334 0.06302 -0.48658 0.06536 -0.4919 C 0.06653 -0.49445 0.0681 -0.4963 0.0694 -0.49838 C 0.06992 -0.50209 0.07018 -0.50602 0.07109 -0.50903 C 0.07174 -0.51134 0.07278 -0.51158 0.07344 -0.51343 C 0.07435 -0.51528 0.07448 -0.51806 0.07513 -0.51991 C 0.07903 -0.52986 0.07916 -0.52847 0.08255 -0.53496 C 0.08802 -0.54491 0.08385 -0.53843 0.09075 -0.55 C 0.09206 -0.55209 0.09362 -0.55394 0.09479 -0.55625 C 0.09609 -0.55926 0.09752 -0.5625 0.09883 -0.56505 C 0.10104 -0.56852 0.11146 -0.58472 0.11276 -0.58866 C 0.11484 -0.59352 0.11614 -0.59792 0.11849 -0.60139 C 0.1194 -0.60255 0.12031 -0.60255 0.12096 -0.60347 C 0.12435 -0.60787 0.12265 -0.60903 0.12669 -0.60996 C 0.13489 -0.61181 0.16054 -0.61366 0.16601 -0.61435 C 0.17187 -0.61921 0.16693 -0.61528 0.17825 -0.61852 C 0.1806 -0.61898 0.18268 -0.62014 0.18489 -0.62084 C 0.18841 -0.62153 0.19193 -0.62222 0.19544 -0.62292 C 0.19661 -0.62361 0.19765 -0.62431 0.19883 -0.625 C 0.22096 -0.63796 0.23594 -0.62616 0.2651 -0.625 C 0.26614 -0.62431 0.26732 -0.62361 0.26836 -0.62292 C 0.26979 -0.62222 0.27122 -0.62176 0.27252 -0.62084 C 0.27734 -0.61644 0.27461 -0.61528 0.27982 -0.60996 C 0.28125 -0.60857 0.28255 -0.60857 0.28398 -0.60787 C 0.28971 -0.59792 0.28711 -0.6007 0.29127 -0.59722 C 0.29349 -0.59144 0.29583 -0.58472 0.2987 -0.58218 L 0.30117 -0.57986 C 0.30872 -0.55023 0.30091 -0.58079 0.3069 -0.55857 C 0.30755 -0.55625 0.30781 -0.55394 0.30846 -0.55209 C 0.30937 -0.55023 0.31015 -0.54931 0.31094 -0.54769 C 0.31146 -0.5456 0.31211 -0.54306 0.31263 -0.54144 C 0.31341 -0.53889 0.31445 -0.5375 0.3151 -0.53496 C 0.31601 -0.53102 0.31601 -0.52593 0.31666 -0.52199 L 0.31836 -0.51343 C 0.31862 -0.50996 0.31888 -0.50625 0.31914 -0.50278 C 0.3194 -0.49977 0.31979 -0.49699 0.31992 -0.49421 C 0.32031 -0.48843 0.32031 -0.48264 0.32083 -0.47685 C 0.32122 -0.47222 0.32239 -0.46412 0.32239 -0.46366 C 0.32344 -0.47755 0.32331 -0.47269 0.32331 -0.47917 L 0.32331 -0.47871 " pathEditMode="relative" rAng="0" ptsTypes="AAAAAAAAAAAAAAAAAAAAAAAAAAAAAAAAAAAAAAAAAAAAAAAAAAAAAAAAAAAAAAAAAAAAAAA">
                                          <p:cBhvr>
                                            <p:cTn id="6" dur="4500" fill="hold"/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6159" y="-3152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22" presetClass="entr" presetSubtype="4" fill="hold" grpId="0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9" dur="125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" fill="hold">
                                <p:stCondLst>
                                  <p:cond delay="9000"/>
                                </p:stCondLst>
                                <p:childTnLst>
                                  <p:par>
                                    <p:cTn id="11" presetID="1" presetClass="entr" presetSubtype="0" fill="hold" grpId="1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9000"/>
                                </p:stCondLst>
                                <p:childTnLst>
                                  <p:par>
                                    <p:cTn id="28" presetID="0" presetClass="path" presetSubtype="0" repeatCount="indefinite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0013 0.00185 L 0.0056 -0.21435 " pathEditMode="relative" rAng="0" ptsTypes="AA">
                                          <p:cBhvr>
                                            <p:cTn id="29" dur="20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86" y="-1081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11000"/>
                                </p:stCondLst>
                                <p:childTnLst>
                                  <p:par>
                                    <p:cTn id="31" presetID="0" presetClass="path" presetSubtype="0" repeatCount="indefinite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0013 0.00185 L 0.0004 -0.18982 " pathEditMode="relative" rAng="0" ptsTypes="AA">
                                          <p:cBhvr>
                                            <p:cTn id="32" dur="2000" fill="hold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6" y="-9583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3" fill="hold">
                                <p:stCondLst>
                                  <p:cond delay="13000"/>
                                </p:stCondLst>
                                <p:childTnLst>
                                  <p:par>
                                    <p:cTn id="34" presetID="0" presetClass="path" presetSubtype="0" repeatCount="indefinite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0013 0.00185 L 0.0013 -0.22894 " pathEditMode="relative" rAng="0" ptsTypes="AA">
                                          <p:cBhvr>
                                            <p:cTn id="35" dur="20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5" y="-11551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6" fill="hold">
                                <p:stCondLst>
                                  <p:cond delay="15000"/>
                                </p:stCondLst>
                                <p:childTnLst>
                                  <p:par>
                                    <p:cTn id="37" presetID="0" presetClass="path" presetSubtype="0" repeatCount="indefinite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0013 0.00185 L 0.00625 -0.25116 " pathEditMode="relative" rAng="0" ptsTypes="AA">
                                          <p:cBhvr>
                                            <p:cTn id="38" dur="2000" fill="hold"/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13" y="-12662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17000"/>
                                </p:stCondLst>
                                <p:childTnLst>
                                  <p:par>
                                    <p:cTn id="40" presetID="0" presetClass="path" presetSubtype="0" repeatCount="indefinite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0013 0.00186 L 0.0056 -0.21435 " pathEditMode="relative" rAng="0" ptsTypes="AA">
                                          <p:cBhvr>
                                            <p:cTn id="41" dur="20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86" y="-1081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2" fill="hold">
                                <p:stCondLst>
                                  <p:cond delay="19000"/>
                                </p:stCondLst>
                                <p:childTnLst>
                                  <p:par>
                                    <p:cTn id="43" presetID="0" presetClass="path" presetSubtype="0" repeatCount="indefinite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0013 0.00185 L 0.00625 -0.25116 " pathEditMode="relative" rAng="0" ptsTypes="AA">
                                          <p:cBhvr>
                                            <p:cTn id="44" dur="20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13" y="-12662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5" fill="hold">
                                <p:stCondLst>
                                  <p:cond delay="21000"/>
                                </p:stCondLst>
                                <p:childTnLst>
                                  <p:par>
                                    <p:cTn id="46" presetID="0" presetClass="path" presetSubtype="0" repeatCount="indefinite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0013 0.00185 L 0.0056 -0.21435 " pathEditMode="relative" rAng="0" ptsTypes="AA">
                                          <p:cBhvr>
                                            <p:cTn id="47" dur="2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86" y="-1081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8" fill="hold">
                                <p:stCondLst>
                                  <p:cond delay="23000"/>
                                </p:stCondLst>
                                <p:childTnLst>
                                  <p:par>
                                    <p:cTn id="49" presetID="0" presetClass="path" presetSubtype="0" repeatCount="indefinite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0013 0.00185 L 0.00742 -0.24931 " pathEditMode="relative" rAng="0" ptsTypes="AA">
                                          <p:cBhvr>
                                            <p:cTn id="50" dur="20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78" y="-1256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1" fill="hold">
                                <p:stCondLst>
                                  <p:cond delay="25000"/>
                                </p:stCondLst>
                                <p:childTnLst>
                                  <p:par>
                                    <p:cTn id="52" presetID="1" presetClass="emph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53" dur="2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A8D08D"/>
                                          </p:to>
                                        </p:animClr>
                                        <p:set>
                                          <p:cBhvr>
                                            <p:cTn id="54" dur="2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55" dur="2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6" fill="hold">
                          <p:stCondLst>
                            <p:cond delay="indefinite"/>
                          </p:stCondLst>
                          <p:childTnLst>
                            <p:par>
                              <p:cTn id="5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8" presetID="1" presetClass="exit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0" fill="hold">
                          <p:stCondLst>
                            <p:cond delay="indefinite"/>
                          </p:stCondLst>
                          <p:childTnLst>
                            <p:par>
                              <p:cTn id="6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2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5" presetID="6" presetClass="emph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66" dur="2000" fill="hold"/>
                                            <p:tgtEl>
                                              <p:spTgt spid="83"/>
                                            </p:tgtEl>
                                          </p:cBhvr>
                                          <p:by x="150000" y="15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7" fill="hold">
                          <p:stCondLst>
                            <p:cond delay="indefinite"/>
                          </p:stCondLst>
                          <p:childTnLst>
                            <p:par>
                              <p:cTn id="6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9" presetID="1" presetClass="entr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2" presetID="6" presetClass="emph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73" dur="2000" fill="hold"/>
                                            <p:tgtEl>
                                              <p:spTgt spid="84"/>
                                            </p:tgtEl>
                                          </p:cBhvr>
                                          <p:by x="150000" y="15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6" grpId="0"/>
          <p:bldP spid="29" grpId="0" animBg="1"/>
          <p:bldP spid="59" grpId="0" animBg="1"/>
          <p:bldP spid="59" grpId="1" animBg="1"/>
          <p:bldP spid="60" grpId="0" animBg="1"/>
          <p:bldP spid="60" grpId="1" animBg="1"/>
          <p:bldP spid="61" grpId="0" animBg="1"/>
          <p:bldP spid="61" grpId="1" animBg="1"/>
          <p:bldP spid="62" grpId="0" animBg="1"/>
          <p:bldP spid="62" grpId="1" animBg="1"/>
          <p:bldP spid="63" grpId="0" animBg="1"/>
          <p:bldP spid="63" grpId="1" animBg="1"/>
          <p:bldP spid="64" grpId="0" animBg="1"/>
          <p:bldP spid="64" grpId="1" animBg="1"/>
          <p:bldP spid="65" grpId="0" animBg="1"/>
          <p:bldP spid="65" grpId="1" animBg="1"/>
          <p:bldP spid="66" grpId="0" animBg="1"/>
          <p:bldP spid="66" grpId="1" animBg="1"/>
          <p:bldP spid="83" grpId="0"/>
          <p:bldP spid="83" grpId="1"/>
          <p:bldP spid="84" grpId="0"/>
          <p:bldP spid="84" grpId="1"/>
        </p:bld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2">
            <a:extLst>
              <a:ext uri="{FF2B5EF4-FFF2-40B4-BE49-F238E27FC236}">
                <a16:creationId xmlns:a16="http://schemas.microsoft.com/office/drawing/2014/main" id="{9A6817DD-E16B-4B00-9053-F74A40D490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6936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15472">
            <a:extLst>
              <a:ext uri="{FF2B5EF4-FFF2-40B4-BE49-F238E27FC236}">
                <a16:creationId xmlns:a16="http://schemas.microsoft.com/office/drawing/2014/main" id="{8D0F35A7-C500-4D52-85A7-EF40C4665E2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367" r="59428"/>
          <a:stretch/>
        </p:blipFill>
        <p:spPr bwMode="auto">
          <a:xfrm rot="7998179">
            <a:off x="5045122" y="789083"/>
            <a:ext cx="2304602" cy="162496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5" name="Picture 15460">
            <a:extLst>
              <a:ext uri="{FF2B5EF4-FFF2-40B4-BE49-F238E27FC236}">
                <a16:creationId xmlns:a16="http://schemas.microsoft.com/office/drawing/2014/main" id="{6F93C50B-EB27-4852-94A2-B496A44F349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428" y="271263"/>
            <a:ext cx="3100812" cy="2232629"/>
          </a:xfrm>
          <a:prstGeom prst="rect">
            <a:avLst/>
          </a:prstGeom>
        </p:spPr>
      </p:pic>
      <p:sp>
        <p:nvSpPr>
          <p:cNvPr id="23" name="Text Box 15478">
            <a:extLst>
              <a:ext uri="{FF2B5EF4-FFF2-40B4-BE49-F238E27FC236}">
                <a16:creationId xmlns:a16="http://schemas.microsoft.com/office/drawing/2014/main" id="{D35C8212-5FDB-43BF-B49F-EA93640F1C6F}"/>
              </a:ext>
            </a:extLst>
          </p:cNvPr>
          <p:cNvSpPr txBox="1"/>
          <p:nvPr/>
        </p:nvSpPr>
        <p:spPr>
          <a:xfrm rot="18544194">
            <a:off x="3630921" y="483614"/>
            <a:ext cx="2326320" cy="537788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ar-DZ" sz="4400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AlWatanHeadlines-Bold" panose="00000700000000000000" pitchFamily="2" charset="-78"/>
              </a:rPr>
              <a:t>فرقعة خفيفة</a:t>
            </a:r>
            <a:endParaRPr lang="en-US" sz="40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lWatanHeadlines-Bold" panose="00000700000000000000" pitchFamily="2" charset="-78"/>
            </a:endParaRPr>
          </a:p>
          <a:p>
            <a:pPr algn="r">
              <a:lnSpc>
                <a:spcPct val="60000"/>
              </a:lnSpc>
              <a:spcAft>
                <a:spcPts val="1000"/>
              </a:spcAft>
            </a:pP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Box 15485">
            <a:extLst>
              <a:ext uri="{FF2B5EF4-FFF2-40B4-BE49-F238E27FC236}">
                <a16:creationId xmlns:a16="http://schemas.microsoft.com/office/drawing/2014/main" id="{AFBBF185-4592-4A65-B64A-32EBF05AC2F7}"/>
              </a:ext>
            </a:extLst>
          </p:cNvPr>
          <p:cNvSpPr txBox="1"/>
          <p:nvPr/>
        </p:nvSpPr>
        <p:spPr>
          <a:xfrm>
            <a:off x="-744865" y="284214"/>
            <a:ext cx="4374553" cy="1103364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115000"/>
              </a:lnSpc>
              <a:spcAft>
                <a:spcPts val="1000"/>
              </a:spcAft>
            </a:pPr>
            <a:r>
              <a:rPr lang="ar-DZ" sz="2800" dirty="0">
                <a:latin typeface="Calibri" panose="020F0502020204030204" pitchFamily="34" charset="0"/>
                <a:cs typeface="AlWatanHeadlines-Bold" panose="00000700000000000000" pitchFamily="2" charset="-78"/>
              </a:rPr>
              <a:t>عود ثقاب مشتعل</a:t>
            </a:r>
            <a:endParaRPr lang="en-US" sz="2800" dirty="0">
              <a:latin typeface="Calibri" panose="020F0502020204030204" pitchFamily="34" charset="0"/>
              <a:cs typeface="AlWatanHeadlines-Bold" panose="00000700000000000000" pitchFamily="2" charset="-78"/>
            </a:endParaRPr>
          </a:p>
          <a:p>
            <a:pPr algn="ctr" rtl="1">
              <a:lnSpc>
                <a:spcPct val="80000"/>
              </a:lnSpc>
              <a:spcAft>
                <a:spcPts val="1000"/>
              </a:spcAft>
            </a:pPr>
            <a:r>
              <a:rPr lang="ar-DZ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ohammad Bold Normal"/>
              </a:rPr>
              <a:t> </a:t>
            </a:r>
            <a:r>
              <a:rPr lang="ar-DZ" sz="5400" b="1" baseline="-25000" dirty="0">
                <a:solidFill>
                  <a:srgbClr val="0D0D0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 </a:t>
            </a: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 rtl="1">
              <a:lnSpc>
                <a:spcPct val="60000"/>
              </a:lnSpc>
              <a:spcAft>
                <a:spcPts val="1000"/>
              </a:spcAft>
            </a:pPr>
            <a:r>
              <a:rPr lang="fr-FR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ohammad Bold Normal"/>
              </a:rPr>
              <a:t> </a:t>
            </a: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35" name="صورة 34">
            <a:extLst>
              <a:ext uri="{FF2B5EF4-FFF2-40B4-BE49-F238E27FC236}">
                <a16:creationId xmlns:a16="http://schemas.microsoft.com/office/drawing/2014/main" id="{13D5E6AA-8520-4472-8311-8B486500D3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0" b="100000" l="10000" r="91622">
                        <a14:backgroundMark x1="61081" y1="13108" x2="61081" y2="13108"/>
                        <a14:backgroundMark x1="61081" y1="10811" x2="56216" y2="56622"/>
                        <a14:backgroundMark x1="34865" y1="13514" x2="36757" y2="76757"/>
                        <a14:backgroundMark x1="43784" y1="1892" x2="52973" y2="25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6693" y="2407116"/>
            <a:ext cx="2156720" cy="3946860"/>
          </a:xfrm>
          <a:prstGeom prst="rect">
            <a:avLst/>
          </a:prstGeom>
        </p:spPr>
      </p:pic>
      <p:sp>
        <p:nvSpPr>
          <p:cNvPr id="36" name="Freeform 15444">
            <a:extLst>
              <a:ext uri="{FF2B5EF4-FFF2-40B4-BE49-F238E27FC236}">
                <a16:creationId xmlns:a16="http://schemas.microsoft.com/office/drawing/2014/main" id="{16BB6FDE-17AB-4035-8139-2FBB76247168}"/>
              </a:ext>
            </a:extLst>
          </p:cNvPr>
          <p:cNvSpPr/>
          <p:nvPr/>
        </p:nvSpPr>
        <p:spPr>
          <a:xfrm>
            <a:off x="5775527" y="5696917"/>
            <a:ext cx="718470" cy="599090"/>
          </a:xfrm>
          <a:custGeom>
            <a:avLst/>
            <a:gdLst>
              <a:gd name="connsiteX0" fmla="*/ 126749 w 253497"/>
              <a:gd name="connsiteY0" fmla="*/ 351728 h 351728"/>
              <a:gd name="connsiteX1" fmla="*/ 126749 w 253497"/>
              <a:gd name="connsiteY1" fmla="*/ 351728 h 351728"/>
              <a:gd name="connsiteX2" fmla="*/ 54321 w 253497"/>
              <a:gd name="connsiteY2" fmla="*/ 315514 h 351728"/>
              <a:gd name="connsiteX3" fmla="*/ 27160 w 253497"/>
              <a:gd name="connsiteY3" fmla="*/ 297407 h 351728"/>
              <a:gd name="connsiteX4" fmla="*/ 18107 w 253497"/>
              <a:gd name="connsiteY4" fmla="*/ 270246 h 351728"/>
              <a:gd name="connsiteX5" fmla="*/ 0 w 253497"/>
              <a:gd name="connsiteY5" fmla="*/ 243086 h 351728"/>
              <a:gd name="connsiteX6" fmla="*/ 27160 w 253497"/>
              <a:gd name="connsiteY6" fmla="*/ 89177 h 351728"/>
              <a:gd name="connsiteX7" fmla="*/ 45267 w 253497"/>
              <a:gd name="connsiteY7" fmla="*/ 62017 h 351728"/>
              <a:gd name="connsiteX8" fmla="*/ 162962 w 253497"/>
              <a:gd name="connsiteY8" fmla="*/ 25803 h 351728"/>
              <a:gd name="connsiteX9" fmla="*/ 172016 w 253497"/>
              <a:gd name="connsiteY9" fmla="*/ 62017 h 351728"/>
              <a:gd name="connsiteX10" fmla="*/ 208230 w 253497"/>
              <a:gd name="connsiteY10" fmla="*/ 98231 h 351728"/>
              <a:gd name="connsiteX11" fmla="*/ 226337 w 253497"/>
              <a:gd name="connsiteY11" fmla="*/ 125391 h 351728"/>
              <a:gd name="connsiteX12" fmla="*/ 244444 w 253497"/>
              <a:gd name="connsiteY12" fmla="*/ 197819 h 351728"/>
              <a:gd name="connsiteX13" fmla="*/ 253497 w 253497"/>
              <a:gd name="connsiteY13" fmla="*/ 224979 h 351728"/>
              <a:gd name="connsiteX14" fmla="*/ 226337 w 253497"/>
              <a:gd name="connsiteY14" fmla="*/ 252139 h 351728"/>
              <a:gd name="connsiteX15" fmla="*/ 199176 w 253497"/>
              <a:gd name="connsiteY15" fmla="*/ 261193 h 351728"/>
              <a:gd name="connsiteX16" fmla="*/ 153909 w 253497"/>
              <a:gd name="connsiteY16" fmla="*/ 333621 h 351728"/>
              <a:gd name="connsiteX17" fmla="*/ 126749 w 253497"/>
              <a:gd name="connsiteY17" fmla="*/ 351728 h 351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53497" h="351728">
                <a:moveTo>
                  <a:pt x="126749" y="351728"/>
                </a:moveTo>
                <a:lnTo>
                  <a:pt x="126749" y="351728"/>
                </a:lnTo>
                <a:cubicBezTo>
                  <a:pt x="102606" y="339657"/>
                  <a:pt x="78017" y="328439"/>
                  <a:pt x="54321" y="315514"/>
                </a:cubicBezTo>
                <a:cubicBezTo>
                  <a:pt x="44769" y="310304"/>
                  <a:pt x="33957" y="305904"/>
                  <a:pt x="27160" y="297407"/>
                </a:cubicBezTo>
                <a:cubicBezTo>
                  <a:pt x="21198" y="289955"/>
                  <a:pt x="22375" y="278782"/>
                  <a:pt x="18107" y="270246"/>
                </a:cubicBezTo>
                <a:cubicBezTo>
                  <a:pt x="13241" y="260514"/>
                  <a:pt x="6036" y="252139"/>
                  <a:pt x="0" y="243086"/>
                </a:cubicBezTo>
                <a:cubicBezTo>
                  <a:pt x="2882" y="211386"/>
                  <a:pt x="3035" y="125363"/>
                  <a:pt x="27160" y="89177"/>
                </a:cubicBezTo>
                <a:lnTo>
                  <a:pt x="45267" y="62017"/>
                </a:lnTo>
                <a:cubicBezTo>
                  <a:pt x="58510" y="-4197"/>
                  <a:pt x="45923" y="-19213"/>
                  <a:pt x="162962" y="25803"/>
                </a:cubicBezTo>
                <a:cubicBezTo>
                  <a:pt x="174575" y="30270"/>
                  <a:pt x="168598" y="50053"/>
                  <a:pt x="172016" y="62017"/>
                </a:cubicBezTo>
                <a:cubicBezTo>
                  <a:pt x="182181" y="97596"/>
                  <a:pt x="173921" y="86794"/>
                  <a:pt x="208230" y="98231"/>
                </a:cubicBezTo>
                <a:cubicBezTo>
                  <a:pt x="214266" y="107284"/>
                  <a:pt x="221471" y="115659"/>
                  <a:pt x="226337" y="125391"/>
                </a:cubicBezTo>
                <a:cubicBezTo>
                  <a:pt x="236683" y="146083"/>
                  <a:pt x="239280" y="177164"/>
                  <a:pt x="244444" y="197819"/>
                </a:cubicBezTo>
                <a:cubicBezTo>
                  <a:pt x="246759" y="207077"/>
                  <a:pt x="250479" y="215926"/>
                  <a:pt x="253497" y="224979"/>
                </a:cubicBezTo>
                <a:cubicBezTo>
                  <a:pt x="244444" y="234032"/>
                  <a:pt x="236990" y="245037"/>
                  <a:pt x="226337" y="252139"/>
                </a:cubicBezTo>
                <a:cubicBezTo>
                  <a:pt x="218396" y="257433"/>
                  <a:pt x="204723" y="253427"/>
                  <a:pt x="199176" y="261193"/>
                </a:cubicBezTo>
                <a:cubicBezTo>
                  <a:pt x="153303" y="325415"/>
                  <a:pt x="210817" y="305167"/>
                  <a:pt x="153909" y="333621"/>
                </a:cubicBezTo>
                <a:cubicBezTo>
                  <a:pt x="133894" y="343628"/>
                  <a:pt x="131276" y="348710"/>
                  <a:pt x="126749" y="35172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ar-SA" sz="6000"/>
          </a:p>
        </p:txBody>
      </p:sp>
      <p:sp>
        <p:nvSpPr>
          <p:cNvPr id="37" name="Can 1662">
            <a:extLst>
              <a:ext uri="{FF2B5EF4-FFF2-40B4-BE49-F238E27FC236}">
                <a16:creationId xmlns:a16="http://schemas.microsoft.com/office/drawing/2014/main" id="{33CBB426-18A1-45BB-9BE4-AECC469A05FF}"/>
              </a:ext>
            </a:extLst>
          </p:cNvPr>
          <p:cNvSpPr/>
          <p:nvPr/>
        </p:nvSpPr>
        <p:spPr>
          <a:xfrm>
            <a:off x="5601563" y="3929173"/>
            <a:ext cx="988874" cy="2403046"/>
          </a:xfrm>
          <a:custGeom>
            <a:avLst/>
            <a:gdLst>
              <a:gd name="connsiteX0" fmla="*/ 0 w 430530"/>
              <a:gd name="connsiteY0" fmla="*/ 53816 h 941705"/>
              <a:gd name="connsiteX1" fmla="*/ 215265 w 430530"/>
              <a:gd name="connsiteY1" fmla="*/ 107632 h 941705"/>
              <a:gd name="connsiteX2" fmla="*/ 430530 w 430530"/>
              <a:gd name="connsiteY2" fmla="*/ 53816 h 941705"/>
              <a:gd name="connsiteX3" fmla="*/ 430530 w 430530"/>
              <a:gd name="connsiteY3" fmla="*/ 887889 h 941705"/>
              <a:gd name="connsiteX4" fmla="*/ 215265 w 430530"/>
              <a:gd name="connsiteY4" fmla="*/ 941705 h 941705"/>
              <a:gd name="connsiteX5" fmla="*/ 0 w 430530"/>
              <a:gd name="connsiteY5" fmla="*/ 887889 h 941705"/>
              <a:gd name="connsiteX6" fmla="*/ 0 w 430530"/>
              <a:gd name="connsiteY6" fmla="*/ 53816 h 941705"/>
              <a:gd name="connsiteX0" fmla="*/ 0 w 430530"/>
              <a:gd name="connsiteY0" fmla="*/ 53816 h 941705"/>
              <a:gd name="connsiteX1" fmla="*/ 215265 w 430530"/>
              <a:gd name="connsiteY1" fmla="*/ 0 h 941705"/>
              <a:gd name="connsiteX2" fmla="*/ 430530 w 430530"/>
              <a:gd name="connsiteY2" fmla="*/ 53816 h 941705"/>
              <a:gd name="connsiteX3" fmla="*/ 215265 w 430530"/>
              <a:gd name="connsiteY3" fmla="*/ 107632 h 941705"/>
              <a:gd name="connsiteX4" fmla="*/ 0 w 430530"/>
              <a:gd name="connsiteY4" fmla="*/ 53816 h 941705"/>
              <a:gd name="connsiteX0" fmla="*/ 430530 w 430530"/>
              <a:gd name="connsiteY0" fmla="*/ 53816 h 941705"/>
              <a:gd name="connsiteX1" fmla="*/ 215265 w 430530"/>
              <a:gd name="connsiteY1" fmla="*/ 107632 h 941705"/>
              <a:gd name="connsiteX2" fmla="*/ 0 w 430530"/>
              <a:gd name="connsiteY2" fmla="*/ 53816 h 941705"/>
              <a:gd name="connsiteX3" fmla="*/ 215265 w 430530"/>
              <a:gd name="connsiteY3" fmla="*/ 0 h 941705"/>
              <a:gd name="connsiteX4" fmla="*/ 430530 w 430530"/>
              <a:gd name="connsiteY4" fmla="*/ 53816 h 941705"/>
              <a:gd name="connsiteX5" fmla="*/ 430530 w 430530"/>
              <a:gd name="connsiteY5" fmla="*/ 887889 h 941705"/>
              <a:gd name="connsiteX6" fmla="*/ 215265 w 430530"/>
              <a:gd name="connsiteY6" fmla="*/ 941705 h 941705"/>
              <a:gd name="connsiteX7" fmla="*/ 0 w 430530"/>
              <a:gd name="connsiteY7" fmla="*/ 887889 h 941705"/>
              <a:gd name="connsiteX8" fmla="*/ 0 w 430530"/>
              <a:gd name="connsiteY8" fmla="*/ 53816 h 941705"/>
              <a:gd name="connsiteX0" fmla="*/ 0 w 430530"/>
              <a:gd name="connsiteY0" fmla="*/ 53816 h 1140881"/>
              <a:gd name="connsiteX1" fmla="*/ 215265 w 430530"/>
              <a:gd name="connsiteY1" fmla="*/ 107632 h 1140881"/>
              <a:gd name="connsiteX2" fmla="*/ 430530 w 430530"/>
              <a:gd name="connsiteY2" fmla="*/ 53816 h 1140881"/>
              <a:gd name="connsiteX3" fmla="*/ 430530 w 430530"/>
              <a:gd name="connsiteY3" fmla="*/ 887889 h 1140881"/>
              <a:gd name="connsiteX4" fmla="*/ 215265 w 430530"/>
              <a:gd name="connsiteY4" fmla="*/ 941705 h 1140881"/>
              <a:gd name="connsiteX5" fmla="*/ 0 w 430530"/>
              <a:gd name="connsiteY5" fmla="*/ 887889 h 1140881"/>
              <a:gd name="connsiteX6" fmla="*/ 0 w 430530"/>
              <a:gd name="connsiteY6" fmla="*/ 53816 h 1140881"/>
              <a:gd name="connsiteX0" fmla="*/ 0 w 430530"/>
              <a:gd name="connsiteY0" fmla="*/ 53816 h 1140881"/>
              <a:gd name="connsiteX1" fmla="*/ 215265 w 430530"/>
              <a:gd name="connsiteY1" fmla="*/ 0 h 1140881"/>
              <a:gd name="connsiteX2" fmla="*/ 430530 w 430530"/>
              <a:gd name="connsiteY2" fmla="*/ 53816 h 1140881"/>
              <a:gd name="connsiteX3" fmla="*/ 215265 w 430530"/>
              <a:gd name="connsiteY3" fmla="*/ 107632 h 1140881"/>
              <a:gd name="connsiteX4" fmla="*/ 0 w 430530"/>
              <a:gd name="connsiteY4" fmla="*/ 53816 h 1140881"/>
              <a:gd name="connsiteX0" fmla="*/ 430530 w 430530"/>
              <a:gd name="connsiteY0" fmla="*/ 53816 h 1140881"/>
              <a:gd name="connsiteX1" fmla="*/ 215265 w 430530"/>
              <a:gd name="connsiteY1" fmla="*/ 107632 h 1140881"/>
              <a:gd name="connsiteX2" fmla="*/ 0 w 430530"/>
              <a:gd name="connsiteY2" fmla="*/ 53816 h 1140881"/>
              <a:gd name="connsiteX3" fmla="*/ 215265 w 430530"/>
              <a:gd name="connsiteY3" fmla="*/ 0 h 1140881"/>
              <a:gd name="connsiteX4" fmla="*/ 430530 w 430530"/>
              <a:gd name="connsiteY4" fmla="*/ 53816 h 1140881"/>
              <a:gd name="connsiteX5" fmla="*/ 430530 w 430530"/>
              <a:gd name="connsiteY5" fmla="*/ 887889 h 1140881"/>
              <a:gd name="connsiteX6" fmla="*/ 224318 w 430530"/>
              <a:gd name="connsiteY6" fmla="*/ 1140881 h 1140881"/>
              <a:gd name="connsiteX7" fmla="*/ 0 w 430530"/>
              <a:gd name="connsiteY7" fmla="*/ 887889 h 1140881"/>
              <a:gd name="connsiteX8" fmla="*/ 0 w 430530"/>
              <a:gd name="connsiteY8" fmla="*/ 53816 h 1140881"/>
              <a:gd name="connsiteX0" fmla="*/ 0 w 430530"/>
              <a:gd name="connsiteY0" fmla="*/ 53816 h 1140881"/>
              <a:gd name="connsiteX1" fmla="*/ 215265 w 430530"/>
              <a:gd name="connsiteY1" fmla="*/ 107632 h 1140881"/>
              <a:gd name="connsiteX2" fmla="*/ 430530 w 430530"/>
              <a:gd name="connsiteY2" fmla="*/ 53816 h 1140881"/>
              <a:gd name="connsiteX3" fmla="*/ 430530 w 430530"/>
              <a:gd name="connsiteY3" fmla="*/ 887889 h 1140881"/>
              <a:gd name="connsiteX4" fmla="*/ 206212 w 430530"/>
              <a:gd name="connsiteY4" fmla="*/ 1140881 h 1140881"/>
              <a:gd name="connsiteX5" fmla="*/ 0 w 430530"/>
              <a:gd name="connsiteY5" fmla="*/ 887889 h 1140881"/>
              <a:gd name="connsiteX6" fmla="*/ 0 w 430530"/>
              <a:gd name="connsiteY6" fmla="*/ 53816 h 1140881"/>
              <a:gd name="connsiteX0" fmla="*/ 0 w 430530"/>
              <a:gd name="connsiteY0" fmla="*/ 53816 h 1140881"/>
              <a:gd name="connsiteX1" fmla="*/ 215265 w 430530"/>
              <a:gd name="connsiteY1" fmla="*/ 0 h 1140881"/>
              <a:gd name="connsiteX2" fmla="*/ 430530 w 430530"/>
              <a:gd name="connsiteY2" fmla="*/ 53816 h 1140881"/>
              <a:gd name="connsiteX3" fmla="*/ 215265 w 430530"/>
              <a:gd name="connsiteY3" fmla="*/ 107632 h 1140881"/>
              <a:gd name="connsiteX4" fmla="*/ 0 w 430530"/>
              <a:gd name="connsiteY4" fmla="*/ 53816 h 1140881"/>
              <a:gd name="connsiteX0" fmla="*/ 430530 w 430530"/>
              <a:gd name="connsiteY0" fmla="*/ 53816 h 1140881"/>
              <a:gd name="connsiteX1" fmla="*/ 215265 w 430530"/>
              <a:gd name="connsiteY1" fmla="*/ 107632 h 1140881"/>
              <a:gd name="connsiteX2" fmla="*/ 0 w 430530"/>
              <a:gd name="connsiteY2" fmla="*/ 53816 h 1140881"/>
              <a:gd name="connsiteX3" fmla="*/ 215265 w 430530"/>
              <a:gd name="connsiteY3" fmla="*/ 0 h 1140881"/>
              <a:gd name="connsiteX4" fmla="*/ 430530 w 430530"/>
              <a:gd name="connsiteY4" fmla="*/ 53816 h 1140881"/>
              <a:gd name="connsiteX5" fmla="*/ 430530 w 430530"/>
              <a:gd name="connsiteY5" fmla="*/ 887889 h 1140881"/>
              <a:gd name="connsiteX6" fmla="*/ 224318 w 430530"/>
              <a:gd name="connsiteY6" fmla="*/ 1140881 h 1140881"/>
              <a:gd name="connsiteX7" fmla="*/ 0 w 430530"/>
              <a:gd name="connsiteY7" fmla="*/ 887889 h 1140881"/>
              <a:gd name="connsiteX8" fmla="*/ 0 w 430530"/>
              <a:gd name="connsiteY8" fmla="*/ 53816 h 1140881"/>
              <a:gd name="connsiteX0" fmla="*/ 0 w 430530"/>
              <a:gd name="connsiteY0" fmla="*/ 53816 h 1140881"/>
              <a:gd name="connsiteX1" fmla="*/ 215265 w 430530"/>
              <a:gd name="connsiteY1" fmla="*/ 107632 h 1140881"/>
              <a:gd name="connsiteX2" fmla="*/ 430530 w 430530"/>
              <a:gd name="connsiteY2" fmla="*/ 53816 h 1140881"/>
              <a:gd name="connsiteX3" fmla="*/ 430530 w 430530"/>
              <a:gd name="connsiteY3" fmla="*/ 887889 h 1140881"/>
              <a:gd name="connsiteX4" fmla="*/ 206212 w 430530"/>
              <a:gd name="connsiteY4" fmla="*/ 1140881 h 1140881"/>
              <a:gd name="connsiteX5" fmla="*/ 0 w 430530"/>
              <a:gd name="connsiteY5" fmla="*/ 887889 h 1140881"/>
              <a:gd name="connsiteX6" fmla="*/ 0 w 430530"/>
              <a:gd name="connsiteY6" fmla="*/ 53816 h 1140881"/>
              <a:gd name="connsiteX0" fmla="*/ 0 w 430530"/>
              <a:gd name="connsiteY0" fmla="*/ 53816 h 1140881"/>
              <a:gd name="connsiteX1" fmla="*/ 215265 w 430530"/>
              <a:gd name="connsiteY1" fmla="*/ 0 h 1140881"/>
              <a:gd name="connsiteX2" fmla="*/ 430530 w 430530"/>
              <a:gd name="connsiteY2" fmla="*/ 53816 h 1140881"/>
              <a:gd name="connsiteX3" fmla="*/ 215265 w 430530"/>
              <a:gd name="connsiteY3" fmla="*/ 107632 h 1140881"/>
              <a:gd name="connsiteX4" fmla="*/ 0 w 430530"/>
              <a:gd name="connsiteY4" fmla="*/ 53816 h 1140881"/>
              <a:gd name="connsiteX0" fmla="*/ 430530 w 430530"/>
              <a:gd name="connsiteY0" fmla="*/ 53816 h 1140881"/>
              <a:gd name="connsiteX1" fmla="*/ 215265 w 430530"/>
              <a:gd name="connsiteY1" fmla="*/ 107632 h 1140881"/>
              <a:gd name="connsiteX2" fmla="*/ 0 w 430530"/>
              <a:gd name="connsiteY2" fmla="*/ 53816 h 1140881"/>
              <a:gd name="connsiteX3" fmla="*/ 215265 w 430530"/>
              <a:gd name="connsiteY3" fmla="*/ 0 h 1140881"/>
              <a:gd name="connsiteX4" fmla="*/ 430530 w 430530"/>
              <a:gd name="connsiteY4" fmla="*/ 53816 h 1140881"/>
              <a:gd name="connsiteX5" fmla="*/ 430530 w 430530"/>
              <a:gd name="connsiteY5" fmla="*/ 887889 h 1140881"/>
              <a:gd name="connsiteX6" fmla="*/ 224318 w 430530"/>
              <a:gd name="connsiteY6" fmla="*/ 1092783 h 1140881"/>
              <a:gd name="connsiteX7" fmla="*/ 0 w 430530"/>
              <a:gd name="connsiteY7" fmla="*/ 887889 h 1140881"/>
              <a:gd name="connsiteX8" fmla="*/ 0 w 430530"/>
              <a:gd name="connsiteY8" fmla="*/ 53816 h 1140881"/>
              <a:gd name="connsiteX0" fmla="*/ 0 w 430530"/>
              <a:gd name="connsiteY0" fmla="*/ 53816 h 1092783"/>
              <a:gd name="connsiteX1" fmla="*/ 215265 w 430530"/>
              <a:gd name="connsiteY1" fmla="*/ 107632 h 1092783"/>
              <a:gd name="connsiteX2" fmla="*/ 430530 w 430530"/>
              <a:gd name="connsiteY2" fmla="*/ 53816 h 1092783"/>
              <a:gd name="connsiteX3" fmla="*/ 430530 w 430530"/>
              <a:gd name="connsiteY3" fmla="*/ 887889 h 1092783"/>
              <a:gd name="connsiteX4" fmla="*/ 215265 w 430530"/>
              <a:gd name="connsiteY4" fmla="*/ 1092783 h 1092783"/>
              <a:gd name="connsiteX5" fmla="*/ 0 w 430530"/>
              <a:gd name="connsiteY5" fmla="*/ 887889 h 1092783"/>
              <a:gd name="connsiteX6" fmla="*/ 0 w 430530"/>
              <a:gd name="connsiteY6" fmla="*/ 53816 h 1092783"/>
              <a:gd name="connsiteX0" fmla="*/ 0 w 430530"/>
              <a:gd name="connsiteY0" fmla="*/ 53816 h 1092783"/>
              <a:gd name="connsiteX1" fmla="*/ 215265 w 430530"/>
              <a:gd name="connsiteY1" fmla="*/ 0 h 1092783"/>
              <a:gd name="connsiteX2" fmla="*/ 430530 w 430530"/>
              <a:gd name="connsiteY2" fmla="*/ 53816 h 1092783"/>
              <a:gd name="connsiteX3" fmla="*/ 215265 w 430530"/>
              <a:gd name="connsiteY3" fmla="*/ 107632 h 1092783"/>
              <a:gd name="connsiteX4" fmla="*/ 0 w 430530"/>
              <a:gd name="connsiteY4" fmla="*/ 53816 h 1092783"/>
              <a:gd name="connsiteX0" fmla="*/ 430530 w 430530"/>
              <a:gd name="connsiteY0" fmla="*/ 53816 h 1092783"/>
              <a:gd name="connsiteX1" fmla="*/ 215265 w 430530"/>
              <a:gd name="connsiteY1" fmla="*/ 107632 h 1092783"/>
              <a:gd name="connsiteX2" fmla="*/ 0 w 430530"/>
              <a:gd name="connsiteY2" fmla="*/ 53816 h 1092783"/>
              <a:gd name="connsiteX3" fmla="*/ 215265 w 430530"/>
              <a:gd name="connsiteY3" fmla="*/ 0 h 1092783"/>
              <a:gd name="connsiteX4" fmla="*/ 430530 w 430530"/>
              <a:gd name="connsiteY4" fmla="*/ 53816 h 1092783"/>
              <a:gd name="connsiteX5" fmla="*/ 430530 w 430530"/>
              <a:gd name="connsiteY5" fmla="*/ 887889 h 1092783"/>
              <a:gd name="connsiteX6" fmla="*/ 224318 w 430530"/>
              <a:gd name="connsiteY6" fmla="*/ 1092783 h 1092783"/>
              <a:gd name="connsiteX7" fmla="*/ 0 w 430530"/>
              <a:gd name="connsiteY7" fmla="*/ 887889 h 1092783"/>
              <a:gd name="connsiteX8" fmla="*/ 0 w 430530"/>
              <a:gd name="connsiteY8" fmla="*/ 53816 h 1092783"/>
              <a:gd name="connsiteX0" fmla="*/ 0 w 430530"/>
              <a:gd name="connsiteY0" fmla="*/ 53816 h 1092783"/>
              <a:gd name="connsiteX1" fmla="*/ 215265 w 430530"/>
              <a:gd name="connsiteY1" fmla="*/ 107632 h 1092783"/>
              <a:gd name="connsiteX2" fmla="*/ 430530 w 430530"/>
              <a:gd name="connsiteY2" fmla="*/ 53816 h 1092783"/>
              <a:gd name="connsiteX3" fmla="*/ 430530 w 430530"/>
              <a:gd name="connsiteY3" fmla="*/ 887889 h 1092783"/>
              <a:gd name="connsiteX4" fmla="*/ 215265 w 430530"/>
              <a:gd name="connsiteY4" fmla="*/ 1092783 h 1092783"/>
              <a:gd name="connsiteX5" fmla="*/ 0 w 430530"/>
              <a:gd name="connsiteY5" fmla="*/ 887889 h 1092783"/>
              <a:gd name="connsiteX6" fmla="*/ 0 w 430530"/>
              <a:gd name="connsiteY6" fmla="*/ 53816 h 1092783"/>
              <a:gd name="connsiteX0" fmla="*/ 0 w 430530"/>
              <a:gd name="connsiteY0" fmla="*/ 53816 h 1092783"/>
              <a:gd name="connsiteX1" fmla="*/ 215265 w 430530"/>
              <a:gd name="connsiteY1" fmla="*/ 0 h 1092783"/>
              <a:gd name="connsiteX2" fmla="*/ 430530 w 430530"/>
              <a:gd name="connsiteY2" fmla="*/ 53816 h 1092783"/>
              <a:gd name="connsiteX3" fmla="*/ 215265 w 430530"/>
              <a:gd name="connsiteY3" fmla="*/ 107632 h 1092783"/>
              <a:gd name="connsiteX4" fmla="*/ 0 w 430530"/>
              <a:gd name="connsiteY4" fmla="*/ 53816 h 1092783"/>
              <a:gd name="connsiteX0" fmla="*/ 430530 w 430530"/>
              <a:gd name="connsiteY0" fmla="*/ 53816 h 1092783"/>
              <a:gd name="connsiteX1" fmla="*/ 215265 w 430530"/>
              <a:gd name="connsiteY1" fmla="*/ 78179 h 1092783"/>
              <a:gd name="connsiteX2" fmla="*/ 0 w 430530"/>
              <a:gd name="connsiteY2" fmla="*/ 53816 h 1092783"/>
              <a:gd name="connsiteX3" fmla="*/ 215265 w 430530"/>
              <a:gd name="connsiteY3" fmla="*/ 0 h 1092783"/>
              <a:gd name="connsiteX4" fmla="*/ 430530 w 430530"/>
              <a:gd name="connsiteY4" fmla="*/ 53816 h 1092783"/>
              <a:gd name="connsiteX5" fmla="*/ 430530 w 430530"/>
              <a:gd name="connsiteY5" fmla="*/ 887889 h 1092783"/>
              <a:gd name="connsiteX6" fmla="*/ 224318 w 430530"/>
              <a:gd name="connsiteY6" fmla="*/ 1092783 h 1092783"/>
              <a:gd name="connsiteX7" fmla="*/ 0 w 430530"/>
              <a:gd name="connsiteY7" fmla="*/ 887889 h 1092783"/>
              <a:gd name="connsiteX8" fmla="*/ 0 w 430530"/>
              <a:gd name="connsiteY8" fmla="*/ 53816 h 1092783"/>
              <a:gd name="connsiteX0" fmla="*/ 0 w 430530"/>
              <a:gd name="connsiteY0" fmla="*/ 53816 h 1092783"/>
              <a:gd name="connsiteX1" fmla="*/ 215265 w 430530"/>
              <a:gd name="connsiteY1" fmla="*/ 107632 h 1092783"/>
              <a:gd name="connsiteX2" fmla="*/ 430530 w 430530"/>
              <a:gd name="connsiteY2" fmla="*/ 53816 h 1092783"/>
              <a:gd name="connsiteX3" fmla="*/ 430530 w 430530"/>
              <a:gd name="connsiteY3" fmla="*/ 887889 h 1092783"/>
              <a:gd name="connsiteX4" fmla="*/ 215265 w 430530"/>
              <a:gd name="connsiteY4" fmla="*/ 1092783 h 1092783"/>
              <a:gd name="connsiteX5" fmla="*/ 0 w 430530"/>
              <a:gd name="connsiteY5" fmla="*/ 887889 h 1092783"/>
              <a:gd name="connsiteX6" fmla="*/ 0 w 430530"/>
              <a:gd name="connsiteY6" fmla="*/ 53816 h 1092783"/>
              <a:gd name="connsiteX0" fmla="*/ 0 w 430530"/>
              <a:gd name="connsiteY0" fmla="*/ 53816 h 1092783"/>
              <a:gd name="connsiteX1" fmla="*/ 215265 w 430530"/>
              <a:gd name="connsiteY1" fmla="*/ 0 h 1092783"/>
              <a:gd name="connsiteX2" fmla="*/ 430530 w 430530"/>
              <a:gd name="connsiteY2" fmla="*/ 53816 h 1092783"/>
              <a:gd name="connsiteX3" fmla="*/ 215265 w 430530"/>
              <a:gd name="connsiteY3" fmla="*/ 78180 h 1092783"/>
              <a:gd name="connsiteX4" fmla="*/ 0 w 430530"/>
              <a:gd name="connsiteY4" fmla="*/ 53816 h 1092783"/>
              <a:gd name="connsiteX0" fmla="*/ 430530 w 430530"/>
              <a:gd name="connsiteY0" fmla="*/ 53816 h 1092783"/>
              <a:gd name="connsiteX1" fmla="*/ 215265 w 430530"/>
              <a:gd name="connsiteY1" fmla="*/ 78179 h 1092783"/>
              <a:gd name="connsiteX2" fmla="*/ 0 w 430530"/>
              <a:gd name="connsiteY2" fmla="*/ 53816 h 1092783"/>
              <a:gd name="connsiteX3" fmla="*/ 215265 w 430530"/>
              <a:gd name="connsiteY3" fmla="*/ 0 h 1092783"/>
              <a:gd name="connsiteX4" fmla="*/ 430530 w 430530"/>
              <a:gd name="connsiteY4" fmla="*/ 53816 h 1092783"/>
              <a:gd name="connsiteX5" fmla="*/ 430530 w 430530"/>
              <a:gd name="connsiteY5" fmla="*/ 887889 h 1092783"/>
              <a:gd name="connsiteX6" fmla="*/ 224318 w 430530"/>
              <a:gd name="connsiteY6" fmla="*/ 1092783 h 1092783"/>
              <a:gd name="connsiteX7" fmla="*/ 0 w 430530"/>
              <a:gd name="connsiteY7" fmla="*/ 887889 h 1092783"/>
              <a:gd name="connsiteX8" fmla="*/ 0 w 430530"/>
              <a:gd name="connsiteY8" fmla="*/ 53816 h 1092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0530" h="1092783" stroke="0" extrusionOk="0">
                <a:moveTo>
                  <a:pt x="0" y="53816"/>
                </a:moveTo>
                <a:cubicBezTo>
                  <a:pt x="0" y="83538"/>
                  <a:pt x="96377" y="107632"/>
                  <a:pt x="215265" y="107632"/>
                </a:cubicBezTo>
                <a:cubicBezTo>
                  <a:pt x="334153" y="107632"/>
                  <a:pt x="430530" y="83538"/>
                  <a:pt x="430530" y="53816"/>
                </a:cubicBezTo>
                <a:lnTo>
                  <a:pt x="430530" y="887889"/>
                </a:lnTo>
                <a:cubicBezTo>
                  <a:pt x="430530" y="917611"/>
                  <a:pt x="334153" y="1092783"/>
                  <a:pt x="215265" y="1092783"/>
                </a:cubicBezTo>
                <a:cubicBezTo>
                  <a:pt x="96377" y="1092783"/>
                  <a:pt x="0" y="917611"/>
                  <a:pt x="0" y="887889"/>
                </a:cubicBezTo>
                <a:lnTo>
                  <a:pt x="0" y="53816"/>
                </a:lnTo>
                <a:close/>
              </a:path>
              <a:path w="430530" h="1092783" fill="lighten" stroke="0" extrusionOk="0">
                <a:moveTo>
                  <a:pt x="0" y="53816"/>
                </a:moveTo>
                <a:cubicBezTo>
                  <a:pt x="0" y="40786"/>
                  <a:pt x="96377" y="0"/>
                  <a:pt x="215265" y="0"/>
                </a:cubicBezTo>
                <a:cubicBezTo>
                  <a:pt x="334153" y="0"/>
                  <a:pt x="430530" y="24094"/>
                  <a:pt x="430530" y="53816"/>
                </a:cubicBezTo>
                <a:cubicBezTo>
                  <a:pt x="430530" y="83538"/>
                  <a:pt x="334153" y="78180"/>
                  <a:pt x="215265" y="78180"/>
                </a:cubicBezTo>
                <a:cubicBezTo>
                  <a:pt x="96377" y="78180"/>
                  <a:pt x="0" y="66846"/>
                  <a:pt x="0" y="53816"/>
                </a:cubicBezTo>
                <a:close/>
              </a:path>
              <a:path w="430530" h="1092783" fill="none" extrusionOk="0">
                <a:moveTo>
                  <a:pt x="430530" y="53816"/>
                </a:moveTo>
                <a:cubicBezTo>
                  <a:pt x="430530" y="83538"/>
                  <a:pt x="334153" y="78179"/>
                  <a:pt x="215265" y="78179"/>
                </a:cubicBezTo>
                <a:cubicBezTo>
                  <a:pt x="96377" y="78179"/>
                  <a:pt x="0" y="66846"/>
                  <a:pt x="0" y="53816"/>
                </a:cubicBezTo>
                <a:cubicBezTo>
                  <a:pt x="0" y="40786"/>
                  <a:pt x="96377" y="0"/>
                  <a:pt x="215265" y="0"/>
                </a:cubicBezTo>
                <a:cubicBezTo>
                  <a:pt x="334153" y="0"/>
                  <a:pt x="430530" y="24094"/>
                  <a:pt x="430530" y="53816"/>
                </a:cubicBezTo>
                <a:lnTo>
                  <a:pt x="430530" y="887889"/>
                </a:lnTo>
                <a:cubicBezTo>
                  <a:pt x="430530" y="917611"/>
                  <a:pt x="343206" y="1092783"/>
                  <a:pt x="224318" y="1092783"/>
                </a:cubicBezTo>
                <a:cubicBezTo>
                  <a:pt x="105430" y="1092783"/>
                  <a:pt x="0" y="917611"/>
                  <a:pt x="0" y="887889"/>
                </a:cubicBezTo>
                <a:lnTo>
                  <a:pt x="0" y="53816"/>
                </a:lnTo>
              </a:path>
            </a:pathLst>
          </a:custGeom>
          <a:solidFill>
            <a:schemeClr val="accent6">
              <a:lumMod val="60000"/>
              <a:lumOff val="40000"/>
              <a:alpha val="72000"/>
            </a:schemeClr>
          </a:solidFill>
          <a:ln w="127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ar-SA" sz="6000" dirty="0"/>
          </a:p>
        </p:txBody>
      </p:sp>
      <p:sp>
        <p:nvSpPr>
          <p:cNvPr id="50" name="مستطيل: زوايا مستديرة 79">
            <a:extLst>
              <a:ext uri="{FF2B5EF4-FFF2-40B4-BE49-F238E27FC236}">
                <a16:creationId xmlns:a16="http://schemas.microsoft.com/office/drawing/2014/main" id="{D4E72D70-6244-45DA-9367-0AB72D90BD8F}"/>
              </a:ext>
            </a:extLst>
          </p:cNvPr>
          <p:cNvSpPr/>
          <p:nvPr/>
        </p:nvSpPr>
        <p:spPr>
          <a:xfrm>
            <a:off x="6320728" y="2973356"/>
            <a:ext cx="177553" cy="2539014"/>
          </a:xfrm>
          <a:custGeom>
            <a:avLst/>
            <a:gdLst>
              <a:gd name="connsiteX0" fmla="*/ 0 w 221942"/>
              <a:gd name="connsiteY0" fmla="*/ 36991 h 2539014"/>
              <a:gd name="connsiteX1" fmla="*/ 36991 w 221942"/>
              <a:gd name="connsiteY1" fmla="*/ 0 h 2539014"/>
              <a:gd name="connsiteX2" fmla="*/ 184951 w 221942"/>
              <a:gd name="connsiteY2" fmla="*/ 0 h 2539014"/>
              <a:gd name="connsiteX3" fmla="*/ 221942 w 221942"/>
              <a:gd name="connsiteY3" fmla="*/ 36991 h 2539014"/>
              <a:gd name="connsiteX4" fmla="*/ 221942 w 221942"/>
              <a:gd name="connsiteY4" fmla="*/ 2502023 h 2539014"/>
              <a:gd name="connsiteX5" fmla="*/ 184951 w 221942"/>
              <a:gd name="connsiteY5" fmla="*/ 2539014 h 2539014"/>
              <a:gd name="connsiteX6" fmla="*/ 36991 w 221942"/>
              <a:gd name="connsiteY6" fmla="*/ 2539014 h 2539014"/>
              <a:gd name="connsiteX7" fmla="*/ 0 w 221942"/>
              <a:gd name="connsiteY7" fmla="*/ 2502023 h 2539014"/>
              <a:gd name="connsiteX8" fmla="*/ 0 w 221942"/>
              <a:gd name="connsiteY8" fmla="*/ 36991 h 2539014"/>
              <a:gd name="connsiteX0" fmla="*/ 53266 w 221942"/>
              <a:gd name="connsiteY0" fmla="*/ 152401 h 2539014"/>
              <a:gd name="connsiteX1" fmla="*/ 36991 w 221942"/>
              <a:gd name="connsiteY1" fmla="*/ 0 h 2539014"/>
              <a:gd name="connsiteX2" fmla="*/ 184951 w 221942"/>
              <a:gd name="connsiteY2" fmla="*/ 0 h 2539014"/>
              <a:gd name="connsiteX3" fmla="*/ 221942 w 221942"/>
              <a:gd name="connsiteY3" fmla="*/ 36991 h 2539014"/>
              <a:gd name="connsiteX4" fmla="*/ 221942 w 221942"/>
              <a:gd name="connsiteY4" fmla="*/ 2502023 h 2539014"/>
              <a:gd name="connsiteX5" fmla="*/ 184951 w 221942"/>
              <a:gd name="connsiteY5" fmla="*/ 2539014 h 2539014"/>
              <a:gd name="connsiteX6" fmla="*/ 36991 w 221942"/>
              <a:gd name="connsiteY6" fmla="*/ 2539014 h 2539014"/>
              <a:gd name="connsiteX7" fmla="*/ 0 w 221942"/>
              <a:gd name="connsiteY7" fmla="*/ 2502023 h 2539014"/>
              <a:gd name="connsiteX8" fmla="*/ 53266 w 221942"/>
              <a:gd name="connsiteY8" fmla="*/ 152401 h 2539014"/>
              <a:gd name="connsiteX0" fmla="*/ 23768 w 192444"/>
              <a:gd name="connsiteY0" fmla="*/ 152401 h 2539014"/>
              <a:gd name="connsiteX1" fmla="*/ 7493 w 192444"/>
              <a:gd name="connsiteY1" fmla="*/ 0 h 2539014"/>
              <a:gd name="connsiteX2" fmla="*/ 155453 w 192444"/>
              <a:gd name="connsiteY2" fmla="*/ 0 h 2539014"/>
              <a:gd name="connsiteX3" fmla="*/ 192444 w 192444"/>
              <a:gd name="connsiteY3" fmla="*/ 36991 h 2539014"/>
              <a:gd name="connsiteX4" fmla="*/ 192444 w 192444"/>
              <a:gd name="connsiteY4" fmla="*/ 2502023 h 2539014"/>
              <a:gd name="connsiteX5" fmla="*/ 155453 w 192444"/>
              <a:gd name="connsiteY5" fmla="*/ 2539014 h 2539014"/>
              <a:gd name="connsiteX6" fmla="*/ 7493 w 192444"/>
              <a:gd name="connsiteY6" fmla="*/ 2539014 h 2539014"/>
              <a:gd name="connsiteX7" fmla="*/ 14891 w 192444"/>
              <a:gd name="connsiteY7" fmla="*/ 2297837 h 2539014"/>
              <a:gd name="connsiteX8" fmla="*/ 23768 w 192444"/>
              <a:gd name="connsiteY8" fmla="*/ 152401 h 2539014"/>
              <a:gd name="connsiteX0" fmla="*/ 22463 w 191139"/>
              <a:gd name="connsiteY0" fmla="*/ 152401 h 2539014"/>
              <a:gd name="connsiteX1" fmla="*/ 6188 w 191139"/>
              <a:gd name="connsiteY1" fmla="*/ 0 h 2539014"/>
              <a:gd name="connsiteX2" fmla="*/ 154148 w 191139"/>
              <a:gd name="connsiteY2" fmla="*/ 0 h 2539014"/>
              <a:gd name="connsiteX3" fmla="*/ 191139 w 191139"/>
              <a:gd name="connsiteY3" fmla="*/ 36991 h 2539014"/>
              <a:gd name="connsiteX4" fmla="*/ 191139 w 191139"/>
              <a:gd name="connsiteY4" fmla="*/ 2502023 h 2539014"/>
              <a:gd name="connsiteX5" fmla="*/ 154148 w 191139"/>
              <a:gd name="connsiteY5" fmla="*/ 2539014 h 2539014"/>
              <a:gd name="connsiteX6" fmla="*/ 50577 w 191139"/>
              <a:gd name="connsiteY6" fmla="*/ 2459115 h 2539014"/>
              <a:gd name="connsiteX7" fmla="*/ 13586 w 191139"/>
              <a:gd name="connsiteY7" fmla="*/ 2297837 h 2539014"/>
              <a:gd name="connsiteX8" fmla="*/ 22463 w 191139"/>
              <a:gd name="connsiteY8" fmla="*/ 152401 h 2539014"/>
              <a:gd name="connsiteX0" fmla="*/ 8877 w 177553"/>
              <a:gd name="connsiteY0" fmla="*/ 152401 h 2539014"/>
              <a:gd name="connsiteX1" fmla="*/ 45868 w 177553"/>
              <a:gd name="connsiteY1" fmla="*/ 26633 h 2539014"/>
              <a:gd name="connsiteX2" fmla="*/ 140562 w 177553"/>
              <a:gd name="connsiteY2" fmla="*/ 0 h 2539014"/>
              <a:gd name="connsiteX3" fmla="*/ 177553 w 177553"/>
              <a:gd name="connsiteY3" fmla="*/ 36991 h 2539014"/>
              <a:gd name="connsiteX4" fmla="*/ 177553 w 177553"/>
              <a:gd name="connsiteY4" fmla="*/ 2502023 h 2539014"/>
              <a:gd name="connsiteX5" fmla="*/ 140562 w 177553"/>
              <a:gd name="connsiteY5" fmla="*/ 2539014 h 2539014"/>
              <a:gd name="connsiteX6" fmla="*/ 36991 w 177553"/>
              <a:gd name="connsiteY6" fmla="*/ 2459115 h 2539014"/>
              <a:gd name="connsiteX7" fmla="*/ 0 w 177553"/>
              <a:gd name="connsiteY7" fmla="*/ 2297837 h 2539014"/>
              <a:gd name="connsiteX8" fmla="*/ 8877 w 177553"/>
              <a:gd name="connsiteY8" fmla="*/ 152401 h 2539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553" h="2539014">
                <a:moveTo>
                  <a:pt x="8877" y="152401"/>
                </a:moveTo>
                <a:cubicBezTo>
                  <a:pt x="8877" y="131971"/>
                  <a:pt x="25438" y="26633"/>
                  <a:pt x="45868" y="26633"/>
                </a:cubicBezTo>
                <a:lnTo>
                  <a:pt x="140562" y="0"/>
                </a:lnTo>
                <a:cubicBezTo>
                  <a:pt x="160992" y="0"/>
                  <a:pt x="177553" y="16561"/>
                  <a:pt x="177553" y="36991"/>
                </a:cubicBezTo>
                <a:lnTo>
                  <a:pt x="177553" y="2502023"/>
                </a:lnTo>
                <a:cubicBezTo>
                  <a:pt x="177553" y="2522453"/>
                  <a:pt x="160992" y="2539014"/>
                  <a:pt x="140562" y="2539014"/>
                </a:cubicBezTo>
                <a:lnTo>
                  <a:pt x="36991" y="2459115"/>
                </a:lnTo>
                <a:cubicBezTo>
                  <a:pt x="16561" y="2459115"/>
                  <a:pt x="0" y="2318267"/>
                  <a:pt x="0" y="2297837"/>
                </a:cubicBezTo>
                <a:cubicBezTo>
                  <a:pt x="0" y="1476160"/>
                  <a:pt x="8877" y="974078"/>
                  <a:pt x="8877" y="152401"/>
                </a:cubicBezTo>
                <a:close/>
              </a:path>
            </a:pathLst>
          </a:custGeom>
          <a:solidFill>
            <a:schemeClr val="bg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 dirty="0"/>
          </a:p>
        </p:txBody>
      </p:sp>
      <p:sp>
        <p:nvSpPr>
          <p:cNvPr id="52" name="مستطيل: زوايا مستديرة 79">
            <a:extLst>
              <a:ext uri="{FF2B5EF4-FFF2-40B4-BE49-F238E27FC236}">
                <a16:creationId xmlns:a16="http://schemas.microsoft.com/office/drawing/2014/main" id="{4EF19317-29CC-44B9-9EE3-5663CB300F15}"/>
              </a:ext>
            </a:extLst>
          </p:cNvPr>
          <p:cNvSpPr/>
          <p:nvPr/>
        </p:nvSpPr>
        <p:spPr>
          <a:xfrm rot="10800000">
            <a:off x="5658845" y="2950704"/>
            <a:ext cx="299117" cy="2691414"/>
          </a:xfrm>
          <a:custGeom>
            <a:avLst/>
            <a:gdLst>
              <a:gd name="connsiteX0" fmla="*/ 0 w 221942"/>
              <a:gd name="connsiteY0" fmla="*/ 36991 h 2539014"/>
              <a:gd name="connsiteX1" fmla="*/ 36991 w 221942"/>
              <a:gd name="connsiteY1" fmla="*/ 0 h 2539014"/>
              <a:gd name="connsiteX2" fmla="*/ 184951 w 221942"/>
              <a:gd name="connsiteY2" fmla="*/ 0 h 2539014"/>
              <a:gd name="connsiteX3" fmla="*/ 221942 w 221942"/>
              <a:gd name="connsiteY3" fmla="*/ 36991 h 2539014"/>
              <a:gd name="connsiteX4" fmla="*/ 221942 w 221942"/>
              <a:gd name="connsiteY4" fmla="*/ 2502023 h 2539014"/>
              <a:gd name="connsiteX5" fmla="*/ 184951 w 221942"/>
              <a:gd name="connsiteY5" fmla="*/ 2539014 h 2539014"/>
              <a:gd name="connsiteX6" fmla="*/ 36991 w 221942"/>
              <a:gd name="connsiteY6" fmla="*/ 2539014 h 2539014"/>
              <a:gd name="connsiteX7" fmla="*/ 0 w 221942"/>
              <a:gd name="connsiteY7" fmla="*/ 2502023 h 2539014"/>
              <a:gd name="connsiteX8" fmla="*/ 0 w 221942"/>
              <a:gd name="connsiteY8" fmla="*/ 36991 h 2539014"/>
              <a:gd name="connsiteX0" fmla="*/ 53266 w 221942"/>
              <a:gd name="connsiteY0" fmla="*/ 152401 h 2539014"/>
              <a:gd name="connsiteX1" fmla="*/ 36991 w 221942"/>
              <a:gd name="connsiteY1" fmla="*/ 0 h 2539014"/>
              <a:gd name="connsiteX2" fmla="*/ 184951 w 221942"/>
              <a:gd name="connsiteY2" fmla="*/ 0 h 2539014"/>
              <a:gd name="connsiteX3" fmla="*/ 221942 w 221942"/>
              <a:gd name="connsiteY3" fmla="*/ 36991 h 2539014"/>
              <a:gd name="connsiteX4" fmla="*/ 221942 w 221942"/>
              <a:gd name="connsiteY4" fmla="*/ 2502023 h 2539014"/>
              <a:gd name="connsiteX5" fmla="*/ 184951 w 221942"/>
              <a:gd name="connsiteY5" fmla="*/ 2539014 h 2539014"/>
              <a:gd name="connsiteX6" fmla="*/ 36991 w 221942"/>
              <a:gd name="connsiteY6" fmla="*/ 2539014 h 2539014"/>
              <a:gd name="connsiteX7" fmla="*/ 0 w 221942"/>
              <a:gd name="connsiteY7" fmla="*/ 2502023 h 2539014"/>
              <a:gd name="connsiteX8" fmla="*/ 53266 w 221942"/>
              <a:gd name="connsiteY8" fmla="*/ 152401 h 2539014"/>
              <a:gd name="connsiteX0" fmla="*/ 23768 w 192444"/>
              <a:gd name="connsiteY0" fmla="*/ 152401 h 2539014"/>
              <a:gd name="connsiteX1" fmla="*/ 7493 w 192444"/>
              <a:gd name="connsiteY1" fmla="*/ 0 h 2539014"/>
              <a:gd name="connsiteX2" fmla="*/ 155453 w 192444"/>
              <a:gd name="connsiteY2" fmla="*/ 0 h 2539014"/>
              <a:gd name="connsiteX3" fmla="*/ 192444 w 192444"/>
              <a:gd name="connsiteY3" fmla="*/ 36991 h 2539014"/>
              <a:gd name="connsiteX4" fmla="*/ 192444 w 192444"/>
              <a:gd name="connsiteY4" fmla="*/ 2502023 h 2539014"/>
              <a:gd name="connsiteX5" fmla="*/ 155453 w 192444"/>
              <a:gd name="connsiteY5" fmla="*/ 2539014 h 2539014"/>
              <a:gd name="connsiteX6" fmla="*/ 7493 w 192444"/>
              <a:gd name="connsiteY6" fmla="*/ 2539014 h 2539014"/>
              <a:gd name="connsiteX7" fmla="*/ 14891 w 192444"/>
              <a:gd name="connsiteY7" fmla="*/ 2297837 h 2539014"/>
              <a:gd name="connsiteX8" fmla="*/ 23768 w 192444"/>
              <a:gd name="connsiteY8" fmla="*/ 152401 h 2539014"/>
              <a:gd name="connsiteX0" fmla="*/ 22463 w 191139"/>
              <a:gd name="connsiteY0" fmla="*/ 152401 h 2539014"/>
              <a:gd name="connsiteX1" fmla="*/ 6188 w 191139"/>
              <a:gd name="connsiteY1" fmla="*/ 0 h 2539014"/>
              <a:gd name="connsiteX2" fmla="*/ 154148 w 191139"/>
              <a:gd name="connsiteY2" fmla="*/ 0 h 2539014"/>
              <a:gd name="connsiteX3" fmla="*/ 191139 w 191139"/>
              <a:gd name="connsiteY3" fmla="*/ 36991 h 2539014"/>
              <a:gd name="connsiteX4" fmla="*/ 191139 w 191139"/>
              <a:gd name="connsiteY4" fmla="*/ 2502023 h 2539014"/>
              <a:gd name="connsiteX5" fmla="*/ 154148 w 191139"/>
              <a:gd name="connsiteY5" fmla="*/ 2539014 h 2539014"/>
              <a:gd name="connsiteX6" fmla="*/ 50577 w 191139"/>
              <a:gd name="connsiteY6" fmla="*/ 2459115 h 2539014"/>
              <a:gd name="connsiteX7" fmla="*/ 13586 w 191139"/>
              <a:gd name="connsiteY7" fmla="*/ 2297837 h 2539014"/>
              <a:gd name="connsiteX8" fmla="*/ 22463 w 191139"/>
              <a:gd name="connsiteY8" fmla="*/ 152401 h 2539014"/>
              <a:gd name="connsiteX0" fmla="*/ 8877 w 177553"/>
              <a:gd name="connsiteY0" fmla="*/ 152401 h 2539014"/>
              <a:gd name="connsiteX1" fmla="*/ 45868 w 177553"/>
              <a:gd name="connsiteY1" fmla="*/ 26633 h 2539014"/>
              <a:gd name="connsiteX2" fmla="*/ 140562 w 177553"/>
              <a:gd name="connsiteY2" fmla="*/ 0 h 2539014"/>
              <a:gd name="connsiteX3" fmla="*/ 177553 w 177553"/>
              <a:gd name="connsiteY3" fmla="*/ 36991 h 2539014"/>
              <a:gd name="connsiteX4" fmla="*/ 177553 w 177553"/>
              <a:gd name="connsiteY4" fmla="*/ 2502023 h 2539014"/>
              <a:gd name="connsiteX5" fmla="*/ 140562 w 177553"/>
              <a:gd name="connsiteY5" fmla="*/ 2539014 h 2539014"/>
              <a:gd name="connsiteX6" fmla="*/ 36991 w 177553"/>
              <a:gd name="connsiteY6" fmla="*/ 2459115 h 2539014"/>
              <a:gd name="connsiteX7" fmla="*/ 0 w 177553"/>
              <a:gd name="connsiteY7" fmla="*/ 2297837 h 2539014"/>
              <a:gd name="connsiteX8" fmla="*/ 8877 w 177553"/>
              <a:gd name="connsiteY8" fmla="*/ 152401 h 2539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553" h="2539014">
                <a:moveTo>
                  <a:pt x="8877" y="152401"/>
                </a:moveTo>
                <a:cubicBezTo>
                  <a:pt x="8877" y="131971"/>
                  <a:pt x="25438" y="26633"/>
                  <a:pt x="45868" y="26633"/>
                </a:cubicBezTo>
                <a:lnTo>
                  <a:pt x="140562" y="0"/>
                </a:lnTo>
                <a:cubicBezTo>
                  <a:pt x="160992" y="0"/>
                  <a:pt x="177553" y="16561"/>
                  <a:pt x="177553" y="36991"/>
                </a:cubicBezTo>
                <a:lnTo>
                  <a:pt x="177553" y="2502023"/>
                </a:lnTo>
                <a:cubicBezTo>
                  <a:pt x="177553" y="2522453"/>
                  <a:pt x="160992" y="2539014"/>
                  <a:pt x="140562" y="2539014"/>
                </a:cubicBezTo>
                <a:lnTo>
                  <a:pt x="36991" y="2459115"/>
                </a:lnTo>
                <a:cubicBezTo>
                  <a:pt x="16561" y="2459115"/>
                  <a:pt x="0" y="2318267"/>
                  <a:pt x="0" y="2297837"/>
                </a:cubicBezTo>
                <a:cubicBezTo>
                  <a:pt x="0" y="1476160"/>
                  <a:pt x="8877" y="974078"/>
                  <a:pt x="8877" y="152401"/>
                </a:cubicBezTo>
                <a:close/>
              </a:path>
            </a:pathLst>
          </a:custGeom>
          <a:solidFill>
            <a:schemeClr val="bg1"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 dirty="0"/>
          </a:p>
        </p:txBody>
      </p:sp>
      <p:sp>
        <p:nvSpPr>
          <p:cNvPr id="55" name="Oval 15454">
            <a:extLst>
              <a:ext uri="{FF2B5EF4-FFF2-40B4-BE49-F238E27FC236}">
                <a16:creationId xmlns:a16="http://schemas.microsoft.com/office/drawing/2014/main" id="{310EA6DA-2BA7-4D5B-A497-378C73F9BF7E}"/>
              </a:ext>
            </a:extLst>
          </p:cNvPr>
          <p:cNvSpPr/>
          <p:nvPr/>
        </p:nvSpPr>
        <p:spPr>
          <a:xfrm>
            <a:off x="6168626" y="5517306"/>
            <a:ext cx="200776" cy="201812"/>
          </a:xfrm>
          <a:prstGeom prst="ellipse">
            <a:avLst/>
          </a:prstGeom>
          <a:solidFill>
            <a:schemeClr val="bg1">
              <a:lumMod val="95000"/>
              <a:alpha val="63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ar-SA" sz="6000" dirty="0"/>
          </a:p>
        </p:txBody>
      </p:sp>
      <p:sp>
        <p:nvSpPr>
          <p:cNvPr id="56" name="Oval 15454">
            <a:extLst>
              <a:ext uri="{FF2B5EF4-FFF2-40B4-BE49-F238E27FC236}">
                <a16:creationId xmlns:a16="http://schemas.microsoft.com/office/drawing/2014/main" id="{5272E5A4-8DED-4282-92EE-41651A3E4161}"/>
              </a:ext>
            </a:extLst>
          </p:cNvPr>
          <p:cNvSpPr/>
          <p:nvPr/>
        </p:nvSpPr>
        <p:spPr>
          <a:xfrm>
            <a:off x="5906352" y="5442043"/>
            <a:ext cx="92602" cy="92602"/>
          </a:xfrm>
          <a:prstGeom prst="ellipse">
            <a:avLst/>
          </a:prstGeom>
          <a:solidFill>
            <a:schemeClr val="bg1">
              <a:lumMod val="95000"/>
              <a:alpha val="63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ar-SA" sz="6000" dirty="0"/>
          </a:p>
        </p:txBody>
      </p:sp>
      <p:sp>
        <p:nvSpPr>
          <p:cNvPr id="57" name="Oval 15454">
            <a:extLst>
              <a:ext uri="{FF2B5EF4-FFF2-40B4-BE49-F238E27FC236}">
                <a16:creationId xmlns:a16="http://schemas.microsoft.com/office/drawing/2014/main" id="{2A10BDED-BD95-4EEE-834A-31842C0D21E1}"/>
              </a:ext>
            </a:extLst>
          </p:cNvPr>
          <p:cNvSpPr/>
          <p:nvPr/>
        </p:nvSpPr>
        <p:spPr>
          <a:xfrm>
            <a:off x="6058752" y="5594443"/>
            <a:ext cx="92602" cy="92602"/>
          </a:xfrm>
          <a:prstGeom prst="ellipse">
            <a:avLst/>
          </a:prstGeom>
          <a:solidFill>
            <a:schemeClr val="bg1">
              <a:lumMod val="95000"/>
              <a:alpha val="63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ar-SA" sz="6000" dirty="0"/>
          </a:p>
        </p:txBody>
      </p:sp>
      <p:sp>
        <p:nvSpPr>
          <p:cNvPr id="58" name="Oval 15454">
            <a:extLst>
              <a:ext uri="{FF2B5EF4-FFF2-40B4-BE49-F238E27FC236}">
                <a16:creationId xmlns:a16="http://schemas.microsoft.com/office/drawing/2014/main" id="{E0797141-E555-42F9-9BE0-C3D97435C11E}"/>
              </a:ext>
            </a:extLst>
          </p:cNvPr>
          <p:cNvSpPr/>
          <p:nvPr/>
        </p:nvSpPr>
        <p:spPr>
          <a:xfrm>
            <a:off x="6211152" y="5746843"/>
            <a:ext cx="92602" cy="92602"/>
          </a:xfrm>
          <a:prstGeom prst="ellipse">
            <a:avLst/>
          </a:prstGeom>
          <a:solidFill>
            <a:schemeClr val="bg1">
              <a:lumMod val="95000"/>
              <a:alpha val="63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ar-SA" sz="6000" dirty="0"/>
          </a:p>
        </p:txBody>
      </p:sp>
      <p:sp>
        <p:nvSpPr>
          <p:cNvPr id="72" name="Oval 15454">
            <a:extLst>
              <a:ext uri="{FF2B5EF4-FFF2-40B4-BE49-F238E27FC236}">
                <a16:creationId xmlns:a16="http://schemas.microsoft.com/office/drawing/2014/main" id="{8CFCF661-AFB7-494A-AA00-F505F2971C28}"/>
              </a:ext>
            </a:extLst>
          </p:cNvPr>
          <p:cNvSpPr/>
          <p:nvPr/>
        </p:nvSpPr>
        <p:spPr>
          <a:xfrm>
            <a:off x="5844012" y="5660384"/>
            <a:ext cx="138904" cy="138904"/>
          </a:xfrm>
          <a:prstGeom prst="ellipse">
            <a:avLst/>
          </a:prstGeom>
          <a:solidFill>
            <a:schemeClr val="bg1">
              <a:lumMod val="95000"/>
              <a:alpha val="63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ar-SA" sz="6000" dirty="0"/>
          </a:p>
        </p:txBody>
      </p:sp>
      <p:sp>
        <p:nvSpPr>
          <p:cNvPr id="73" name="Oval 15454">
            <a:extLst>
              <a:ext uri="{FF2B5EF4-FFF2-40B4-BE49-F238E27FC236}">
                <a16:creationId xmlns:a16="http://schemas.microsoft.com/office/drawing/2014/main" id="{71F0A927-A89F-4506-B5E8-7F188FC05045}"/>
              </a:ext>
            </a:extLst>
          </p:cNvPr>
          <p:cNvSpPr/>
          <p:nvPr/>
        </p:nvSpPr>
        <p:spPr>
          <a:xfrm>
            <a:off x="5996412" y="5812784"/>
            <a:ext cx="138904" cy="138904"/>
          </a:xfrm>
          <a:prstGeom prst="ellipse">
            <a:avLst/>
          </a:prstGeom>
          <a:solidFill>
            <a:schemeClr val="bg1">
              <a:lumMod val="95000"/>
              <a:alpha val="63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ar-SA" sz="6000" dirty="0"/>
          </a:p>
        </p:txBody>
      </p:sp>
      <p:sp>
        <p:nvSpPr>
          <p:cNvPr id="76" name="Oval 15454">
            <a:extLst>
              <a:ext uri="{FF2B5EF4-FFF2-40B4-BE49-F238E27FC236}">
                <a16:creationId xmlns:a16="http://schemas.microsoft.com/office/drawing/2014/main" id="{41D58FBA-B6D0-41C6-806D-1DE2E6D427E8}"/>
              </a:ext>
            </a:extLst>
          </p:cNvPr>
          <p:cNvSpPr/>
          <p:nvPr/>
        </p:nvSpPr>
        <p:spPr>
          <a:xfrm>
            <a:off x="5696138" y="5702639"/>
            <a:ext cx="138904" cy="138904"/>
          </a:xfrm>
          <a:prstGeom prst="ellipse">
            <a:avLst/>
          </a:prstGeom>
          <a:solidFill>
            <a:schemeClr val="bg1">
              <a:lumMod val="95000"/>
              <a:alpha val="63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ar-SA" sz="6000" dirty="0"/>
          </a:p>
        </p:txBody>
      </p:sp>
      <p:sp>
        <p:nvSpPr>
          <p:cNvPr id="77" name="Oval 15454">
            <a:extLst>
              <a:ext uri="{FF2B5EF4-FFF2-40B4-BE49-F238E27FC236}">
                <a16:creationId xmlns:a16="http://schemas.microsoft.com/office/drawing/2014/main" id="{7D8FFE4A-E7D9-4CF7-AA08-30AFF30FD311}"/>
              </a:ext>
            </a:extLst>
          </p:cNvPr>
          <p:cNvSpPr/>
          <p:nvPr/>
        </p:nvSpPr>
        <p:spPr>
          <a:xfrm>
            <a:off x="5985858" y="5358601"/>
            <a:ext cx="138904" cy="138904"/>
          </a:xfrm>
          <a:prstGeom prst="ellipse">
            <a:avLst/>
          </a:prstGeom>
          <a:solidFill>
            <a:schemeClr val="bg1">
              <a:lumMod val="95000"/>
              <a:alpha val="63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ar-SA" sz="6000" dirty="0"/>
          </a:p>
        </p:txBody>
      </p:sp>
      <p:sp>
        <p:nvSpPr>
          <p:cNvPr id="78" name="Text Box 10277">
            <a:extLst>
              <a:ext uri="{FF2B5EF4-FFF2-40B4-BE49-F238E27FC236}">
                <a16:creationId xmlns:a16="http://schemas.microsoft.com/office/drawing/2014/main" id="{E62B266F-D400-4FB4-9049-C94E6D287079}"/>
              </a:ext>
            </a:extLst>
          </p:cNvPr>
          <p:cNvSpPr txBox="1"/>
          <p:nvPr/>
        </p:nvSpPr>
        <p:spPr>
          <a:xfrm flipH="1">
            <a:off x="-3055354" y="6329167"/>
            <a:ext cx="11118697" cy="690333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80000"/>
              </a:lnSpc>
              <a:spcAft>
                <a:spcPts val="1000"/>
              </a:spcAft>
              <a:tabLst>
                <a:tab pos="111125" algn="l"/>
              </a:tabLst>
            </a:pPr>
            <a:r>
              <a:rPr lang="ar-DZ" sz="28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lWatanHeadlines-Bold" panose="00000700000000000000" pitchFamily="2" charset="-78"/>
              </a:rPr>
              <a:t> تفاعل محلول حمض كلور الماء مع معدن الحديد </a:t>
            </a:r>
            <a:endParaRPr lang="en-US" sz="36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lWatanHeadlines-Bold" panose="00000700000000000000" pitchFamily="2" charset="-78"/>
            </a:endParaRPr>
          </a:p>
        </p:txBody>
      </p:sp>
      <p:sp>
        <p:nvSpPr>
          <p:cNvPr id="79" name="Text Box 10277">
            <a:extLst>
              <a:ext uri="{FF2B5EF4-FFF2-40B4-BE49-F238E27FC236}">
                <a16:creationId xmlns:a16="http://schemas.microsoft.com/office/drawing/2014/main" id="{CFAE3920-BE05-471F-904F-9ACD636C5186}"/>
              </a:ext>
            </a:extLst>
          </p:cNvPr>
          <p:cNvSpPr txBox="1"/>
          <p:nvPr/>
        </p:nvSpPr>
        <p:spPr>
          <a:xfrm flipH="1">
            <a:off x="7203901" y="838114"/>
            <a:ext cx="4475792" cy="1155089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80000"/>
              </a:lnSpc>
              <a:spcAft>
                <a:spcPts val="1000"/>
              </a:spcAft>
              <a:tabLst>
                <a:tab pos="111125" algn="l"/>
              </a:tabLst>
            </a:pPr>
            <a:r>
              <a:rPr lang="ar-DZ" sz="4400" dirty="0">
                <a:solidFill>
                  <a:schemeClr val="accent6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lWatanHeadlines-Bold" panose="00000700000000000000" pitchFamily="2" charset="-78"/>
              </a:rPr>
              <a:t> الكشف عن الغاز المنطلق :  </a:t>
            </a:r>
            <a:endParaRPr lang="en-US" sz="54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lWatanHeadlines-Bold" panose="00000700000000000000" pitchFamily="2" charset="-78"/>
            </a:endParaRPr>
          </a:p>
        </p:txBody>
      </p:sp>
      <p:sp>
        <p:nvSpPr>
          <p:cNvPr id="80" name="Text Box 10277">
            <a:extLst>
              <a:ext uri="{FF2B5EF4-FFF2-40B4-BE49-F238E27FC236}">
                <a16:creationId xmlns:a16="http://schemas.microsoft.com/office/drawing/2014/main" id="{A8C4BE69-457B-4C61-AA0D-2F001F8D8D39}"/>
              </a:ext>
            </a:extLst>
          </p:cNvPr>
          <p:cNvSpPr txBox="1"/>
          <p:nvPr/>
        </p:nvSpPr>
        <p:spPr>
          <a:xfrm flipH="1">
            <a:off x="7315739" y="2851455"/>
            <a:ext cx="4475792" cy="1155089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80000"/>
              </a:lnSpc>
              <a:spcAft>
                <a:spcPts val="1000"/>
              </a:spcAft>
              <a:tabLst>
                <a:tab pos="111125" algn="l"/>
              </a:tabLst>
            </a:pPr>
            <a:r>
              <a:rPr lang="ar-DZ" sz="4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AlWatanHeadlines-Bold" panose="00000700000000000000" pitchFamily="2" charset="-78"/>
              </a:rPr>
              <a:t>إذا الغاز المنطلق هو غاز الهيدروجين </a:t>
            </a:r>
            <a:r>
              <a:rPr lang="fr-FR" sz="4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</a:t>
            </a:r>
            <a:r>
              <a:rPr lang="fr-FR" sz="4400" b="1" baseline="-25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2</a:t>
            </a:r>
            <a:endParaRPr lang="en-US" sz="54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lWatanHeadlines-Bold" panose="00000700000000000000" pitchFamily="2" charset="-7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386552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482"/>
    </mc:Choice>
    <mc:Fallback>
      <p:transition spd="slow" advTm="13482"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2" presetID="0" presetClass="path" presetSubtype="0" repeatCount="indefinite" fill="hold" grpId="0" nodeType="afterEffect" p14:presetBounceEnd="15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0013 0.00185 L 0.0056 -0.21435 " pathEditMode="relative" rAng="0" ptsTypes="AA" p14:bounceEnd="15000">
                                          <p:cBhvr>
                                            <p:cTn id="23" dur="20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86" y="-1081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4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25" presetID="0" presetClass="path" presetSubtype="0" repeatCount="indefinite" fill="hold" grpId="0" nodeType="afterEffect" p14:presetBounceEnd="15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0013 0.00185 L 0.0004 -0.18982 " pathEditMode="relative" rAng="0" ptsTypes="AA" p14:bounceEnd="15000">
                                          <p:cBhvr>
                                            <p:cTn id="26" dur="20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6" y="-9583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28" presetID="0" presetClass="path" presetSubtype="0" repeatCount="indefinite" fill="hold" grpId="0" nodeType="afterEffect" p14:presetBounceEnd="15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0013 0.00185 L 0.0013 -0.22894 " pathEditMode="relative" rAng="0" ptsTypes="AA" p14:bounceEnd="15000">
                                          <p:cBhvr>
                                            <p:cTn id="29" dur="200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5" y="-11551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6000"/>
                                </p:stCondLst>
                                <p:childTnLst>
                                  <p:par>
                                    <p:cTn id="31" presetID="0" presetClass="path" presetSubtype="0" repeatCount="indefinite" fill="hold" grpId="0" nodeType="afterEffect" p14:presetBounceEnd="15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0013 0.00185 L 0.00625 -0.25116 " pathEditMode="relative" rAng="0" ptsTypes="AA" p14:bounceEnd="15000">
                                          <p:cBhvr>
                                            <p:cTn id="32" dur="20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13" y="-12662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3" fill="hold">
                                <p:stCondLst>
                                  <p:cond delay="8000"/>
                                </p:stCondLst>
                                <p:childTnLst>
                                  <p:par>
                                    <p:cTn id="34" presetID="0" presetClass="path" presetSubtype="0" repeatCount="indefinite" fill="hold" grpId="0" nodeType="afterEffect" p14:presetBounceEnd="15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0013 0.00186 L 0.0056 -0.21435 " pathEditMode="relative" rAng="0" ptsTypes="AA" p14:bounceEnd="15000">
                                          <p:cBhvr>
                                            <p:cTn id="35" dur="20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86" y="-1081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6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37" presetID="0" presetClass="path" presetSubtype="0" repeatCount="indefinite" fill="hold" grpId="0" nodeType="afterEffect" p14:presetBounceEnd="15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0013 0.00185 L 0.00625 -0.25116 " pathEditMode="relative" rAng="0" ptsTypes="AA" p14:bounceEnd="15000">
                                          <p:cBhvr>
                                            <p:cTn id="38" dur="2000" fill="hold"/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13" y="-12662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12000"/>
                                </p:stCondLst>
                                <p:childTnLst>
                                  <p:par>
                                    <p:cTn id="40" presetID="0" presetClass="path" presetSubtype="0" repeatCount="indefinite" fill="hold" grpId="0" nodeType="afterEffect" p14:presetBounceEnd="15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0013 0.00185 L 0.0056 -0.21435 " pathEditMode="relative" rAng="0" ptsTypes="AA" p14:bounceEnd="15000">
                                          <p:cBhvr>
                                            <p:cTn id="41" dur="20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86" y="-1081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2" fill="hold">
                                <p:stCondLst>
                                  <p:cond delay="14000"/>
                                </p:stCondLst>
                                <p:childTnLst>
                                  <p:par>
                                    <p:cTn id="43" presetID="0" presetClass="path" presetSubtype="0" repeatCount="indefinite" fill="hold" grpId="0" nodeType="afterEffect" p14:presetBounceEnd="15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0013 0.00185 L 0.00742 -0.24931 " pathEditMode="relative" rAng="0" ptsTypes="AA" p14:bounceEnd="15000">
                                          <p:cBhvr>
                                            <p:cTn id="44" dur="20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78" y="-1256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5" fill="hold">
                          <p:stCondLst>
                            <p:cond delay="indefinite"/>
                          </p:stCondLst>
                          <p:childTnLst>
                            <p:par>
                              <p:cTn id="4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7" presetID="0" presetClass="path" presetSubtype="0" accel="50000" decel="5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8.33333E-7 -4.81481E-6 L 0.22721 0.11737 " pathEditMode="relative" rAng="0" ptsTypes="AA">
                                          <p:cBhvr>
                                            <p:cTn id="48" dur="2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1328" y="5856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9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50" presetID="2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52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50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3" name="suction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53" presetID="64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33333E-6 -4.81481E-6 L 0.0017 -0.08495 " pathEditMode="relative" rAng="0" ptsTypes="AA">
                                          <p:cBhvr>
                                            <p:cTn id="54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78" y="-425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5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7" fill="hold">
                          <p:stCondLst>
                            <p:cond delay="indefinite"/>
                          </p:stCondLst>
                          <p:childTnLst>
                            <p:par>
                              <p:cTn id="5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9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8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3" grpId="0"/>
          <p:bldP spid="55" grpId="0" animBg="1"/>
          <p:bldP spid="55" grpId="1" animBg="1"/>
          <p:bldP spid="56" grpId="0" animBg="1"/>
          <p:bldP spid="56" grpId="1" animBg="1"/>
          <p:bldP spid="57" grpId="0" animBg="1"/>
          <p:bldP spid="57" grpId="1" animBg="1"/>
          <p:bldP spid="58" grpId="0" animBg="1"/>
          <p:bldP spid="58" grpId="1" animBg="1"/>
          <p:bldP spid="72" grpId="0" animBg="1"/>
          <p:bldP spid="72" grpId="1" animBg="1"/>
          <p:bldP spid="73" grpId="0" animBg="1"/>
          <p:bldP spid="73" grpId="1" animBg="1"/>
          <p:bldP spid="76" grpId="0" animBg="1"/>
          <p:bldP spid="76" grpId="1" animBg="1"/>
          <p:bldP spid="77" grpId="0" animBg="1"/>
          <p:bldP spid="77" grpId="1" animBg="1"/>
          <p:bldP spid="80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" presetID="1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2" presetID="0" presetClass="path" presetSubtype="0" repeatCount="indefinite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0013 0.00185 L 0.0056 -0.21435 " pathEditMode="relative" rAng="0" ptsTypes="AA">
                                          <p:cBhvr>
                                            <p:cTn id="23" dur="20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86" y="-1081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4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25" presetID="0" presetClass="path" presetSubtype="0" repeatCount="indefinite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0013 0.00185 L 0.0004 -0.18982 " pathEditMode="relative" rAng="0" ptsTypes="AA">
                                          <p:cBhvr>
                                            <p:cTn id="26" dur="20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6" y="-9583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28" presetID="0" presetClass="path" presetSubtype="0" repeatCount="indefinite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0013 0.00185 L 0.0013 -0.22894 " pathEditMode="relative" rAng="0" ptsTypes="AA">
                                          <p:cBhvr>
                                            <p:cTn id="29" dur="200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65" y="-11551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6000"/>
                                </p:stCondLst>
                                <p:childTnLst>
                                  <p:par>
                                    <p:cTn id="31" presetID="0" presetClass="path" presetSubtype="0" repeatCount="indefinite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0013 0.00185 L 0.00625 -0.25116 " pathEditMode="relative" rAng="0" ptsTypes="AA">
                                          <p:cBhvr>
                                            <p:cTn id="32" dur="20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13" y="-12662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3" fill="hold">
                                <p:stCondLst>
                                  <p:cond delay="8000"/>
                                </p:stCondLst>
                                <p:childTnLst>
                                  <p:par>
                                    <p:cTn id="34" presetID="0" presetClass="path" presetSubtype="0" repeatCount="indefinite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0013 0.00186 L 0.0056 -0.21435 " pathEditMode="relative" rAng="0" ptsTypes="AA">
                                          <p:cBhvr>
                                            <p:cTn id="35" dur="20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86" y="-1081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6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37" presetID="0" presetClass="path" presetSubtype="0" repeatCount="indefinite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0013 0.00185 L 0.00625 -0.25116 " pathEditMode="relative" rAng="0" ptsTypes="AA">
                                          <p:cBhvr>
                                            <p:cTn id="38" dur="2000" fill="hold"/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13" y="-12662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12000"/>
                                </p:stCondLst>
                                <p:childTnLst>
                                  <p:par>
                                    <p:cTn id="40" presetID="0" presetClass="path" presetSubtype="0" repeatCount="indefinite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0013 0.00185 L 0.0056 -0.21435 " pathEditMode="relative" rAng="0" ptsTypes="AA">
                                          <p:cBhvr>
                                            <p:cTn id="41" dur="20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86" y="-1081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2" fill="hold">
                                <p:stCondLst>
                                  <p:cond delay="14000"/>
                                </p:stCondLst>
                                <p:childTnLst>
                                  <p:par>
                                    <p:cTn id="43" presetID="0" presetClass="path" presetSubtype="0" repeatCount="indefinite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0013 0.00185 L 0.00742 -0.24931 " pathEditMode="relative" rAng="0" ptsTypes="AA">
                                          <p:cBhvr>
                                            <p:cTn id="44" dur="20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78" y="-1256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5" fill="hold">
                          <p:stCondLst>
                            <p:cond delay="indefinite"/>
                          </p:stCondLst>
                          <p:childTnLst>
                            <p:par>
                              <p:cTn id="4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7" presetID="0" presetClass="path" presetSubtype="0" accel="50000" decel="5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8.33333E-7 -4.81481E-6 L 0.22721 0.11737 " pathEditMode="relative" rAng="0" ptsTypes="AA">
                                          <p:cBhvr>
                                            <p:cTn id="48" dur="2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1328" y="5856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9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50" presetID="2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52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  <p:subTnLst>
                                        <p:audio>
                                          <p:cMediaNode>
                                            <p:cTn display="0" masterRel="sameClick">
                                              <p:stCondLst>
                                                <p:cond evt="begin" delay="0">
                                                  <p:tn val="50"/>
                                                </p:cond>
                                              </p:stCondLst>
                                              <p:endCondLst>
                                                <p:cond evt="onStopAudio" delay="0">
                                                  <p:tgtEl>
                                                    <p:sldTgt/>
                                                  </p:tgtEl>
                                                </p:cond>
                                              </p:endCondLst>
                                            </p:cTn>
                                            <p:tgtEl>
                                              <p:sndTgt r:embed="rId9" name="suction.wav"/>
                                            </p:tgtEl>
                                          </p:cMediaNode>
                                        </p:audio>
                                      </p:subTnLst>
                                    </p:cTn>
                                  </p:par>
                                  <p:par>
                                    <p:cTn id="53" presetID="64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33333E-6 -4.81481E-6 L 0.0017 -0.08495 " pathEditMode="relative" rAng="0" ptsTypes="AA">
                                          <p:cBhvr>
                                            <p:cTn id="54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78" y="-425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5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7" fill="hold">
                          <p:stCondLst>
                            <p:cond delay="indefinite"/>
                          </p:stCondLst>
                          <p:childTnLst>
                            <p:par>
                              <p:cTn id="5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9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8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3" grpId="0"/>
          <p:bldP spid="55" grpId="0" animBg="1"/>
          <p:bldP spid="55" grpId="1" animBg="1"/>
          <p:bldP spid="56" grpId="0" animBg="1"/>
          <p:bldP spid="56" grpId="1" animBg="1"/>
          <p:bldP spid="57" grpId="0" animBg="1"/>
          <p:bldP spid="57" grpId="1" animBg="1"/>
          <p:bldP spid="58" grpId="0" animBg="1"/>
          <p:bldP spid="58" grpId="1" animBg="1"/>
          <p:bldP spid="72" grpId="0" animBg="1"/>
          <p:bldP spid="72" grpId="1" animBg="1"/>
          <p:bldP spid="73" grpId="0" animBg="1"/>
          <p:bldP spid="73" grpId="1" animBg="1"/>
          <p:bldP spid="76" grpId="0" animBg="1"/>
          <p:bldP spid="76" grpId="1" animBg="1"/>
          <p:bldP spid="77" grpId="0" animBg="1"/>
          <p:bldP spid="77" grpId="1" animBg="1"/>
          <p:bldP spid="80" grpId="0"/>
        </p:bld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2">
            <a:extLst>
              <a:ext uri="{FF2B5EF4-FFF2-40B4-BE49-F238E27FC236}">
                <a16:creationId xmlns:a16="http://schemas.microsoft.com/office/drawing/2014/main" id="{9A6817DD-E16B-4B00-9053-F74A40D490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6936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 Box 15485">
            <a:extLst>
              <a:ext uri="{FF2B5EF4-FFF2-40B4-BE49-F238E27FC236}">
                <a16:creationId xmlns:a16="http://schemas.microsoft.com/office/drawing/2014/main" id="{AFBBF185-4592-4A65-B64A-32EBF05AC2F7}"/>
              </a:ext>
            </a:extLst>
          </p:cNvPr>
          <p:cNvSpPr txBox="1"/>
          <p:nvPr/>
        </p:nvSpPr>
        <p:spPr>
          <a:xfrm>
            <a:off x="-1001428" y="2378048"/>
            <a:ext cx="4374553" cy="1103364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1"/>
            <a:r>
              <a:rPr lang="ar-DZ" sz="2800" dirty="0">
                <a:latin typeface="Calibri" panose="020F0502020204030204" pitchFamily="34" charset="0"/>
                <a:cs typeface="AlWatanHeadlines-Bold" panose="00000700000000000000" pitchFamily="2" charset="-78"/>
              </a:rPr>
              <a:t>محلول هيدروكسيد </a:t>
            </a:r>
          </a:p>
          <a:p>
            <a:pPr algn="ctr" rtl="1"/>
            <a:r>
              <a:rPr lang="ar-DZ" sz="2800" dirty="0">
                <a:latin typeface="Calibri" panose="020F0502020204030204" pitchFamily="34" charset="0"/>
                <a:cs typeface="AlWatanHeadlines-Bold" panose="00000700000000000000" pitchFamily="2" charset="-78"/>
              </a:rPr>
              <a:t>الصوديوم الصودا</a:t>
            </a:r>
            <a:endParaRPr lang="en-US" sz="2800" dirty="0">
              <a:latin typeface="Calibri" panose="020F0502020204030204" pitchFamily="34" charset="0"/>
              <a:cs typeface="AlWatanHeadlines-Bold" panose="00000700000000000000" pitchFamily="2" charset="-78"/>
            </a:endParaRPr>
          </a:p>
          <a:p>
            <a:pPr algn="ctr" rtl="1">
              <a:lnSpc>
                <a:spcPct val="80000"/>
              </a:lnSpc>
              <a:spcAft>
                <a:spcPts val="1000"/>
              </a:spcAft>
            </a:pPr>
            <a:r>
              <a:rPr lang="ar-DZ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ohammad Bold Normal"/>
              </a:rPr>
              <a:t> </a:t>
            </a:r>
            <a:r>
              <a:rPr lang="ar-DZ" sz="5400" b="1" baseline="-25000" dirty="0">
                <a:solidFill>
                  <a:srgbClr val="0D0D0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 </a:t>
            </a: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 rtl="1">
              <a:lnSpc>
                <a:spcPct val="60000"/>
              </a:lnSpc>
              <a:spcAft>
                <a:spcPts val="1000"/>
              </a:spcAft>
            </a:pPr>
            <a:r>
              <a:rPr lang="fr-FR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ohammad Bold Normal"/>
              </a:rPr>
              <a:t> </a:t>
            </a: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35" name="صورة 34">
            <a:extLst>
              <a:ext uri="{FF2B5EF4-FFF2-40B4-BE49-F238E27FC236}">
                <a16:creationId xmlns:a16="http://schemas.microsoft.com/office/drawing/2014/main" id="{13D5E6AA-8520-4472-8311-8B486500D3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10000" r="91622">
                        <a14:backgroundMark x1="61081" y1="13108" x2="61081" y2="13108"/>
                        <a14:backgroundMark x1="61081" y1="10811" x2="56216" y2="56622"/>
                        <a14:backgroundMark x1="34865" y1="13514" x2="36757" y2="76757"/>
                        <a14:backgroundMark x1="43784" y1="1892" x2="52973" y2="25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2365" y="2443468"/>
            <a:ext cx="2156720" cy="3946860"/>
          </a:xfrm>
          <a:prstGeom prst="rect">
            <a:avLst/>
          </a:prstGeom>
        </p:spPr>
      </p:pic>
      <p:sp>
        <p:nvSpPr>
          <p:cNvPr id="37" name="Can 1662">
            <a:extLst>
              <a:ext uri="{FF2B5EF4-FFF2-40B4-BE49-F238E27FC236}">
                <a16:creationId xmlns:a16="http://schemas.microsoft.com/office/drawing/2014/main" id="{33CBB426-18A1-45BB-9BE4-AECC469A05FF}"/>
              </a:ext>
            </a:extLst>
          </p:cNvPr>
          <p:cNvSpPr/>
          <p:nvPr/>
        </p:nvSpPr>
        <p:spPr>
          <a:xfrm>
            <a:off x="7345668" y="3963965"/>
            <a:ext cx="988874" cy="2403046"/>
          </a:xfrm>
          <a:custGeom>
            <a:avLst/>
            <a:gdLst>
              <a:gd name="connsiteX0" fmla="*/ 0 w 430530"/>
              <a:gd name="connsiteY0" fmla="*/ 53816 h 941705"/>
              <a:gd name="connsiteX1" fmla="*/ 215265 w 430530"/>
              <a:gd name="connsiteY1" fmla="*/ 107632 h 941705"/>
              <a:gd name="connsiteX2" fmla="*/ 430530 w 430530"/>
              <a:gd name="connsiteY2" fmla="*/ 53816 h 941705"/>
              <a:gd name="connsiteX3" fmla="*/ 430530 w 430530"/>
              <a:gd name="connsiteY3" fmla="*/ 887889 h 941705"/>
              <a:gd name="connsiteX4" fmla="*/ 215265 w 430530"/>
              <a:gd name="connsiteY4" fmla="*/ 941705 h 941705"/>
              <a:gd name="connsiteX5" fmla="*/ 0 w 430530"/>
              <a:gd name="connsiteY5" fmla="*/ 887889 h 941705"/>
              <a:gd name="connsiteX6" fmla="*/ 0 w 430530"/>
              <a:gd name="connsiteY6" fmla="*/ 53816 h 941705"/>
              <a:gd name="connsiteX0" fmla="*/ 0 w 430530"/>
              <a:gd name="connsiteY0" fmla="*/ 53816 h 941705"/>
              <a:gd name="connsiteX1" fmla="*/ 215265 w 430530"/>
              <a:gd name="connsiteY1" fmla="*/ 0 h 941705"/>
              <a:gd name="connsiteX2" fmla="*/ 430530 w 430530"/>
              <a:gd name="connsiteY2" fmla="*/ 53816 h 941705"/>
              <a:gd name="connsiteX3" fmla="*/ 215265 w 430530"/>
              <a:gd name="connsiteY3" fmla="*/ 107632 h 941705"/>
              <a:gd name="connsiteX4" fmla="*/ 0 w 430530"/>
              <a:gd name="connsiteY4" fmla="*/ 53816 h 941705"/>
              <a:gd name="connsiteX0" fmla="*/ 430530 w 430530"/>
              <a:gd name="connsiteY0" fmla="*/ 53816 h 941705"/>
              <a:gd name="connsiteX1" fmla="*/ 215265 w 430530"/>
              <a:gd name="connsiteY1" fmla="*/ 107632 h 941705"/>
              <a:gd name="connsiteX2" fmla="*/ 0 w 430530"/>
              <a:gd name="connsiteY2" fmla="*/ 53816 h 941705"/>
              <a:gd name="connsiteX3" fmla="*/ 215265 w 430530"/>
              <a:gd name="connsiteY3" fmla="*/ 0 h 941705"/>
              <a:gd name="connsiteX4" fmla="*/ 430530 w 430530"/>
              <a:gd name="connsiteY4" fmla="*/ 53816 h 941705"/>
              <a:gd name="connsiteX5" fmla="*/ 430530 w 430530"/>
              <a:gd name="connsiteY5" fmla="*/ 887889 h 941705"/>
              <a:gd name="connsiteX6" fmla="*/ 215265 w 430530"/>
              <a:gd name="connsiteY6" fmla="*/ 941705 h 941705"/>
              <a:gd name="connsiteX7" fmla="*/ 0 w 430530"/>
              <a:gd name="connsiteY7" fmla="*/ 887889 h 941705"/>
              <a:gd name="connsiteX8" fmla="*/ 0 w 430530"/>
              <a:gd name="connsiteY8" fmla="*/ 53816 h 941705"/>
              <a:gd name="connsiteX0" fmla="*/ 0 w 430530"/>
              <a:gd name="connsiteY0" fmla="*/ 53816 h 1140881"/>
              <a:gd name="connsiteX1" fmla="*/ 215265 w 430530"/>
              <a:gd name="connsiteY1" fmla="*/ 107632 h 1140881"/>
              <a:gd name="connsiteX2" fmla="*/ 430530 w 430530"/>
              <a:gd name="connsiteY2" fmla="*/ 53816 h 1140881"/>
              <a:gd name="connsiteX3" fmla="*/ 430530 w 430530"/>
              <a:gd name="connsiteY3" fmla="*/ 887889 h 1140881"/>
              <a:gd name="connsiteX4" fmla="*/ 215265 w 430530"/>
              <a:gd name="connsiteY4" fmla="*/ 941705 h 1140881"/>
              <a:gd name="connsiteX5" fmla="*/ 0 w 430530"/>
              <a:gd name="connsiteY5" fmla="*/ 887889 h 1140881"/>
              <a:gd name="connsiteX6" fmla="*/ 0 w 430530"/>
              <a:gd name="connsiteY6" fmla="*/ 53816 h 1140881"/>
              <a:gd name="connsiteX0" fmla="*/ 0 w 430530"/>
              <a:gd name="connsiteY0" fmla="*/ 53816 h 1140881"/>
              <a:gd name="connsiteX1" fmla="*/ 215265 w 430530"/>
              <a:gd name="connsiteY1" fmla="*/ 0 h 1140881"/>
              <a:gd name="connsiteX2" fmla="*/ 430530 w 430530"/>
              <a:gd name="connsiteY2" fmla="*/ 53816 h 1140881"/>
              <a:gd name="connsiteX3" fmla="*/ 215265 w 430530"/>
              <a:gd name="connsiteY3" fmla="*/ 107632 h 1140881"/>
              <a:gd name="connsiteX4" fmla="*/ 0 w 430530"/>
              <a:gd name="connsiteY4" fmla="*/ 53816 h 1140881"/>
              <a:gd name="connsiteX0" fmla="*/ 430530 w 430530"/>
              <a:gd name="connsiteY0" fmla="*/ 53816 h 1140881"/>
              <a:gd name="connsiteX1" fmla="*/ 215265 w 430530"/>
              <a:gd name="connsiteY1" fmla="*/ 107632 h 1140881"/>
              <a:gd name="connsiteX2" fmla="*/ 0 w 430530"/>
              <a:gd name="connsiteY2" fmla="*/ 53816 h 1140881"/>
              <a:gd name="connsiteX3" fmla="*/ 215265 w 430530"/>
              <a:gd name="connsiteY3" fmla="*/ 0 h 1140881"/>
              <a:gd name="connsiteX4" fmla="*/ 430530 w 430530"/>
              <a:gd name="connsiteY4" fmla="*/ 53816 h 1140881"/>
              <a:gd name="connsiteX5" fmla="*/ 430530 w 430530"/>
              <a:gd name="connsiteY5" fmla="*/ 887889 h 1140881"/>
              <a:gd name="connsiteX6" fmla="*/ 224318 w 430530"/>
              <a:gd name="connsiteY6" fmla="*/ 1140881 h 1140881"/>
              <a:gd name="connsiteX7" fmla="*/ 0 w 430530"/>
              <a:gd name="connsiteY7" fmla="*/ 887889 h 1140881"/>
              <a:gd name="connsiteX8" fmla="*/ 0 w 430530"/>
              <a:gd name="connsiteY8" fmla="*/ 53816 h 1140881"/>
              <a:gd name="connsiteX0" fmla="*/ 0 w 430530"/>
              <a:gd name="connsiteY0" fmla="*/ 53816 h 1140881"/>
              <a:gd name="connsiteX1" fmla="*/ 215265 w 430530"/>
              <a:gd name="connsiteY1" fmla="*/ 107632 h 1140881"/>
              <a:gd name="connsiteX2" fmla="*/ 430530 w 430530"/>
              <a:gd name="connsiteY2" fmla="*/ 53816 h 1140881"/>
              <a:gd name="connsiteX3" fmla="*/ 430530 w 430530"/>
              <a:gd name="connsiteY3" fmla="*/ 887889 h 1140881"/>
              <a:gd name="connsiteX4" fmla="*/ 206212 w 430530"/>
              <a:gd name="connsiteY4" fmla="*/ 1140881 h 1140881"/>
              <a:gd name="connsiteX5" fmla="*/ 0 w 430530"/>
              <a:gd name="connsiteY5" fmla="*/ 887889 h 1140881"/>
              <a:gd name="connsiteX6" fmla="*/ 0 w 430530"/>
              <a:gd name="connsiteY6" fmla="*/ 53816 h 1140881"/>
              <a:gd name="connsiteX0" fmla="*/ 0 w 430530"/>
              <a:gd name="connsiteY0" fmla="*/ 53816 h 1140881"/>
              <a:gd name="connsiteX1" fmla="*/ 215265 w 430530"/>
              <a:gd name="connsiteY1" fmla="*/ 0 h 1140881"/>
              <a:gd name="connsiteX2" fmla="*/ 430530 w 430530"/>
              <a:gd name="connsiteY2" fmla="*/ 53816 h 1140881"/>
              <a:gd name="connsiteX3" fmla="*/ 215265 w 430530"/>
              <a:gd name="connsiteY3" fmla="*/ 107632 h 1140881"/>
              <a:gd name="connsiteX4" fmla="*/ 0 w 430530"/>
              <a:gd name="connsiteY4" fmla="*/ 53816 h 1140881"/>
              <a:gd name="connsiteX0" fmla="*/ 430530 w 430530"/>
              <a:gd name="connsiteY0" fmla="*/ 53816 h 1140881"/>
              <a:gd name="connsiteX1" fmla="*/ 215265 w 430530"/>
              <a:gd name="connsiteY1" fmla="*/ 107632 h 1140881"/>
              <a:gd name="connsiteX2" fmla="*/ 0 w 430530"/>
              <a:gd name="connsiteY2" fmla="*/ 53816 h 1140881"/>
              <a:gd name="connsiteX3" fmla="*/ 215265 w 430530"/>
              <a:gd name="connsiteY3" fmla="*/ 0 h 1140881"/>
              <a:gd name="connsiteX4" fmla="*/ 430530 w 430530"/>
              <a:gd name="connsiteY4" fmla="*/ 53816 h 1140881"/>
              <a:gd name="connsiteX5" fmla="*/ 430530 w 430530"/>
              <a:gd name="connsiteY5" fmla="*/ 887889 h 1140881"/>
              <a:gd name="connsiteX6" fmla="*/ 224318 w 430530"/>
              <a:gd name="connsiteY6" fmla="*/ 1140881 h 1140881"/>
              <a:gd name="connsiteX7" fmla="*/ 0 w 430530"/>
              <a:gd name="connsiteY7" fmla="*/ 887889 h 1140881"/>
              <a:gd name="connsiteX8" fmla="*/ 0 w 430530"/>
              <a:gd name="connsiteY8" fmla="*/ 53816 h 1140881"/>
              <a:gd name="connsiteX0" fmla="*/ 0 w 430530"/>
              <a:gd name="connsiteY0" fmla="*/ 53816 h 1140881"/>
              <a:gd name="connsiteX1" fmla="*/ 215265 w 430530"/>
              <a:gd name="connsiteY1" fmla="*/ 107632 h 1140881"/>
              <a:gd name="connsiteX2" fmla="*/ 430530 w 430530"/>
              <a:gd name="connsiteY2" fmla="*/ 53816 h 1140881"/>
              <a:gd name="connsiteX3" fmla="*/ 430530 w 430530"/>
              <a:gd name="connsiteY3" fmla="*/ 887889 h 1140881"/>
              <a:gd name="connsiteX4" fmla="*/ 206212 w 430530"/>
              <a:gd name="connsiteY4" fmla="*/ 1140881 h 1140881"/>
              <a:gd name="connsiteX5" fmla="*/ 0 w 430530"/>
              <a:gd name="connsiteY5" fmla="*/ 887889 h 1140881"/>
              <a:gd name="connsiteX6" fmla="*/ 0 w 430530"/>
              <a:gd name="connsiteY6" fmla="*/ 53816 h 1140881"/>
              <a:gd name="connsiteX0" fmla="*/ 0 w 430530"/>
              <a:gd name="connsiteY0" fmla="*/ 53816 h 1140881"/>
              <a:gd name="connsiteX1" fmla="*/ 215265 w 430530"/>
              <a:gd name="connsiteY1" fmla="*/ 0 h 1140881"/>
              <a:gd name="connsiteX2" fmla="*/ 430530 w 430530"/>
              <a:gd name="connsiteY2" fmla="*/ 53816 h 1140881"/>
              <a:gd name="connsiteX3" fmla="*/ 215265 w 430530"/>
              <a:gd name="connsiteY3" fmla="*/ 107632 h 1140881"/>
              <a:gd name="connsiteX4" fmla="*/ 0 w 430530"/>
              <a:gd name="connsiteY4" fmla="*/ 53816 h 1140881"/>
              <a:gd name="connsiteX0" fmla="*/ 430530 w 430530"/>
              <a:gd name="connsiteY0" fmla="*/ 53816 h 1140881"/>
              <a:gd name="connsiteX1" fmla="*/ 215265 w 430530"/>
              <a:gd name="connsiteY1" fmla="*/ 107632 h 1140881"/>
              <a:gd name="connsiteX2" fmla="*/ 0 w 430530"/>
              <a:gd name="connsiteY2" fmla="*/ 53816 h 1140881"/>
              <a:gd name="connsiteX3" fmla="*/ 215265 w 430530"/>
              <a:gd name="connsiteY3" fmla="*/ 0 h 1140881"/>
              <a:gd name="connsiteX4" fmla="*/ 430530 w 430530"/>
              <a:gd name="connsiteY4" fmla="*/ 53816 h 1140881"/>
              <a:gd name="connsiteX5" fmla="*/ 430530 w 430530"/>
              <a:gd name="connsiteY5" fmla="*/ 887889 h 1140881"/>
              <a:gd name="connsiteX6" fmla="*/ 224318 w 430530"/>
              <a:gd name="connsiteY6" fmla="*/ 1092783 h 1140881"/>
              <a:gd name="connsiteX7" fmla="*/ 0 w 430530"/>
              <a:gd name="connsiteY7" fmla="*/ 887889 h 1140881"/>
              <a:gd name="connsiteX8" fmla="*/ 0 w 430530"/>
              <a:gd name="connsiteY8" fmla="*/ 53816 h 1140881"/>
              <a:gd name="connsiteX0" fmla="*/ 0 w 430530"/>
              <a:gd name="connsiteY0" fmla="*/ 53816 h 1092783"/>
              <a:gd name="connsiteX1" fmla="*/ 215265 w 430530"/>
              <a:gd name="connsiteY1" fmla="*/ 107632 h 1092783"/>
              <a:gd name="connsiteX2" fmla="*/ 430530 w 430530"/>
              <a:gd name="connsiteY2" fmla="*/ 53816 h 1092783"/>
              <a:gd name="connsiteX3" fmla="*/ 430530 w 430530"/>
              <a:gd name="connsiteY3" fmla="*/ 887889 h 1092783"/>
              <a:gd name="connsiteX4" fmla="*/ 215265 w 430530"/>
              <a:gd name="connsiteY4" fmla="*/ 1092783 h 1092783"/>
              <a:gd name="connsiteX5" fmla="*/ 0 w 430530"/>
              <a:gd name="connsiteY5" fmla="*/ 887889 h 1092783"/>
              <a:gd name="connsiteX6" fmla="*/ 0 w 430530"/>
              <a:gd name="connsiteY6" fmla="*/ 53816 h 1092783"/>
              <a:gd name="connsiteX0" fmla="*/ 0 w 430530"/>
              <a:gd name="connsiteY0" fmla="*/ 53816 h 1092783"/>
              <a:gd name="connsiteX1" fmla="*/ 215265 w 430530"/>
              <a:gd name="connsiteY1" fmla="*/ 0 h 1092783"/>
              <a:gd name="connsiteX2" fmla="*/ 430530 w 430530"/>
              <a:gd name="connsiteY2" fmla="*/ 53816 h 1092783"/>
              <a:gd name="connsiteX3" fmla="*/ 215265 w 430530"/>
              <a:gd name="connsiteY3" fmla="*/ 107632 h 1092783"/>
              <a:gd name="connsiteX4" fmla="*/ 0 w 430530"/>
              <a:gd name="connsiteY4" fmla="*/ 53816 h 1092783"/>
              <a:gd name="connsiteX0" fmla="*/ 430530 w 430530"/>
              <a:gd name="connsiteY0" fmla="*/ 53816 h 1092783"/>
              <a:gd name="connsiteX1" fmla="*/ 215265 w 430530"/>
              <a:gd name="connsiteY1" fmla="*/ 107632 h 1092783"/>
              <a:gd name="connsiteX2" fmla="*/ 0 w 430530"/>
              <a:gd name="connsiteY2" fmla="*/ 53816 h 1092783"/>
              <a:gd name="connsiteX3" fmla="*/ 215265 w 430530"/>
              <a:gd name="connsiteY3" fmla="*/ 0 h 1092783"/>
              <a:gd name="connsiteX4" fmla="*/ 430530 w 430530"/>
              <a:gd name="connsiteY4" fmla="*/ 53816 h 1092783"/>
              <a:gd name="connsiteX5" fmla="*/ 430530 w 430530"/>
              <a:gd name="connsiteY5" fmla="*/ 887889 h 1092783"/>
              <a:gd name="connsiteX6" fmla="*/ 224318 w 430530"/>
              <a:gd name="connsiteY6" fmla="*/ 1092783 h 1092783"/>
              <a:gd name="connsiteX7" fmla="*/ 0 w 430530"/>
              <a:gd name="connsiteY7" fmla="*/ 887889 h 1092783"/>
              <a:gd name="connsiteX8" fmla="*/ 0 w 430530"/>
              <a:gd name="connsiteY8" fmla="*/ 53816 h 1092783"/>
              <a:gd name="connsiteX0" fmla="*/ 0 w 430530"/>
              <a:gd name="connsiteY0" fmla="*/ 53816 h 1092783"/>
              <a:gd name="connsiteX1" fmla="*/ 215265 w 430530"/>
              <a:gd name="connsiteY1" fmla="*/ 107632 h 1092783"/>
              <a:gd name="connsiteX2" fmla="*/ 430530 w 430530"/>
              <a:gd name="connsiteY2" fmla="*/ 53816 h 1092783"/>
              <a:gd name="connsiteX3" fmla="*/ 430530 w 430530"/>
              <a:gd name="connsiteY3" fmla="*/ 887889 h 1092783"/>
              <a:gd name="connsiteX4" fmla="*/ 215265 w 430530"/>
              <a:gd name="connsiteY4" fmla="*/ 1092783 h 1092783"/>
              <a:gd name="connsiteX5" fmla="*/ 0 w 430530"/>
              <a:gd name="connsiteY5" fmla="*/ 887889 h 1092783"/>
              <a:gd name="connsiteX6" fmla="*/ 0 w 430530"/>
              <a:gd name="connsiteY6" fmla="*/ 53816 h 1092783"/>
              <a:gd name="connsiteX0" fmla="*/ 0 w 430530"/>
              <a:gd name="connsiteY0" fmla="*/ 53816 h 1092783"/>
              <a:gd name="connsiteX1" fmla="*/ 215265 w 430530"/>
              <a:gd name="connsiteY1" fmla="*/ 0 h 1092783"/>
              <a:gd name="connsiteX2" fmla="*/ 430530 w 430530"/>
              <a:gd name="connsiteY2" fmla="*/ 53816 h 1092783"/>
              <a:gd name="connsiteX3" fmla="*/ 215265 w 430530"/>
              <a:gd name="connsiteY3" fmla="*/ 107632 h 1092783"/>
              <a:gd name="connsiteX4" fmla="*/ 0 w 430530"/>
              <a:gd name="connsiteY4" fmla="*/ 53816 h 1092783"/>
              <a:gd name="connsiteX0" fmla="*/ 430530 w 430530"/>
              <a:gd name="connsiteY0" fmla="*/ 53816 h 1092783"/>
              <a:gd name="connsiteX1" fmla="*/ 215265 w 430530"/>
              <a:gd name="connsiteY1" fmla="*/ 78179 h 1092783"/>
              <a:gd name="connsiteX2" fmla="*/ 0 w 430530"/>
              <a:gd name="connsiteY2" fmla="*/ 53816 h 1092783"/>
              <a:gd name="connsiteX3" fmla="*/ 215265 w 430530"/>
              <a:gd name="connsiteY3" fmla="*/ 0 h 1092783"/>
              <a:gd name="connsiteX4" fmla="*/ 430530 w 430530"/>
              <a:gd name="connsiteY4" fmla="*/ 53816 h 1092783"/>
              <a:gd name="connsiteX5" fmla="*/ 430530 w 430530"/>
              <a:gd name="connsiteY5" fmla="*/ 887889 h 1092783"/>
              <a:gd name="connsiteX6" fmla="*/ 224318 w 430530"/>
              <a:gd name="connsiteY6" fmla="*/ 1092783 h 1092783"/>
              <a:gd name="connsiteX7" fmla="*/ 0 w 430530"/>
              <a:gd name="connsiteY7" fmla="*/ 887889 h 1092783"/>
              <a:gd name="connsiteX8" fmla="*/ 0 w 430530"/>
              <a:gd name="connsiteY8" fmla="*/ 53816 h 1092783"/>
              <a:gd name="connsiteX0" fmla="*/ 0 w 430530"/>
              <a:gd name="connsiteY0" fmla="*/ 53816 h 1092783"/>
              <a:gd name="connsiteX1" fmla="*/ 215265 w 430530"/>
              <a:gd name="connsiteY1" fmla="*/ 107632 h 1092783"/>
              <a:gd name="connsiteX2" fmla="*/ 430530 w 430530"/>
              <a:gd name="connsiteY2" fmla="*/ 53816 h 1092783"/>
              <a:gd name="connsiteX3" fmla="*/ 430530 w 430530"/>
              <a:gd name="connsiteY3" fmla="*/ 887889 h 1092783"/>
              <a:gd name="connsiteX4" fmla="*/ 215265 w 430530"/>
              <a:gd name="connsiteY4" fmla="*/ 1092783 h 1092783"/>
              <a:gd name="connsiteX5" fmla="*/ 0 w 430530"/>
              <a:gd name="connsiteY5" fmla="*/ 887889 h 1092783"/>
              <a:gd name="connsiteX6" fmla="*/ 0 w 430530"/>
              <a:gd name="connsiteY6" fmla="*/ 53816 h 1092783"/>
              <a:gd name="connsiteX0" fmla="*/ 0 w 430530"/>
              <a:gd name="connsiteY0" fmla="*/ 53816 h 1092783"/>
              <a:gd name="connsiteX1" fmla="*/ 215265 w 430530"/>
              <a:gd name="connsiteY1" fmla="*/ 0 h 1092783"/>
              <a:gd name="connsiteX2" fmla="*/ 430530 w 430530"/>
              <a:gd name="connsiteY2" fmla="*/ 53816 h 1092783"/>
              <a:gd name="connsiteX3" fmla="*/ 215265 w 430530"/>
              <a:gd name="connsiteY3" fmla="*/ 78180 h 1092783"/>
              <a:gd name="connsiteX4" fmla="*/ 0 w 430530"/>
              <a:gd name="connsiteY4" fmla="*/ 53816 h 1092783"/>
              <a:gd name="connsiteX0" fmla="*/ 430530 w 430530"/>
              <a:gd name="connsiteY0" fmla="*/ 53816 h 1092783"/>
              <a:gd name="connsiteX1" fmla="*/ 215265 w 430530"/>
              <a:gd name="connsiteY1" fmla="*/ 78179 h 1092783"/>
              <a:gd name="connsiteX2" fmla="*/ 0 w 430530"/>
              <a:gd name="connsiteY2" fmla="*/ 53816 h 1092783"/>
              <a:gd name="connsiteX3" fmla="*/ 215265 w 430530"/>
              <a:gd name="connsiteY3" fmla="*/ 0 h 1092783"/>
              <a:gd name="connsiteX4" fmla="*/ 430530 w 430530"/>
              <a:gd name="connsiteY4" fmla="*/ 53816 h 1092783"/>
              <a:gd name="connsiteX5" fmla="*/ 430530 w 430530"/>
              <a:gd name="connsiteY5" fmla="*/ 887889 h 1092783"/>
              <a:gd name="connsiteX6" fmla="*/ 224318 w 430530"/>
              <a:gd name="connsiteY6" fmla="*/ 1092783 h 1092783"/>
              <a:gd name="connsiteX7" fmla="*/ 0 w 430530"/>
              <a:gd name="connsiteY7" fmla="*/ 887889 h 1092783"/>
              <a:gd name="connsiteX8" fmla="*/ 0 w 430530"/>
              <a:gd name="connsiteY8" fmla="*/ 53816 h 1092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0530" h="1092783" stroke="0" extrusionOk="0">
                <a:moveTo>
                  <a:pt x="0" y="53816"/>
                </a:moveTo>
                <a:cubicBezTo>
                  <a:pt x="0" y="83538"/>
                  <a:pt x="96377" y="107632"/>
                  <a:pt x="215265" y="107632"/>
                </a:cubicBezTo>
                <a:cubicBezTo>
                  <a:pt x="334153" y="107632"/>
                  <a:pt x="430530" y="83538"/>
                  <a:pt x="430530" y="53816"/>
                </a:cubicBezTo>
                <a:lnTo>
                  <a:pt x="430530" y="887889"/>
                </a:lnTo>
                <a:cubicBezTo>
                  <a:pt x="430530" y="917611"/>
                  <a:pt x="334153" y="1092783"/>
                  <a:pt x="215265" y="1092783"/>
                </a:cubicBezTo>
                <a:cubicBezTo>
                  <a:pt x="96377" y="1092783"/>
                  <a:pt x="0" y="917611"/>
                  <a:pt x="0" y="887889"/>
                </a:cubicBezTo>
                <a:lnTo>
                  <a:pt x="0" y="53816"/>
                </a:lnTo>
                <a:close/>
              </a:path>
              <a:path w="430530" h="1092783" fill="lighten" stroke="0" extrusionOk="0">
                <a:moveTo>
                  <a:pt x="0" y="53816"/>
                </a:moveTo>
                <a:cubicBezTo>
                  <a:pt x="0" y="40786"/>
                  <a:pt x="96377" y="0"/>
                  <a:pt x="215265" y="0"/>
                </a:cubicBezTo>
                <a:cubicBezTo>
                  <a:pt x="334153" y="0"/>
                  <a:pt x="430530" y="24094"/>
                  <a:pt x="430530" y="53816"/>
                </a:cubicBezTo>
                <a:cubicBezTo>
                  <a:pt x="430530" y="83538"/>
                  <a:pt x="334153" y="78180"/>
                  <a:pt x="215265" y="78180"/>
                </a:cubicBezTo>
                <a:cubicBezTo>
                  <a:pt x="96377" y="78180"/>
                  <a:pt x="0" y="66846"/>
                  <a:pt x="0" y="53816"/>
                </a:cubicBezTo>
                <a:close/>
              </a:path>
              <a:path w="430530" h="1092783" fill="none" extrusionOk="0">
                <a:moveTo>
                  <a:pt x="430530" y="53816"/>
                </a:moveTo>
                <a:cubicBezTo>
                  <a:pt x="430530" y="83538"/>
                  <a:pt x="334153" y="78179"/>
                  <a:pt x="215265" y="78179"/>
                </a:cubicBezTo>
                <a:cubicBezTo>
                  <a:pt x="96377" y="78179"/>
                  <a:pt x="0" y="66846"/>
                  <a:pt x="0" y="53816"/>
                </a:cubicBezTo>
                <a:cubicBezTo>
                  <a:pt x="0" y="40786"/>
                  <a:pt x="96377" y="0"/>
                  <a:pt x="215265" y="0"/>
                </a:cubicBezTo>
                <a:cubicBezTo>
                  <a:pt x="334153" y="0"/>
                  <a:pt x="430530" y="24094"/>
                  <a:pt x="430530" y="53816"/>
                </a:cubicBezTo>
                <a:lnTo>
                  <a:pt x="430530" y="887889"/>
                </a:lnTo>
                <a:cubicBezTo>
                  <a:pt x="430530" y="917611"/>
                  <a:pt x="343206" y="1092783"/>
                  <a:pt x="224318" y="1092783"/>
                </a:cubicBezTo>
                <a:cubicBezTo>
                  <a:pt x="105430" y="1092783"/>
                  <a:pt x="0" y="917611"/>
                  <a:pt x="0" y="887889"/>
                </a:cubicBezTo>
                <a:lnTo>
                  <a:pt x="0" y="53816"/>
                </a:lnTo>
              </a:path>
            </a:pathLst>
          </a:custGeom>
          <a:solidFill>
            <a:schemeClr val="accent6">
              <a:lumMod val="60000"/>
              <a:lumOff val="40000"/>
              <a:alpha val="72000"/>
            </a:schemeClr>
          </a:solidFill>
          <a:ln w="127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ar-SA" sz="6000" dirty="0"/>
          </a:p>
        </p:txBody>
      </p:sp>
      <p:sp>
        <p:nvSpPr>
          <p:cNvPr id="50" name="مستطيل: زوايا مستديرة 79">
            <a:extLst>
              <a:ext uri="{FF2B5EF4-FFF2-40B4-BE49-F238E27FC236}">
                <a16:creationId xmlns:a16="http://schemas.microsoft.com/office/drawing/2014/main" id="{D4E72D70-6244-45DA-9367-0AB72D90BD8F}"/>
              </a:ext>
            </a:extLst>
          </p:cNvPr>
          <p:cNvSpPr/>
          <p:nvPr/>
        </p:nvSpPr>
        <p:spPr>
          <a:xfrm>
            <a:off x="8066400" y="3009708"/>
            <a:ext cx="177553" cy="2539014"/>
          </a:xfrm>
          <a:custGeom>
            <a:avLst/>
            <a:gdLst>
              <a:gd name="connsiteX0" fmla="*/ 0 w 221942"/>
              <a:gd name="connsiteY0" fmla="*/ 36991 h 2539014"/>
              <a:gd name="connsiteX1" fmla="*/ 36991 w 221942"/>
              <a:gd name="connsiteY1" fmla="*/ 0 h 2539014"/>
              <a:gd name="connsiteX2" fmla="*/ 184951 w 221942"/>
              <a:gd name="connsiteY2" fmla="*/ 0 h 2539014"/>
              <a:gd name="connsiteX3" fmla="*/ 221942 w 221942"/>
              <a:gd name="connsiteY3" fmla="*/ 36991 h 2539014"/>
              <a:gd name="connsiteX4" fmla="*/ 221942 w 221942"/>
              <a:gd name="connsiteY4" fmla="*/ 2502023 h 2539014"/>
              <a:gd name="connsiteX5" fmla="*/ 184951 w 221942"/>
              <a:gd name="connsiteY5" fmla="*/ 2539014 h 2539014"/>
              <a:gd name="connsiteX6" fmla="*/ 36991 w 221942"/>
              <a:gd name="connsiteY6" fmla="*/ 2539014 h 2539014"/>
              <a:gd name="connsiteX7" fmla="*/ 0 w 221942"/>
              <a:gd name="connsiteY7" fmla="*/ 2502023 h 2539014"/>
              <a:gd name="connsiteX8" fmla="*/ 0 w 221942"/>
              <a:gd name="connsiteY8" fmla="*/ 36991 h 2539014"/>
              <a:gd name="connsiteX0" fmla="*/ 53266 w 221942"/>
              <a:gd name="connsiteY0" fmla="*/ 152401 h 2539014"/>
              <a:gd name="connsiteX1" fmla="*/ 36991 w 221942"/>
              <a:gd name="connsiteY1" fmla="*/ 0 h 2539014"/>
              <a:gd name="connsiteX2" fmla="*/ 184951 w 221942"/>
              <a:gd name="connsiteY2" fmla="*/ 0 h 2539014"/>
              <a:gd name="connsiteX3" fmla="*/ 221942 w 221942"/>
              <a:gd name="connsiteY3" fmla="*/ 36991 h 2539014"/>
              <a:gd name="connsiteX4" fmla="*/ 221942 w 221942"/>
              <a:gd name="connsiteY4" fmla="*/ 2502023 h 2539014"/>
              <a:gd name="connsiteX5" fmla="*/ 184951 w 221942"/>
              <a:gd name="connsiteY5" fmla="*/ 2539014 h 2539014"/>
              <a:gd name="connsiteX6" fmla="*/ 36991 w 221942"/>
              <a:gd name="connsiteY6" fmla="*/ 2539014 h 2539014"/>
              <a:gd name="connsiteX7" fmla="*/ 0 w 221942"/>
              <a:gd name="connsiteY7" fmla="*/ 2502023 h 2539014"/>
              <a:gd name="connsiteX8" fmla="*/ 53266 w 221942"/>
              <a:gd name="connsiteY8" fmla="*/ 152401 h 2539014"/>
              <a:gd name="connsiteX0" fmla="*/ 23768 w 192444"/>
              <a:gd name="connsiteY0" fmla="*/ 152401 h 2539014"/>
              <a:gd name="connsiteX1" fmla="*/ 7493 w 192444"/>
              <a:gd name="connsiteY1" fmla="*/ 0 h 2539014"/>
              <a:gd name="connsiteX2" fmla="*/ 155453 w 192444"/>
              <a:gd name="connsiteY2" fmla="*/ 0 h 2539014"/>
              <a:gd name="connsiteX3" fmla="*/ 192444 w 192444"/>
              <a:gd name="connsiteY3" fmla="*/ 36991 h 2539014"/>
              <a:gd name="connsiteX4" fmla="*/ 192444 w 192444"/>
              <a:gd name="connsiteY4" fmla="*/ 2502023 h 2539014"/>
              <a:gd name="connsiteX5" fmla="*/ 155453 w 192444"/>
              <a:gd name="connsiteY5" fmla="*/ 2539014 h 2539014"/>
              <a:gd name="connsiteX6" fmla="*/ 7493 w 192444"/>
              <a:gd name="connsiteY6" fmla="*/ 2539014 h 2539014"/>
              <a:gd name="connsiteX7" fmla="*/ 14891 w 192444"/>
              <a:gd name="connsiteY7" fmla="*/ 2297837 h 2539014"/>
              <a:gd name="connsiteX8" fmla="*/ 23768 w 192444"/>
              <a:gd name="connsiteY8" fmla="*/ 152401 h 2539014"/>
              <a:gd name="connsiteX0" fmla="*/ 22463 w 191139"/>
              <a:gd name="connsiteY0" fmla="*/ 152401 h 2539014"/>
              <a:gd name="connsiteX1" fmla="*/ 6188 w 191139"/>
              <a:gd name="connsiteY1" fmla="*/ 0 h 2539014"/>
              <a:gd name="connsiteX2" fmla="*/ 154148 w 191139"/>
              <a:gd name="connsiteY2" fmla="*/ 0 h 2539014"/>
              <a:gd name="connsiteX3" fmla="*/ 191139 w 191139"/>
              <a:gd name="connsiteY3" fmla="*/ 36991 h 2539014"/>
              <a:gd name="connsiteX4" fmla="*/ 191139 w 191139"/>
              <a:gd name="connsiteY4" fmla="*/ 2502023 h 2539014"/>
              <a:gd name="connsiteX5" fmla="*/ 154148 w 191139"/>
              <a:gd name="connsiteY5" fmla="*/ 2539014 h 2539014"/>
              <a:gd name="connsiteX6" fmla="*/ 50577 w 191139"/>
              <a:gd name="connsiteY6" fmla="*/ 2459115 h 2539014"/>
              <a:gd name="connsiteX7" fmla="*/ 13586 w 191139"/>
              <a:gd name="connsiteY7" fmla="*/ 2297837 h 2539014"/>
              <a:gd name="connsiteX8" fmla="*/ 22463 w 191139"/>
              <a:gd name="connsiteY8" fmla="*/ 152401 h 2539014"/>
              <a:gd name="connsiteX0" fmla="*/ 8877 w 177553"/>
              <a:gd name="connsiteY0" fmla="*/ 152401 h 2539014"/>
              <a:gd name="connsiteX1" fmla="*/ 45868 w 177553"/>
              <a:gd name="connsiteY1" fmla="*/ 26633 h 2539014"/>
              <a:gd name="connsiteX2" fmla="*/ 140562 w 177553"/>
              <a:gd name="connsiteY2" fmla="*/ 0 h 2539014"/>
              <a:gd name="connsiteX3" fmla="*/ 177553 w 177553"/>
              <a:gd name="connsiteY3" fmla="*/ 36991 h 2539014"/>
              <a:gd name="connsiteX4" fmla="*/ 177553 w 177553"/>
              <a:gd name="connsiteY4" fmla="*/ 2502023 h 2539014"/>
              <a:gd name="connsiteX5" fmla="*/ 140562 w 177553"/>
              <a:gd name="connsiteY5" fmla="*/ 2539014 h 2539014"/>
              <a:gd name="connsiteX6" fmla="*/ 36991 w 177553"/>
              <a:gd name="connsiteY6" fmla="*/ 2459115 h 2539014"/>
              <a:gd name="connsiteX7" fmla="*/ 0 w 177553"/>
              <a:gd name="connsiteY7" fmla="*/ 2297837 h 2539014"/>
              <a:gd name="connsiteX8" fmla="*/ 8877 w 177553"/>
              <a:gd name="connsiteY8" fmla="*/ 152401 h 2539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553" h="2539014">
                <a:moveTo>
                  <a:pt x="8877" y="152401"/>
                </a:moveTo>
                <a:cubicBezTo>
                  <a:pt x="8877" y="131971"/>
                  <a:pt x="25438" y="26633"/>
                  <a:pt x="45868" y="26633"/>
                </a:cubicBezTo>
                <a:lnTo>
                  <a:pt x="140562" y="0"/>
                </a:lnTo>
                <a:cubicBezTo>
                  <a:pt x="160992" y="0"/>
                  <a:pt x="177553" y="16561"/>
                  <a:pt x="177553" y="36991"/>
                </a:cubicBezTo>
                <a:lnTo>
                  <a:pt x="177553" y="2502023"/>
                </a:lnTo>
                <a:cubicBezTo>
                  <a:pt x="177553" y="2522453"/>
                  <a:pt x="160992" y="2539014"/>
                  <a:pt x="140562" y="2539014"/>
                </a:cubicBezTo>
                <a:lnTo>
                  <a:pt x="36991" y="2459115"/>
                </a:lnTo>
                <a:cubicBezTo>
                  <a:pt x="16561" y="2459115"/>
                  <a:pt x="0" y="2318267"/>
                  <a:pt x="0" y="2297837"/>
                </a:cubicBezTo>
                <a:cubicBezTo>
                  <a:pt x="0" y="1476160"/>
                  <a:pt x="8877" y="974078"/>
                  <a:pt x="8877" y="152401"/>
                </a:cubicBezTo>
                <a:close/>
              </a:path>
            </a:pathLst>
          </a:custGeom>
          <a:solidFill>
            <a:schemeClr val="bg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 dirty="0"/>
          </a:p>
        </p:txBody>
      </p:sp>
      <p:sp>
        <p:nvSpPr>
          <p:cNvPr id="52" name="مستطيل: زوايا مستديرة 79">
            <a:extLst>
              <a:ext uri="{FF2B5EF4-FFF2-40B4-BE49-F238E27FC236}">
                <a16:creationId xmlns:a16="http://schemas.microsoft.com/office/drawing/2014/main" id="{4EF19317-29CC-44B9-9EE3-5663CB300F15}"/>
              </a:ext>
            </a:extLst>
          </p:cNvPr>
          <p:cNvSpPr/>
          <p:nvPr/>
        </p:nvSpPr>
        <p:spPr>
          <a:xfrm rot="10800000">
            <a:off x="7404517" y="2987056"/>
            <a:ext cx="299117" cy="2691414"/>
          </a:xfrm>
          <a:custGeom>
            <a:avLst/>
            <a:gdLst>
              <a:gd name="connsiteX0" fmla="*/ 0 w 221942"/>
              <a:gd name="connsiteY0" fmla="*/ 36991 h 2539014"/>
              <a:gd name="connsiteX1" fmla="*/ 36991 w 221942"/>
              <a:gd name="connsiteY1" fmla="*/ 0 h 2539014"/>
              <a:gd name="connsiteX2" fmla="*/ 184951 w 221942"/>
              <a:gd name="connsiteY2" fmla="*/ 0 h 2539014"/>
              <a:gd name="connsiteX3" fmla="*/ 221942 w 221942"/>
              <a:gd name="connsiteY3" fmla="*/ 36991 h 2539014"/>
              <a:gd name="connsiteX4" fmla="*/ 221942 w 221942"/>
              <a:gd name="connsiteY4" fmla="*/ 2502023 h 2539014"/>
              <a:gd name="connsiteX5" fmla="*/ 184951 w 221942"/>
              <a:gd name="connsiteY5" fmla="*/ 2539014 h 2539014"/>
              <a:gd name="connsiteX6" fmla="*/ 36991 w 221942"/>
              <a:gd name="connsiteY6" fmla="*/ 2539014 h 2539014"/>
              <a:gd name="connsiteX7" fmla="*/ 0 w 221942"/>
              <a:gd name="connsiteY7" fmla="*/ 2502023 h 2539014"/>
              <a:gd name="connsiteX8" fmla="*/ 0 w 221942"/>
              <a:gd name="connsiteY8" fmla="*/ 36991 h 2539014"/>
              <a:gd name="connsiteX0" fmla="*/ 53266 w 221942"/>
              <a:gd name="connsiteY0" fmla="*/ 152401 h 2539014"/>
              <a:gd name="connsiteX1" fmla="*/ 36991 w 221942"/>
              <a:gd name="connsiteY1" fmla="*/ 0 h 2539014"/>
              <a:gd name="connsiteX2" fmla="*/ 184951 w 221942"/>
              <a:gd name="connsiteY2" fmla="*/ 0 h 2539014"/>
              <a:gd name="connsiteX3" fmla="*/ 221942 w 221942"/>
              <a:gd name="connsiteY3" fmla="*/ 36991 h 2539014"/>
              <a:gd name="connsiteX4" fmla="*/ 221942 w 221942"/>
              <a:gd name="connsiteY4" fmla="*/ 2502023 h 2539014"/>
              <a:gd name="connsiteX5" fmla="*/ 184951 w 221942"/>
              <a:gd name="connsiteY5" fmla="*/ 2539014 h 2539014"/>
              <a:gd name="connsiteX6" fmla="*/ 36991 w 221942"/>
              <a:gd name="connsiteY6" fmla="*/ 2539014 h 2539014"/>
              <a:gd name="connsiteX7" fmla="*/ 0 w 221942"/>
              <a:gd name="connsiteY7" fmla="*/ 2502023 h 2539014"/>
              <a:gd name="connsiteX8" fmla="*/ 53266 w 221942"/>
              <a:gd name="connsiteY8" fmla="*/ 152401 h 2539014"/>
              <a:gd name="connsiteX0" fmla="*/ 23768 w 192444"/>
              <a:gd name="connsiteY0" fmla="*/ 152401 h 2539014"/>
              <a:gd name="connsiteX1" fmla="*/ 7493 w 192444"/>
              <a:gd name="connsiteY1" fmla="*/ 0 h 2539014"/>
              <a:gd name="connsiteX2" fmla="*/ 155453 w 192444"/>
              <a:gd name="connsiteY2" fmla="*/ 0 h 2539014"/>
              <a:gd name="connsiteX3" fmla="*/ 192444 w 192444"/>
              <a:gd name="connsiteY3" fmla="*/ 36991 h 2539014"/>
              <a:gd name="connsiteX4" fmla="*/ 192444 w 192444"/>
              <a:gd name="connsiteY4" fmla="*/ 2502023 h 2539014"/>
              <a:gd name="connsiteX5" fmla="*/ 155453 w 192444"/>
              <a:gd name="connsiteY5" fmla="*/ 2539014 h 2539014"/>
              <a:gd name="connsiteX6" fmla="*/ 7493 w 192444"/>
              <a:gd name="connsiteY6" fmla="*/ 2539014 h 2539014"/>
              <a:gd name="connsiteX7" fmla="*/ 14891 w 192444"/>
              <a:gd name="connsiteY7" fmla="*/ 2297837 h 2539014"/>
              <a:gd name="connsiteX8" fmla="*/ 23768 w 192444"/>
              <a:gd name="connsiteY8" fmla="*/ 152401 h 2539014"/>
              <a:gd name="connsiteX0" fmla="*/ 22463 w 191139"/>
              <a:gd name="connsiteY0" fmla="*/ 152401 h 2539014"/>
              <a:gd name="connsiteX1" fmla="*/ 6188 w 191139"/>
              <a:gd name="connsiteY1" fmla="*/ 0 h 2539014"/>
              <a:gd name="connsiteX2" fmla="*/ 154148 w 191139"/>
              <a:gd name="connsiteY2" fmla="*/ 0 h 2539014"/>
              <a:gd name="connsiteX3" fmla="*/ 191139 w 191139"/>
              <a:gd name="connsiteY3" fmla="*/ 36991 h 2539014"/>
              <a:gd name="connsiteX4" fmla="*/ 191139 w 191139"/>
              <a:gd name="connsiteY4" fmla="*/ 2502023 h 2539014"/>
              <a:gd name="connsiteX5" fmla="*/ 154148 w 191139"/>
              <a:gd name="connsiteY5" fmla="*/ 2539014 h 2539014"/>
              <a:gd name="connsiteX6" fmla="*/ 50577 w 191139"/>
              <a:gd name="connsiteY6" fmla="*/ 2459115 h 2539014"/>
              <a:gd name="connsiteX7" fmla="*/ 13586 w 191139"/>
              <a:gd name="connsiteY7" fmla="*/ 2297837 h 2539014"/>
              <a:gd name="connsiteX8" fmla="*/ 22463 w 191139"/>
              <a:gd name="connsiteY8" fmla="*/ 152401 h 2539014"/>
              <a:gd name="connsiteX0" fmla="*/ 8877 w 177553"/>
              <a:gd name="connsiteY0" fmla="*/ 152401 h 2539014"/>
              <a:gd name="connsiteX1" fmla="*/ 45868 w 177553"/>
              <a:gd name="connsiteY1" fmla="*/ 26633 h 2539014"/>
              <a:gd name="connsiteX2" fmla="*/ 140562 w 177553"/>
              <a:gd name="connsiteY2" fmla="*/ 0 h 2539014"/>
              <a:gd name="connsiteX3" fmla="*/ 177553 w 177553"/>
              <a:gd name="connsiteY3" fmla="*/ 36991 h 2539014"/>
              <a:gd name="connsiteX4" fmla="*/ 177553 w 177553"/>
              <a:gd name="connsiteY4" fmla="*/ 2502023 h 2539014"/>
              <a:gd name="connsiteX5" fmla="*/ 140562 w 177553"/>
              <a:gd name="connsiteY5" fmla="*/ 2539014 h 2539014"/>
              <a:gd name="connsiteX6" fmla="*/ 36991 w 177553"/>
              <a:gd name="connsiteY6" fmla="*/ 2459115 h 2539014"/>
              <a:gd name="connsiteX7" fmla="*/ 0 w 177553"/>
              <a:gd name="connsiteY7" fmla="*/ 2297837 h 2539014"/>
              <a:gd name="connsiteX8" fmla="*/ 8877 w 177553"/>
              <a:gd name="connsiteY8" fmla="*/ 152401 h 2539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553" h="2539014">
                <a:moveTo>
                  <a:pt x="8877" y="152401"/>
                </a:moveTo>
                <a:cubicBezTo>
                  <a:pt x="8877" y="131971"/>
                  <a:pt x="25438" y="26633"/>
                  <a:pt x="45868" y="26633"/>
                </a:cubicBezTo>
                <a:lnTo>
                  <a:pt x="140562" y="0"/>
                </a:lnTo>
                <a:cubicBezTo>
                  <a:pt x="160992" y="0"/>
                  <a:pt x="177553" y="16561"/>
                  <a:pt x="177553" y="36991"/>
                </a:cubicBezTo>
                <a:lnTo>
                  <a:pt x="177553" y="2502023"/>
                </a:lnTo>
                <a:cubicBezTo>
                  <a:pt x="177553" y="2522453"/>
                  <a:pt x="160992" y="2539014"/>
                  <a:pt x="140562" y="2539014"/>
                </a:cubicBezTo>
                <a:lnTo>
                  <a:pt x="36991" y="2459115"/>
                </a:lnTo>
                <a:cubicBezTo>
                  <a:pt x="16561" y="2459115"/>
                  <a:pt x="0" y="2318267"/>
                  <a:pt x="0" y="2297837"/>
                </a:cubicBezTo>
                <a:cubicBezTo>
                  <a:pt x="0" y="1476160"/>
                  <a:pt x="8877" y="974078"/>
                  <a:pt x="8877" y="152401"/>
                </a:cubicBezTo>
                <a:close/>
              </a:path>
            </a:pathLst>
          </a:custGeom>
          <a:solidFill>
            <a:schemeClr val="bg1"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 dirty="0"/>
          </a:p>
        </p:txBody>
      </p:sp>
      <p:sp>
        <p:nvSpPr>
          <p:cNvPr id="78" name="Text Box 10277">
            <a:extLst>
              <a:ext uri="{FF2B5EF4-FFF2-40B4-BE49-F238E27FC236}">
                <a16:creationId xmlns:a16="http://schemas.microsoft.com/office/drawing/2014/main" id="{E62B266F-D400-4FB4-9049-C94E6D287079}"/>
              </a:ext>
            </a:extLst>
          </p:cNvPr>
          <p:cNvSpPr txBox="1"/>
          <p:nvPr/>
        </p:nvSpPr>
        <p:spPr>
          <a:xfrm flipH="1">
            <a:off x="-3055354" y="6329167"/>
            <a:ext cx="11118697" cy="690333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80000"/>
              </a:lnSpc>
              <a:spcAft>
                <a:spcPts val="1000"/>
              </a:spcAft>
              <a:tabLst>
                <a:tab pos="111125" algn="l"/>
              </a:tabLst>
            </a:pPr>
            <a:r>
              <a:rPr lang="ar-DZ" sz="28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lWatanHeadlines-Bold" panose="00000700000000000000" pitchFamily="2" charset="-78"/>
              </a:rPr>
              <a:t> تفاعل محلول حمض كلور الماء مع معدن الحديد </a:t>
            </a:r>
            <a:endParaRPr lang="en-US" sz="36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lWatanHeadlines-Bold" panose="00000700000000000000" pitchFamily="2" charset="-78"/>
            </a:endParaRPr>
          </a:p>
        </p:txBody>
      </p:sp>
      <p:sp>
        <p:nvSpPr>
          <p:cNvPr id="79" name="Text Box 10277">
            <a:extLst>
              <a:ext uri="{FF2B5EF4-FFF2-40B4-BE49-F238E27FC236}">
                <a16:creationId xmlns:a16="http://schemas.microsoft.com/office/drawing/2014/main" id="{CFAE3920-BE05-471F-904F-9ACD636C5186}"/>
              </a:ext>
            </a:extLst>
          </p:cNvPr>
          <p:cNvSpPr txBox="1"/>
          <p:nvPr/>
        </p:nvSpPr>
        <p:spPr>
          <a:xfrm flipH="1">
            <a:off x="2787586" y="296823"/>
            <a:ext cx="5845400" cy="697094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80000"/>
              </a:lnSpc>
              <a:spcAft>
                <a:spcPts val="1000"/>
              </a:spcAft>
              <a:tabLst>
                <a:tab pos="111125" algn="l"/>
              </a:tabLst>
            </a:pPr>
            <a:r>
              <a:rPr lang="ar-DZ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lWatanHeadlines-Bold" panose="00000700000000000000" pitchFamily="2" charset="-78"/>
              </a:rPr>
              <a:t> </a:t>
            </a:r>
            <a:r>
              <a:rPr lang="ar-DZ" sz="4400" dirty="0">
                <a:solidFill>
                  <a:schemeClr val="accent6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lWatanHeadlines-Bold" panose="00000700000000000000" pitchFamily="2" charset="-78"/>
              </a:rPr>
              <a:t>الكشف عن المحلول </a:t>
            </a:r>
            <a:r>
              <a:rPr lang="ar-DZ" sz="4400" dirty="0" err="1">
                <a:solidFill>
                  <a:schemeClr val="accent6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lWatanHeadlines-Bold" panose="00000700000000000000" pitchFamily="2" charset="-78"/>
              </a:rPr>
              <a:t>الشاردي</a:t>
            </a:r>
            <a:r>
              <a:rPr lang="ar-DZ" sz="4400" dirty="0">
                <a:solidFill>
                  <a:schemeClr val="accent6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lWatanHeadlines-Bold" panose="00000700000000000000" pitchFamily="2" charset="-78"/>
              </a:rPr>
              <a:t> الناتج :  </a:t>
            </a:r>
            <a:endParaRPr lang="en-US" sz="54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lWatanHeadlines-Bold" panose="00000700000000000000" pitchFamily="2" charset="-78"/>
            </a:endParaRPr>
          </a:p>
        </p:txBody>
      </p:sp>
      <p:sp>
        <p:nvSpPr>
          <p:cNvPr id="80" name="Text Box 10277">
            <a:extLst>
              <a:ext uri="{FF2B5EF4-FFF2-40B4-BE49-F238E27FC236}">
                <a16:creationId xmlns:a16="http://schemas.microsoft.com/office/drawing/2014/main" id="{A8C4BE69-457B-4C61-AA0D-2F001F8D8D39}"/>
              </a:ext>
            </a:extLst>
          </p:cNvPr>
          <p:cNvSpPr txBox="1"/>
          <p:nvPr/>
        </p:nvSpPr>
        <p:spPr>
          <a:xfrm flipH="1">
            <a:off x="1900105" y="1608703"/>
            <a:ext cx="3398690" cy="629498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80000"/>
              </a:lnSpc>
              <a:spcAft>
                <a:spcPts val="1000"/>
              </a:spcAft>
              <a:tabLst>
                <a:tab pos="111125" algn="l"/>
              </a:tabLst>
            </a:pPr>
            <a:r>
              <a:rPr lang="ar-DZ" sz="4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AlWatanHeadlines-Bold" panose="00000700000000000000" pitchFamily="2" charset="-78"/>
              </a:rPr>
              <a:t> راسب (أخضر فاتح)</a:t>
            </a:r>
            <a:endParaRPr lang="en-US" sz="44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AlWatanHeadlines-Bold" panose="00000700000000000000" pitchFamily="2" charset="-78"/>
            </a:endParaRPr>
          </a:p>
        </p:txBody>
      </p:sp>
      <p:pic>
        <p:nvPicPr>
          <p:cNvPr id="24" name="صورة 23">
            <a:extLst>
              <a:ext uri="{FF2B5EF4-FFF2-40B4-BE49-F238E27FC236}">
                <a16:creationId xmlns:a16="http://schemas.microsoft.com/office/drawing/2014/main" id="{9F5E592B-98B0-4BB6-AEEA-CC111C2328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10000" r="91622">
                        <a14:backgroundMark x1="61081" y1="13108" x2="61081" y2="13108"/>
                        <a14:backgroundMark x1="61081" y1="10811" x2="56216" y2="56622"/>
                        <a14:backgroundMark x1="34865" y1="13514" x2="36757" y2="76757"/>
                        <a14:backgroundMark x1="43784" y1="1892" x2="52973" y2="25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568" y="2337535"/>
            <a:ext cx="2156720" cy="3946860"/>
          </a:xfrm>
          <a:prstGeom prst="rect">
            <a:avLst/>
          </a:prstGeom>
        </p:spPr>
      </p:pic>
      <p:sp>
        <p:nvSpPr>
          <p:cNvPr id="28" name="Can 1662">
            <a:extLst>
              <a:ext uri="{FF2B5EF4-FFF2-40B4-BE49-F238E27FC236}">
                <a16:creationId xmlns:a16="http://schemas.microsoft.com/office/drawing/2014/main" id="{39C7C2CF-DFF3-4F62-9641-E71C965DD708}"/>
              </a:ext>
            </a:extLst>
          </p:cNvPr>
          <p:cNvSpPr/>
          <p:nvPr/>
        </p:nvSpPr>
        <p:spPr>
          <a:xfrm>
            <a:off x="2801441" y="3861831"/>
            <a:ext cx="988874" cy="2403046"/>
          </a:xfrm>
          <a:custGeom>
            <a:avLst/>
            <a:gdLst>
              <a:gd name="connsiteX0" fmla="*/ 0 w 430530"/>
              <a:gd name="connsiteY0" fmla="*/ 53816 h 941705"/>
              <a:gd name="connsiteX1" fmla="*/ 215265 w 430530"/>
              <a:gd name="connsiteY1" fmla="*/ 107632 h 941705"/>
              <a:gd name="connsiteX2" fmla="*/ 430530 w 430530"/>
              <a:gd name="connsiteY2" fmla="*/ 53816 h 941705"/>
              <a:gd name="connsiteX3" fmla="*/ 430530 w 430530"/>
              <a:gd name="connsiteY3" fmla="*/ 887889 h 941705"/>
              <a:gd name="connsiteX4" fmla="*/ 215265 w 430530"/>
              <a:gd name="connsiteY4" fmla="*/ 941705 h 941705"/>
              <a:gd name="connsiteX5" fmla="*/ 0 w 430530"/>
              <a:gd name="connsiteY5" fmla="*/ 887889 h 941705"/>
              <a:gd name="connsiteX6" fmla="*/ 0 w 430530"/>
              <a:gd name="connsiteY6" fmla="*/ 53816 h 941705"/>
              <a:gd name="connsiteX0" fmla="*/ 0 w 430530"/>
              <a:gd name="connsiteY0" fmla="*/ 53816 h 941705"/>
              <a:gd name="connsiteX1" fmla="*/ 215265 w 430530"/>
              <a:gd name="connsiteY1" fmla="*/ 0 h 941705"/>
              <a:gd name="connsiteX2" fmla="*/ 430530 w 430530"/>
              <a:gd name="connsiteY2" fmla="*/ 53816 h 941705"/>
              <a:gd name="connsiteX3" fmla="*/ 215265 w 430530"/>
              <a:gd name="connsiteY3" fmla="*/ 107632 h 941705"/>
              <a:gd name="connsiteX4" fmla="*/ 0 w 430530"/>
              <a:gd name="connsiteY4" fmla="*/ 53816 h 941705"/>
              <a:gd name="connsiteX0" fmla="*/ 430530 w 430530"/>
              <a:gd name="connsiteY0" fmla="*/ 53816 h 941705"/>
              <a:gd name="connsiteX1" fmla="*/ 215265 w 430530"/>
              <a:gd name="connsiteY1" fmla="*/ 107632 h 941705"/>
              <a:gd name="connsiteX2" fmla="*/ 0 w 430530"/>
              <a:gd name="connsiteY2" fmla="*/ 53816 h 941705"/>
              <a:gd name="connsiteX3" fmla="*/ 215265 w 430530"/>
              <a:gd name="connsiteY3" fmla="*/ 0 h 941705"/>
              <a:gd name="connsiteX4" fmla="*/ 430530 w 430530"/>
              <a:gd name="connsiteY4" fmla="*/ 53816 h 941705"/>
              <a:gd name="connsiteX5" fmla="*/ 430530 w 430530"/>
              <a:gd name="connsiteY5" fmla="*/ 887889 h 941705"/>
              <a:gd name="connsiteX6" fmla="*/ 215265 w 430530"/>
              <a:gd name="connsiteY6" fmla="*/ 941705 h 941705"/>
              <a:gd name="connsiteX7" fmla="*/ 0 w 430530"/>
              <a:gd name="connsiteY7" fmla="*/ 887889 h 941705"/>
              <a:gd name="connsiteX8" fmla="*/ 0 w 430530"/>
              <a:gd name="connsiteY8" fmla="*/ 53816 h 941705"/>
              <a:gd name="connsiteX0" fmla="*/ 0 w 430530"/>
              <a:gd name="connsiteY0" fmla="*/ 53816 h 1140881"/>
              <a:gd name="connsiteX1" fmla="*/ 215265 w 430530"/>
              <a:gd name="connsiteY1" fmla="*/ 107632 h 1140881"/>
              <a:gd name="connsiteX2" fmla="*/ 430530 w 430530"/>
              <a:gd name="connsiteY2" fmla="*/ 53816 h 1140881"/>
              <a:gd name="connsiteX3" fmla="*/ 430530 w 430530"/>
              <a:gd name="connsiteY3" fmla="*/ 887889 h 1140881"/>
              <a:gd name="connsiteX4" fmla="*/ 215265 w 430530"/>
              <a:gd name="connsiteY4" fmla="*/ 941705 h 1140881"/>
              <a:gd name="connsiteX5" fmla="*/ 0 w 430530"/>
              <a:gd name="connsiteY5" fmla="*/ 887889 h 1140881"/>
              <a:gd name="connsiteX6" fmla="*/ 0 w 430530"/>
              <a:gd name="connsiteY6" fmla="*/ 53816 h 1140881"/>
              <a:gd name="connsiteX0" fmla="*/ 0 w 430530"/>
              <a:gd name="connsiteY0" fmla="*/ 53816 h 1140881"/>
              <a:gd name="connsiteX1" fmla="*/ 215265 w 430530"/>
              <a:gd name="connsiteY1" fmla="*/ 0 h 1140881"/>
              <a:gd name="connsiteX2" fmla="*/ 430530 w 430530"/>
              <a:gd name="connsiteY2" fmla="*/ 53816 h 1140881"/>
              <a:gd name="connsiteX3" fmla="*/ 215265 w 430530"/>
              <a:gd name="connsiteY3" fmla="*/ 107632 h 1140881"/>
              <a:gd name="connsiteX4" fmla="*/ 0 w 430530"/>
              <a:gd name="connsiteY4" fmla="*/ 53816 h 1140881"/>
              <a:gd name="connsiteX0" fmla="*/ 430530 w 430530"/>
              <a:gd name="connsiteY0" fmla="*/ 53816 h 1140881"/>
              <a:gd name="connsiteX1" fmla="*/ 215265 w 430530"/>
              <a:gd name="connsiteY1" fmla="*/ 107632 h 1140881"/>
              <a:gd name="connsiteX2" fmla="*/ 0 w 430530"/>
              <a:gd name="connsiteY2" fmla="*/ 53816 h 1140881"/>
              <a:gd name="connsiteX3" fmla="*/ 215265 w 430530"/>
              <a:gd name="connsiteY3" fmla="*/ 0 h 1140881"/>
              <a:gd name="connsiteX4" fmla="*/ 430530 w 430530"/>
              <a:gd name="connsiteY4" fmla="*/ 53816 h 1140881"/>
              <a:gd name="connsiteX5" fmla="*/ 430530 w 430530"/>
              <a:gd name="connsiteY5" fmla="*/ 887889 h 1140881"/>
              <a:gd name="connsiteX6" fmla="*/ 224318 w 430530"/>
              <a:gd name="connsiteY6" fmla="*/ 1140881 h 1140881"/>
              <a:gd name="connsiteX7" fmla="*/ 0 w 430530"/>
              <a:gd name="connsiteY7" fmla="*/ 887889 h 1140881"/>
              <a:gd name="connsiteX8" fmla="*/ 0 w 430530"/>
              <a:gd name="connsiteY8" fmla="*/ 53816 h 1140881"/>
              <a:gd name="connsiteX0" fmla="*/ 0 w 430530"/>
              <a:gd name="connsiteY0" fmla="*/ 53816 h 1140881"/>
              <a:gd name="connsiteX1" fmla="*/ 215265 w 430530"/>
              <a:gd name="connsiteY1" fmla="*/ 107632 h 1140881"/>
              <a:gd name="connsiteX2" fmla="*/ 430530 w 430530"/>
              <a:gd name="connsiteY2" fmla="*/ 53816 h 1140881"/>
              <a:gd name="connsiteX3" fmla="*/ 430530 w 430530"/>
              <a:gd name="connsiteY3" fmla="*/ 887889 h 1140881"/>
              <a:gd name="connsiteX4" fmla="*/ 206212 w 430530"/>
              <a:gd name="connsiteY4" fmla="*/ 1140881 h 1140881"/>
              <a:gd name="connsiteX5" fmla="*/ 0 w 430530"/>
              <a:gd name="connsiteY5" fmla="*/ 887889 h 1140881"/>
              <a:gd name="connsiteX6" fmla="*/ 0 w 430530"/>
              <a:gd name="connsiteY6" fmla="*/ 53816 h 1140881"/>
              <a:gd name="connsiteX0" fmla="*/ 0 w 430530"/>
              <a:gd name="connsiteY0" fmla="*/ 53816 h 1140881"/>
              <a:gd name="connsiteX1" fmla="*/ 215265 w 430530"/>
              <a:gd name="connsiteY1" fmla="*/ 0 h 1140881"/>
              <a:gd name="connsiteX2" fmla="*/ 430530 w 430530"/>
              <a:gd name="connsiteY2" fmla="*/ 53816 h 1140881"/>
              <a:gd name="connsiteX3" fmla="*/ 215265 w 430530"/>
              <a:gd name="connsiteY3" fmla="*/ 107632 h 1140881"/>
              <a:gd name="connsiteX4" fmla="*/ 0 w 430530"/>
              <a:gd name="connsiteY4" fmla="*/ 53816 h 1140881"/>
              <a:gd name="connsiteX0" fmla="*/ 430530 w 430530"/>
              <a:gd name="connsiteY0" fmla="*/ 53816 h 1140881"/>
              <a:gd name="connsiteX1" fmla="*/ 215265 w 430530"/>
              <a:gd name="connsiteY1" fmla="*/ 107632 h 1140881"/>
              <a:gd name="connsiteX2" fmla="*/ 0 w 430530"/>
              <a:gd name="connsiteY2" fmla="*/ 53816 h 1140881"/>
              <a:gd name="connsiteX3" fmla="*/ 215265 w 430530"/>
              <a:gd name="connsiteY3" fmla="*/ 0 h 1140881"/>
              <a:gd name="connsiteX4" fmla="*/ 430530 w 430530"/>
              <a:gd name="connsiteY4" fmla="*/ 53816 h 1140881"/>
              <a:gd name="connsiteX5" fmla="*/ 430530 w 430530"/>
              <a:gd name="connsiteY5" fmla="*/ 887889 h 1140881"/>
              <a:gd name="connsiteX6" fmla="*/ 224318 w 430530"/>
              <a:gd name="connsiteY6" fmla="*/ 1140881 h 1140881"/>
              <a:gd name="connsiteX7" fmla="*/ 0 w 430530"/>
              <a:gd name="connsiteY7" fmla="*/ 887889 h 1140881"/>
              <a:gd name="connsiteX8" fmla="*/ 0 w 430530"/>
              <a:gd name="connsiteY8" fmla="*/ 53816 h 1140881"/>
              <a:gd name="connsiteX0" fmla="*/ 0 w 430530"/>
              <a:gd name="connsiteY0" fmla="*/ 53816 h 1140881"/>
              <a:gd name="connsiteX1" fmla="*/ 215265 w 430530"/>
              <a:gd name="connsiteY1" fmla="*/ 107632 h 1140881"/>
              <a:gd name="connsiteX2" fmla="*/ 430530 w 430530"/>
              <a:gd name="connsiteY2" fmla="*/ 53816 h 1140881"/>
              <a:gd name="connsiteX3" fmla="*/ 430530 w 430530"/>
              <a:gd name="connsiteY3" fmla="*/ 887889 h 1140881"/>
              <a:gd name="connsiteX4" fmla="*/ 206212 w 430530"/>
              <a:gd name="connsiteY4" fmla="*/ 1140881 h 1140881"/>
              <a:gd name="connsiteX5" fmla="*/ 0 w 430530"/>
              <a:gd name="connsiteY5" fmla="*/ 887889 h 1140881"/>
              <a:gd name="connsiteX6" fmla="*/ 0 w 430530"/>
              <a:gd name="connsiteY6" fmla="*/ 53816 h 1140881"/>
              <a:gd name="connsiteX0" fmla="*/ 0 w 430530"/>
              <a:gd name="connsiteY0" fmla="*/ 53816 h 1140881"/>
              <a:gd name="connsiteX1" fmla="*/ 215265 w 430530"/>
              <a:gd name="connsiteY1" fmla="*/ 0 h 1140881"/>
              <a:gd name="connsiteX2" fmla="*/ 430530 w 430530"/>
              <a:gd name="connsiteY2" fmla="*/ 53816 h 1140881"/>
              <a:gd name="connsiteX3" fmla="*/ 215265 w 430530"/>
              <a:gd name="connsiteY3" fmla="*/ 107632 h 1140881"/>
              <a:gd name="connsiteX4" fmla="*/ 0 w 430530"/>
              <a:gd name="connsiteY4" fmla="*/ 53816 h 1140881"/>
              <a:gd name="connsiteX0" fmla="*/ 430530 w 430530"/>
              <a:gd name="connsiteY0" fmla="*/ 53816 h 1140881"/>
              <a:gd name="connsiteX1" fmla="*/ 215265 w 430530"/>
              <a:gd name="connsiteY1" fmla="*/ 107632 h 1140881"/>
              <a:gd name="connsiteX2" fmla="*/ 0 w 430530"/>
              <a:gd name="connsiteY2" fmla="*/ 53816 h 1140881"/>
              <a:gd name="connsiteX3" fmla="*/ 215265 w 430530"/>
              <a:gd name="connsiteY3" fmla="*/ 0 h 1140881"/>
              <a:gd name="connsiteX4" fmla="*/ 430530 w 430530"/>
              <a:gd name="connsiteY4" fmla="*/ 53816 h 1140881"/>
              <a:gd name="connsiteX5" fmla="*/ 430530 w 430530"/>
              <a:gd name="connsiteY5" fmla="*/ 887889 h 1140881"/>
              <a:gd name="connsiteX6" fmla="*/ 224318 w 430530"/>
              <a:gd name="connsiteY6" fmla="*/ 1092783 h 1140881"/>
              <a:gd name="connsiteX7" fmla="*/ 0 w 430530"/>
              <a:gd name="connsiteY7" fmla="*/ 887889 h 1140881"/>
              <a:gd name="connsiteX8" fmla="*/ 0 w 430530"/>
              <a:gd name="connsiteY8" fmla="*/ 53816 h 1140881"/>
              <a:gd name="connsiteX0" fmla="*/ 0 w 430530"/>
              <a:gd name="connsiteY0" fmla="*/ 53816 h 1092783"/>
              <a:gd name="connsiteX1" fmla="*/ 215265 w 430530"/>
              <a:gd name="connsiteY1" fmla="*/ 107632 h 1092783"/>
              <a:gd name="connsiteX2" fmla="*/ 430530 w 430530"/>
              <a:gd name="connsiteY2" fmla="*/ 53816 h 1092783"/>
              <a:gd name="connsiteX3" fmla="*/ 430530 w 430530"/>
              <a:gd name="connsiteY3" fmla="*/ 887889 h 1092783"/>
              <a:gd name="connsiteX4" fmla="*/ 215265 w 430530"/>
              <a:gd name="connsiteY4" fmla="*/ 1092783 h 1092783"/>
              <a:gd name="connsiteX5" fmla="*/ 0 w 430530"/>
              <a:gd name="connsiteY5" fmla="*/ 887889 h 1092783"/>
              <a:gd name="connsiteX6" fmla="*/ 0 w 430530"/>
              <a:gd name="connsiteY6" fmla="*/ 53816 h 1092783"/>
              <a:gd name="connsiteX0" fmla="*/ 0 w 430530"/>
              <a:gd name="connsiteY0" fmla="*/ 53816 h 1092783"/>
              <a:gd name="connsiteX1" fmla="*/ 215265 w 430530"/>
              <a:gd name="connsiteY1" fmla="*/ 0 h 1092783"/>
              <a:gd name="connsiteX2" fmla="*/ 430530 w 430530"/>
              <a:gd name="connsiteY2" fmla="*/ 53816 h 1092783"/>
              <a:gd name="connsiteX3" fmla="*/ 215265 w 430530"/>
              <a:gd name="connsiteY3" fmla="*/ 107632 h 1092783"/>
              <a:gd name="connsiteX4" fmla="*/ 0 w 430530"/>
              <a:gd name="connsiteY4" fmla="*/ 53816 h 1092783"/>
              <a:gd name="connsiteX0" fmla="*/ 430530 w 430530"/>
              <a:gd name="connsiteY0" fmla="*/ 53816 h 1092783"/>
              <a:gd name="connsiteX1" fmla="*/ 215265 w 430530"/>
              <a:gd name="connsiteY1" fmla="*/ 107632 h 1092783"/>
              <a:gd name="connsiteX2" fmla="*/ 0 w 430530"/>
              <a:gd name="connsiteY2" fmla="*/ 53816 h 1092783"/>
              <a:gd name="connsiteX3" fmla="*/ 215265 w 430530"/>
              <a:gd name="connsiteY3" fmla="*/ 0 h 1092783"/>
              <a:gd name="connsiteX4" fmla="*/ 430530 w 430530"/>
              <a:gd name="connsiteY4" fmla="*/ 53816 h 1092783"/>
              <a:gd name="connsiteX5" fmla="*/ 430530 w 430530"/>
              <a:gd name="connsiteY5" fmla="*/ 887889 h 1092783"/>
              <a:gd name="connsiteX6" fmla="*/ 224318 w 430530"/>
              <a:gd name="connsiteY6" fmla="*/ 1092783 h 1092783"/>
              <a:gd name="connsiteX7" fmla="*/ 0 w 430530"/>
              <a:gd name="connsiteY7" fmla="*/ 887889 h 1092783"/>
              <a:gd name="connsiteX8" fmla="*/ 0 w 430530"/>
              <a:gd name="connsiteY8" fmla="*/ 53816 h 1092783"/>
              <a:gd name="connsiteX0" fmla="*/ 0 w 430530"/>
              <a:gd name="connsiteY0" fmla="*/ 53816 h 1092783"/>
              <a:gd name="connsiteX1" fmla="*/ 215265 w 430530"/>
              <a:gd name="connsiteY1" fmla="*/ 107632 h 1092783"/>
              <a:gd name="connsiteX2" fmla="*/ 430530 w 430530"/>
              <a:gd name="connsiteY2" fmla="*/ 53816 h 1092783"/>
              <a:gd name="connsiteX3" fmla="*/ 430530 w 430530"/>
              <a:gd name="connsiteY3" fmla="*/ 887889 h 1092783"/>
              <a:gd name="connsiteX4" fmla="*/ 215265 w 430530"/>
              <a:gd name="connsiteY4" fmla="*/ 1092783 h 1092783"/>
              <a:gd name="connsiteX5" fmla="*/ 0 w 430530"/>
              <a:gd name="connsiteY5" fmla="*/ 887889 h 1092783"/>
              <a:gd name="connsiteX6" fmla="*/ 0 w 430530"/>
              <a:gd name="connsiteY6" fmla="*/ 53816 h 1092783"/>
              <a:gd name="connsiteX0" fmla="*/ 0 w 430530"/>
              <a:gd name="connsiteY0" fmla="*/ 53816 h 1092783"/>
              <a:gd name="connsiteX1" fmla="*/ 215265 w 430530"/>
              <a:gd name="connsiteY1" fmla="*/ 0 h 1092783"/>
              <a:gd name="connsiteX2" fmla="*/ 430530 w 430530"/>
              <a:gd name="connsiteY2" fmla="*/ 53816 h 1092783"/>
              <a:gd name="connsiteX3" fmla="*/ 215265 w 430530"/>
              <a:gd name="connsiteY3" fmla="*/ 107632 h 1092783"/>
              <a:gd name="connsiteX4" fmla="*/ 0 w 430530"/>
              <a:gd name="connsiteY4" fmla="*/ 53816 h 1092783"/>
              <a:gd name="connsiteX0" fmla="*/ 430530 w 430530"/>
              <a:gd name="connsiteY0" fmla="*/ 53816 h 1092783"/>
              <a:gd name="connsiteX1" fmla="*/ 215265 w 430530"/>
              <a:gd name="connsiteY1" fmla="*/ 78179 h 1092783"/>
              <a:gd name="connsiteX2" fmla="*/ 0 w 430530"/>
              <a:gd name="connsiteY2" fmla="*/ 53816 h 1092783"/>
              <a:gd name="connsiteX3" fmla="*/ 215265 w 430530"/>
              <a:gd name="connsiteY3" fmla="*/ 0 h 1092783"/>
              <a:gd name="connsiteX4" fmla="*/ 430530 w 430530"/>
              <a:gd name="connsiteY4" fmla="*/ 53816 h 1092783"/>
              <a:gd name="connsiteX5" fmla="*/ 430530 w 430530"/>
              <a:gd name="connsiteY5" fmla="*/ 887889 h 1092783"/>
              <a:gd name="connsiteX6" fmla="*/ 224318 w 430530"/>
              <a:gd name="connsiteY6" fmla="*/ 1092783 h 1092783"/>
              <a:gd name="connsiteX7" fmla="*/ 0 w 430530"/>
              <a:gd name="connsiteY7" fmla="*/ 887889 h 1092783"/>
              <a:gd name="connsiteX8" fmla="*/ 0 w 430530"/>
              <a:gd name="connsiteY8" fmla="*/ 53816 h 1092783"/>
              <a:gd name="connsiteX0" fmla="*/ 0 w 430530"/>
              <a:gd name="connsiteY0" fmla="*/ 53816 h 1092783"/>
              <a:gd name="connsiteX1" fmla="*/ 215265 w 430530"/>
              <a:gd name="connsiteY1" fmla="*/ 107632 h 1092783"/>
              <a:gd name="connsiteX2" fmla="*/ 430530 w 430530"/>
              <a:gd name="connsiteY2" fmla="*/ 53816 h 1092783"/>
              <a:gd name="connsiteX3" fmla="*/ 430530 w 430530"/>
              <a:gd name="connsiteY3" fmla="*/ 887889 h 1092783"/>
              <a:gd name="connsiteX4" fmla="*/ 215265 w 430530"/>
              <a:gd name="connsiteY4" fmla="*/ 1092783 h 1092783"/>
              <a:gd name="connsiteX5" fmla="*/ 0 w 430530"/>
              <a:gd name="connsiteY5" fmla="*/ 887889 h 1092783"/>
              <a:gd name="connsiteX6" fmla="*/ 0 w 430530"/>
              <a:gd name="connsiteY6" fmla="*/ 53816 h 1092783"/>
              <a:gd name="connsiteX0" fmla="*/ 0 w 430530"/>
              <a:gd name="connsiteY0" fmla="*/ 53816 h 1092783"/>
              <a:gd name="connsiteX1" fmla="*/ 215265 w 430530"/>
              <a:gd name="connsiteY1" fmla="*/ 0 h 1092783"/>
              <a:gd name="connsiteX2" fmla="*/ 430530 w 430530"/>
              <a:gd name="connsiteY2" fmla="*/ 53816 h 1092783"/>
              <a:gd name="connsiteX3" fmla="*/ 215265 w 430530"/>
              <a:gd name="connsiteY3" fmla="*/ 78180 h 1092783"/>
              <a:gd name="connsiteX4" fmla="*/ 0 w 430530"/>
              <a:gd name="connsiteY4" fmla="*/ 53816 h 1092783"/>
              <a:gd name="connsiteX0" fmla="*/ 430530 w 430530"/>
              <a:gd name="connsiteY0" fmla="*/ 53816 h 1092783"/>
              <a:gd name="connsiteX1" fmla="*/ 215265 w 430530"/>
              <a:gd name="connsiteY1" fmla="*/ 78179 h 1092783"/>
              <a:gd name="connsiteX2" fmla="*/ 0 w 430530"/>
              <a:gd name="connsiteY2" fmla="*/ 53816 h 1092783"/>
              <a:gd name="connsiteX3" fmla="*/ 215265 w 430530"/>
              <a:gd name="connsiteY3" fmla="*/ 0 h 1092783"/>
              <a:gd name="connsiteX4" fmla="*/ 430530 w 430530"/>
              <a:gd name="connsiteY4" fmla="*/ 53816 h 1092783"/>
              <a:gd name="connsiteX5" fmla="*/ 430530 w 430530"/>
              <a:gd name="connsiteY5" fmla="*/ 887889 h 1092783"/>
              <a:gd name="connsiteX6" fmla="*/ 224318 w 430530"/>
              <a:gd name="connsiteY6" fmla="*/ 1092783 h 1092783"/>
              <a:gd name="connsiteX7" fmla="*/ 0 w 430530"/>
              <a:gd name="connsiteY7" fmla="*/ 887889 h 1092783"/>
              <a:gd name="connsiteX8" fmla="*/ 0 w 430530"/>
              <a:gd name="connsiteY8" fmla="*/ 53816 h 1092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0530" h="1092783" stroke="0" extrusionOk="0">
                <a:moveTo>
                  <a:pt x="0" y="53816"/>
                </a:moveTo>
                <a:cubicBezTo>
                  <a:pt x="0" y="83538"/>
                  <a:pt x="96377" y="107632"/>
                  <a:pt x="215265" y="107632"/>
                </a:cubicBezTo>
                <a:cubicBezTo>
                  <a:pt x="334153" y="107632"/>
                  <a:pt x="430530" y="83538"/>
                  <a:pt x="430530" y="53816"/>
                </a:cubicBezTo>
                <a:lnTo>
                  <a:pt x="430530" y="887889"/>
                </a:lnTo>
                <a:cubicBezTo>
                  <a:pt x="430530" y="917611"/>
                  <a:pt x="334153" y="1092783"/>
                  <a:pt x="215265" y="1092783"/>
                </a:cubicBezTo>
                <a:cubicBezTo>
                  <a:pt x="96377" y="1092783"/>
                  <a:pt x="0" y="917611"/>
                  <a:pt x="0" y="887889"/>
                </a:cubicBezTo>
                <a:lnTo>
                  <a:pt x="0" y="53816"/>
                </a:lnTo>
                <a:close/>
              </a:path>
              <a:path w="430530" h="1092783" fill="lighten" stroke="0" extrusionOk="0">
                <a:moveTo>
                  <a:pt x="0" y="53816"/>
                </a:moveTo>
                <a:cubicBezTo>
                  <a:pt x="0" y="40786"/>
                  <a:pt x="96377" y="0"/>
                  <a:pt x="215265" y="0"/>
                </a:cubicBezTo>
                <a:cubicBezTo>
                  <a:pt x="334153" y="0"/>
                  <a:pt x="430530" y="24094"/>
                  <a:pt x="430530" y="53816"/>
                </a:cubicBezTo>
                <a:cubicBezTo>
                  <a:pt x="430530" y="83538"/>
                  <a:pt x="334153" y="78180"/>
                  <a:pt x="215265" y="78180"/>
                </a:cubicBezTo>
                <a:cubicBezTo>
                  <a:pt x="96377" y="78180"/>
                  <a:pt x="0" y="66846"/>
                  <a:pt x="0" y="53816"/>
                </a:cubicBezTo>
                <a:close/>
              </a:path>
              <a:path w="430530" h="1092783" fill="none" extrusionOk="0">
                <a:moveTo>
                  <a:pt x="430530" y="53816"/>
                </a:moveTo>
                <a:cubicBezTo>
                  <a:pt x="430530" y="83538"/>
                  <a:pt x="334153" y="78179"/>
                  <a:pt x="215265" y="78179"/>
                </a:cubicBezTo>
                <a:cubicBezTo>
                  <a:pt x="96377" y="78179"/>
                  <a:pt x="0" y="66846"/>
                  <a:pt x="0" y="53816"/>
                </a:cubicBezTo>
                <a:cubicBezTo>
                  <a:pt x="0" y="40786"/>
                  <a:pt x="96377" y="0"/>
                  <a:pt x="215265" y="0"/>
                </a:cubicBezTo>
                <a:cubicBezTo>
                  <a:pt x="334153" y="0"/>
                  <a:pt x="430530" y="24094"/>
                  <a:pt x="430530" y="53816"/>
                </a:cubicBezTo>
                <a:lnTo>
                  <a:pt x="430530" y="887889"/>
                </a:lnTo>
                <a:cubicBezTo>
                  <a:pt x="430530" y="917611"/>
                  <a:pt x="343206" y="1092783"/>
                  <a:pt x="224318" y="1092783"/>
                </a:cubicBezTo>
                <a:cubicBezTo>
                  <a:pt x="105430" y="1092783"/>
                  <a:pt x="0" y="917611"/>
                  <a:pt x="0" y="887889"/>
                </a:cubicBezTo>
                <a:lnTo>
                  <a:pt x="0" y="53816"/>
                </a:lnTo>
              </a:path>
            </a:pathLst>
          </a:custGeom>
          <a:solidFill>
            <a:schemeClr val="accent6">
              <a:lumMod val="60000"/>
              <a:lumOff val="40000"/>
              <a:alpha val="72000"/>
            </a:schemeClr>
          </a:solidFill>
          <a:ln w="127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ar-SA" sz="6000" dirty="0"/>
          </a:p>
        </p:txBody>
      </p:sp>
      <p:sp>
        <p:nvSpPr>
          <p:cNvPr id="29" name="مستطيل: زوايا مستديرة 79">
            <a:extLst>
              <a:ext uri="{FF2B5EF4-FFF2-40B4-BE49-F238E27FC236}">
                <a16:creationId xmlns:a16="http://schemas.microsoft.com/office/drawing/2014/main" id="{554F3D5C-0D6B-431E-BA2A-6C5E9BC26742}"/>
              </a:ext>
            </a:extLst>
          </p:cNvPr>
          <p:cNvSpPr/>
          <p:nvPr/>
        </p:nvSpPr>
        <p:spPr>
          <a:xfrm>
            <a:off x="3537603" y="2903775"/>
            <a:ext cx="177553" cy="2539014"/>
          </a:xfrm>
          <a:custGeom>
            <a:avLst/>
            <a:gdLst>
              <a:gd name="connsiteX0" fmla="*/ 0 w 221942"/>
              <a:gd name="connsiteY0" fmla="*/ 36991 h 2539014"/>
              <a:gd name="connsiteX1" fmla="*/ 36991 w 221942"/>
              <a:gd name="connsiteY1" fmla="*/ 0 h 2539014"/>
              <a:gd name="connsiteX2" fmla="*/ 184951 w 221942"/>
              <a:gd name="connsiteY2" fmla="*/ 0 h 2539014"/>
              <a:gd name="connsiteX3" fmla="*/ 221942 w 221942"/>
              <a:gd name="connsiteY3" fmla="*/ 36991 h 2539014"/>
              <a:gd name="connsiteX4" fmla="*/ 221942 w 221942"/>
              <a:gd name="connsiteY4" fmla="*/ 2502023 h 2539014"/>
              <a:gd name="connsiteX5" fmla="*/ 184951 w 221942"/>
              <a:gd name="connsiteY5" fmla="*/ 2539014 h 2539014"/>
              <a:gd name="connsiteX6" fmla="*/ 36991 w 221942"/>
              <a:gd name="connsiteY6" fmla="*/ 2539014 h 2539014"/>
              <a:gd name="connsiteX7" fmla="*/ 0 w 221942"/>
              <a:gd name="connsiteY7" fmla="*/ 2502023 h 2539014"/>
              <a:gd name="connsiteX8" fmla="*/ 0 w 221942"/>
              <a:gd name="connsiteY8" fmla="*/ 36991 h 2539014"/>
              <a:gd name="connsiteX0" fmla="*/ 53266 w 221942"/>
              <a:gd name="connsiteY0" fmla="*/ 152401 h 2539014"/>
              <a:gd name="connsiteX1" fmla="*/ 36991 w 221942"/>
              <a:gd name="connsiteY1" fmla="*/ 0 h 2539014"/>
              <a:gd name="connsiteX2" fmla="*/ 184951 w 221942"/>
              <a:gd name="connsiteY2" fmla="*/ 0 h 2539014"/>
              <a:gd name="connsiteX3" fmla="*/ 221942 w 221942"/>
              <a:gd name="connsiteY3" fmla="*/ 36991 h 2539014"/>
              <a:gd name="connsiteX4" fmla="*/ 221942 w 221942"/>
              <a:gd name="connsiteY4" fmla="*/ 2502023 h 2539014"/>
              <a:gd name="connsiteX5" fmla="*/ 184951 w 221942"/>
              <a:gd name="connsiteY5" fmla="*/ 2539014 h 2539014"/>
              <a:gd name="connsiteX6" fmla="*/ 36991 w 221942"/>
              <a:gd name="connsiteY6" fmla="*/ 2539014 h 2539014"/>
              <a:gd name="connsiteX7" fmla="*/ 0 w 221942"/>
              <a:gd name="connsiteY7" fmla="*/ 2502023 h 2539014"/>
              <a:gd name="connsiteX8" fmla="*/ 53266 w 221942"/>
              <a:gd name="connsiteY8" fmla="*/ 152401 h 2539014"/>
              <a:gd name="connsiteX0" fmla="*/ 23768 w 192444"/>
              <a:gd name="connsiteY0" fmla="*/ 152401 h 2539014"/>
              <a:gd name="connsiteX1" fmla="*/ 7493 w 192444"/>
              <a:gd name="connsiteY1" fmla="*/ 0 h 2539014"/>
              <a:gd name="connsiteX2" fmla="*/ 155453 w 192444"/>
              <a:gd name="connsiteY2" fmla="*/ 0 h 2539014"/>
              <a:gd name="connsiteX3" fmla="*/ 192444 w 192444"/>
              <a:gd name="connsiteY3" fmla="*/ 36991 h 2539014"/>
              <a:gd name="connsiteX4" fmla="*/ 192444 w 192444"/>
              <a:gd name="connsiteY4" fmla="*/ 2502023 h 2539014"/>
              <a:gd name="connsiteX5" fmla="*/ 155453 w 192444"/>
              <a:gd name="connsiteY5" fmla="*/ 2539014 h 2539014"/>
              <a:gd name="connsiteX6" fmla="*/ 7493 w 192444"/>
              <a:gd name="connsiteY6" fmla="*/ 2539014 h 2539014"/>
              <a:gd name="connsiteX7" fmla="*/ 14891 w 192444"/>
              <a:gd name="connsiteY7" fmla="*/ 2297837 h 2539014"/>
              <a:gd name="connsiteX8" fmla="*/ 23768 w 192444"/>
              <a:gd name="connsiteY8" fmla="*/ 152401 h 2539014"/>
              <a:gd name="connsiteX0" fmla="*/ 22463 w 191139"/>
              <a:gd name="connsiteY0" fmla="*/ 152401 h 2539014"/>
              <a:gd name="connsiteX1" fmla="*/ 6188 w 191139"/>
              <a:gd name="connsiteY1" fmla="*/ 0 h 2539014"/>
              <a:gd name="connsiteX2" fmla="*/ 154148 w 191139"/>
              <a:gd name="connsiteY2" fmla="*/ 0 h 2539014"/>
              <a:gd name="connsiteX3" fmla="*/ 191139 w 191139"/>
              <a:gd name="connsiteY3" fmla="*/ 36991 h 2539014"/>
              <a:gd name="connsiteX4" fmla="*/ 191139 w 191139"/>
              <a:gd name="connsiteY4" fmla="*/ 2502023 h 2539014"/>
              <a:gd name="connsiteX5" fmla="*/ 154148 w 191139"/>
              <a:gd name="connsiteY5" fmla="*/ 2539014 h 2539014"/>
              <a:gd name="connsiteX6" fmla="*/ 50577 w 191139"/>
              <a:gd name="connsiteY6" fmla="*/ 2459115 h 2539014"/>
              <a:gd name="connsiteX7" fmla="*/ 13586 w 191139"/>
              <a:gd name="connsiteY7" fmla="*/ 2297837 h 2539014"/>
              <a:gd name="connsiteX8" fmla="*/ 22463 w 191139"/>
              <a:gd name="connsiteY8" fmla="*/ 152401 h 2539014"/>
              <a:gd name="connsiteX0" fmla="*/ 8877 w 177553"/>
              <a:gd name="connsiteY0" fmla="*/ 152401 h 2539014"/>
              <a:gd name="connsiteX1" fmla="*/ 45868 w 177553"/>
              <a:gd name="connsiteY1" fmla="*/ 26633 h 2539014"/>
              <a:gd name="connsiteX2" fmla="*/ 140562 w 177553"/>
              <a:gd name="connsiteY2" fmla="*/ 0 h 2539014"/>
              <a:gd name="connsiteX3" fmla="*/ 177553 w 177553"/>
              <a:gd name="connsiteY3" fmla="*/ 36991 h 2539014"/>
              <a:gd name="connsiteX4" fmla="*/ 177553 w 177553"/>
              <a:gd name="connsiteY4" fmla="*/ 2502023 h 2539014"/>
              <a:gd name="connsiteX5" fmla="*/ 140562 w 177553"/>
              <a:gd name="connsiteY5" fmla="*/ 2539014 h 2539014"/>
              <a:gd name="connsiteX6" fmla="*/ 36991 w 177553"/>
              <a:gd name="connsiteY6" fmla="*/ 2459115 h 2539014"/>
              <a:gd name="connsiteX7" fmla="*/ 0 w 177553"/>
              <a:gd name="connsiteY7" fmla="*/ 2297837 h 2539014"/>
              <a:gd name="connsiteX8" fmla="*/ 8877 w 177553"/>
              <a:gd name="connsiteY8" fmla="*/ 152401 h 2539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553" h="2539014">
                <a:moveTo>
                  <a:pt x="8877" y="152401"/>
                </a:moveTo>
                <a:cubicBezTo>
                  <a:pt x="8877" y="131971"/>
                  <a:pt x="25438" y="26633"/>
                  <a:pt x="45868" y="26633"/>
                </a:cubicBezTo>
                <a:lnTo>
                  <a:pt x="140562" y="0"/>
                </a:lnTo>
                <a:cubicBezTo>
                  <a:pt x="160992" y="0"/>
                  <a:pt x="177553" y="16561"/>
                  <a:pt x="177553" y="36991"/>
                </a:cubicBezTo>
                <a:lnTo>
                  <a:pt x="177553" y="2502023"/>
                </a:lnTo>
                <a:cubicBezTo>
                  <a:pt x="177553" y="2522453"/>
                  <a:pt x="160992" y="2539014"/>
                  <a:pt x="140562" y="2539014"/>
                </a:cubicBezTo>
                <a:lnTo>
                  <a:pt x="36991" y="2459115"/>
                </a:lnTo>
                <a:cubicBezTo>
                  <a:pt x="16561" y="2459115"/>
                  <a:pt x="0" y="2318267"/>
                  <a:pt x="0" y="2297837"/>
                </a:cubicBezTo>
                <a:cubicBezTo>
                  <a:pt x="0" y="1476160"/>
                  <a:pt x="8877" y="974078"/>
                  <a:pt x="8877" y="152401"/>
                </a:cubicBezTo>
                <a:close/>
              </a:path>
            </a:pathLst>
          </a:custGeom>
          <a:solidFill>
            <a:schemeClr val="bg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 dirty="0"/>
          </a:p>
        </p:txBody>
      </p:sp>
      <p:sp>
        <p:nvSpPr>
          <p:cNvPr id="30" name="مستطيل: زوايا مستديرة 79">
            <a:extLst>
              <a:ext uri="{FF2B5EF4-FFF2-40B4-BE49-F238E27FC236}">
                <a16:creationId xmlns:a16="http://schemas.microsoft.com/office/drawing/2014/main" id="{0C2C343C-0CC5-446A-8BE2-A3D4C4C1E5F2}"/>
              </a:ext>
            </a:extLst>
          </p:cNvPr>
          <p:cNvSpPr/>
          <p:nvPr/>
        </p:nvSpPr>
        <p:spPr>
          <a:xfrm rot="10800000">
            <a:off x="2875720" y="2881123"/>
            <a:ext cx="299117" cy="2691414"/>
          </a:xfrm>
          <a:custGeom>
            <a:avLst/>
            <a:gdLst>
              <a:gd name="connsiteX0" fmla="*/ 0 w 221942"/>
              <a:gd name="connsiteY0" fmla="*/ 36991 h 2539014"/>
              <a:gd name="connsiteX1" fmla="*/ 36991 w 221942"/>
              <a:gd name="connsiteY1" fmla="*/ 0 h 2539014"/>
              <a:gd name="connsiteX2" fmla="*/ 184951 w 221942"/>
              <a:gd name="connsiteY2" fmla="*/ 0 h 2539014"/>
              <a:gd name="connsiteX3" fmla="*/ 221942 w 221942"/>
              <a:gd name="connsiteY3" fmla="*/ 36991 h 2539014"/>
              <a:gd name="connsiteX4" fmla="*/ 221942 w 221942"/>
              <a:gd name="connsiteY4" fmla="*/ 2502023 h 2539014"/>
              <a:gd name="connsiteX5" fmla="*/ 184951 w 221942"/>
              <a:gd name="connsiteY5" fmla="*/ 2539014 h 2539014"/>
              <a:gd name="connsiteX6" fmla="*/ 36991 w 221942"/>
              <a:gd name="connsiteY6" fmla="*/ 2539014 h 2539014"/>
              <a:gd name="connsiteX7" fmla="*/ 0 w 221942"/>
              <a:gd name="connsiteY7" fmla="*/ 2502023 h 2539014"/>
              <a:gd name="connsiteX8" fmla="*/ 0 w 221942"/>
              <a:gd name="connsiteY8" fmla="*/ 36991 h 2539014"/>
              <a:gd name="connsiteX0" fmla="*/ 53266 w 221942"/>
              <a:gd name="connsiteY0" fmla="*/ 152401 h 2539014"/>
              <a:gd name="connsiteX1" fmla="*/ 36991 w 221942"/>
              <a:gd name="connsiteY1" fmla="*/ 0 h 2539014"/>
              <a:gd name="connsiteX2" fmla="*/ 184951 w 221942"/>
              <a:gd name="connsiteY2" fmla="*/ 0 h 2539014"/>
              <a:gd name="connsiteX3" fmla="*/ 221942 w 221942"/>
              <a:gd name="connsiteY3" fmla="*/ 36991 h 2539014"/>
              <a:gd name="connsiteX4" fmla="*/ 221942 w 221942"/>
              <a:gd name="connsiteY4" fmla="*/ 2502023 h 2539014"/>
              <a:gd name="connsiteX5" fmla="*/ 184951 w 221942"/>
              <a:gd name="connsiteY5" fmla="*/ 2539014 h 2539014"/>
              <a:gd name="connsiteX6" fmla="*/ 36991 w 221942"/>
              <a:gd name="connsiteY6" fmla="*/ 2539014 h 2539014"/>
              <a:gd name="connsiteX7" fmla="*/ 0 w 221942"/>
              <a:gd name="connsiteY7" fmla="*/ 2502023 h 2539014"/>
              <a:gd name="connsiteX8" fmla="*/ 53266 w 221942"/>
              <a:gd name="connsiteY8" fmla="*/ 152401 h 2539014"/>
              <a:gd name="connsiteX0" fmla="*/ 23768 w 192444"/>
              <a:gd name="connsiteY0" fmla="*/ 152401 h 2539014"/>
              <a:gd name="connsiteX1" fmla="*/ 7493 w 192444"/>
              <a:gd name="connsiteY1" fmla="*/ 0 h 2539014"/>
              <a:gd name="connsiteX2" fmla="*/ 155453 w 192444"/>
              <a:gd name="connsiteY2" fmla="*/ 0 h 2539014"/>
              <a:gd name="connsiteX3" fmla="*/ 192444 w 192444"/>
              <a:gd name="connsiteY3" fmla="*/ 36991 h 2539014"/>
              <a:gd name="connsiteX4" fmla="*/ 192444 w 192444"/>
              <a:gd name="connsiteY4" fmla="*/ 2502023 h 2539014"/>
              <a:gd name="connsiteX5" fmla="*/ 155453 w 192444"/>
              <a:gd name="connsiteY5" fmla="*/ 2539014 h 2539014"/>
              <a:gd name="connsiteX6" fmla="*/ 7493 w 192444"/>
              <a:gd name="connsiteY6" fmla="*/ 2539014 h 2539014"/>
              <a:gd name="connsiteX7" fmla="*/ 14891 w 192444"/>
              <a:gd name="connsiteY7" fmla="*/ 2297837 h 2539014"/>
              <a:gd name="connsiteX8" fmla="*/ 23768 w 192444"/>
              <a:gd name="connsiteY8" fmla="*/ 152401 h 2539014"/>
              <a:gd name="connsiteX0" fmla="*/ 22463 w 191139"/>
              <a:gd name="connsiteY0" fmla="*/ 152401 h 2539014"/>
              <a:gd name="connsiteX1" fmla="*/ 6188 w 191139"/>
              <a:gd name="connsiteY1" fmla="*/ 0 h 2539014"/>
              <a:gd name="connsiteX2" fmla="*/ 154148 w 191139"/>
              <a:gd name="connsiteY2" fmla="*/ 0 h 2539014"/>
              <a:gd name="connsiteX3" fmla="*/ 191139 w 191139"/>
              <a:gd name="connsiteY3" fmla="*/ 36991 h 2539014"/>
              <a:gd name="connsiteX4" fmla="*/ 191139 w 191139"/>
              <a:gd name="connsiteY4" fmla="*/ 2502023 h 2539014"/>
              <a:gd name="connsiteX5" fmla="*/ 154148 w 191139"/>
              <a:gd name="connsiteY5" fmla="*/ 2539014 h 2539014"/>
              <a:gd name="connsiteX6" fmla="*/ 50577 w 191139"/>
              <a:gd name="connsiteY6" fmla="*/ 2459115 h 2539014"/>
              <a:gd name="connsiteX7" fmla="*/ 13586 w 191139"/>
              <a:gd name="connsiteY7" fmla="*/ 2297837 h 2539014"/>
              <a:gd name="connsiteX8" fmla="*/ 22463 w 191139"/>
              <a:gd name="connsiteY8" fmla="*/ 152401 h 2539014"/>
              <a:gd name="connsiteX0" fmla="*/ 8877 w 177553"/>
              <a:gd name="connsiteY0" fmla="*/ 152401 h 2539014"/>
              <a:gd name="connsiteX1" fmla="*/ 45868 w 177553"/>
              <a:gd name="connsiteY1" fmla="*/ 26633 h 2539014"/>
              <a:gd name="connsiteX2" fmla="*/ 140562 w 177553"/>
              <a:gd name="connsiteY2" fmla="*/ 0 h 2539014"/>
              <a:gd name="connsiteX3" fmla="*/ 177553 w 177553"/>
              <a:gd name="connsiteY3" fmla="*/ 36991 h 2539014"/>
              <a:gd name="connsiteX4" fmla="*/ 177553 w 177553"/>
              <a:gd name="connsiteY4" fmla="*/ 2502023 h 2539014"/>
              <a:gd name="connsiteX5" fmla="*/ 140562 w 177553"/>
              <a:gd name="connsiteY5" fmla="*/ 2539014 h 2539014"/>
              <a:gd name="connsiteX6" fmla="*/ 36991 w 177553"/>
              <a:gd name="connsiteY6" fmla="*/ 2459115 h 2539014"/>
              <a:gd name="connsiteX7" fmla="*/ 0 w 177553"/>
              <a:gd name="connsiteY7" fmla="*/ 2297837 h 2539014"/>
              <a:gd name="connsiteX8" fmla="*/ 8877 w 177553"/>
              <a:gd name="connsiteY8" fmla="*/ 152401 h 2539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553" h="2539014">
                <a:moveTo>
                  <a:pt x="8877" y="152401"/>
                </a:moveTo>
                <a:cubicBezTo>
                  <a:pt x="8877" y="131971"/>
                  <a:pt x="25438" y="26633"/>
                  <a:pt x="45868" y="26633"/>
                </a:cubicBezTo>
                <a:lnTo>
                  <a:pt x="140562" y="0"/>
                </a:lnTo>
                <a:cubicBezTo>
                  <a:pt x="160992" y="0"/>
                  <a:pt x="177553" y="16561"/>
                  <a:pt x="177553" y="36991"/>
                </a:cubicBezTo>
                <a:lnTo>
                  <a:pt x="177553" y="2502023"/>
                </a:lnTo>
                <a:cubicBezTo>
                  <a:pt x="177553" y="2522453"/>
                  <a:pt x="160992" y="2539014"/>
                  <a:pt x="140562" y="2539014"/>
                </a:cubicBezTo>
                <a:lnTo>
                  <a:pt x="36991" y="2459115"/>
                </a:lnTo>
                <a:cubicBezTo>
                  <a:pt x="16561" y="2459115"/>
                  <a:pt x="0" y="2318267"/>
                  <a:pt x="0" y="2297837"/>
                </a:cubicBezTo>
                <a:cubicBezTo>
                  <a:pt x="0" y="1476160"/>
                  <a:pt x="8877" y="974078"/>
                  <a:pt x="8877" y="152401"/>
                </a:cubicBezTo>
                <a:close/>
              </a:path>
            </a:pathLst>
          </a:custGeom>
          <a:solidFill>
            <a:schemeClr val="bg1"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 dirty="0"/>
          </a:p>
        </p:txBody>
      </p:sp>
      <p:grpSp>
        <p:nvGrpSpPr>
          <p:cNvPr id="42" name="مجموعة 41">
            <a:extLst>
              <a:ext uri="{FF2B5EF4-FFF2-40B4-BE49-F238E27FC236}">
                <a16:creationId xmlns:a16="http://schemas.microsoft.com/office/drawing/2014/main" id="{BFE73FC3-F2C6-411D-A4C9-880FEA1E09BA}"/>
              </a:ext>
            </a:extLst>
          </p:cNvPr>
          <p:cNvGrpSpPr/>
          <p:nvPr/>
        </p:nvGrpSpPr>
        <p:grpSpPr>
          <a:xfrm>
            <a:off x="567148" y="3425641"/>
            <a:ext cx="1148222" cy="2440516"/>
            <a:chOff x="4426088" y="402113"/>
            <a:chExt cx="1426340" cy="3031649"/>
          </a:xfrm>
        </p:grpSpPr>
        <p:pic>
          <p:nvPicPr>
            <p:cNvPr id="43" name="Picture 57">
              <a:extLst>
                <a:ext uri="{FF2B5EF4-FFF2-40B4-BE49-F238E27FC236}">
                  <a16:creationId xmlns:a16="http://schemas.microsoft.com/office/drawing/2014/main" id="{B9732DBA-C564-4991-8C01-9D7F4AE8A7C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harpenSoften amoun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809" t="-449" r="65568" b="79122"/>
            <a:stretch/>
          </p:blipFill>
          <p:spPr bwMode="auto">
            <a:xfrm>
              <a:off x="4426088" y="402113"/>
              <a:ext cx="1426340" cy="1118867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44" name="مستطيل: زوايا علوية مقصوصة 70">
              <a:extLst>
                <a:ext uri="{FF2B5EF4-FFF2-40B4-BE49-F238E27FC236}">
                  <a16:creationId xmlns:a16="http://schemas.microsoft.com/office/drawing/2014/main" id="{7E46E03C-89F5-4E94-9098-6F97CC5D600B}"/>
                </a:ext>
              </a:extLst>
            </p:cNvPr>
            <p:cNvSpPr/>
            <p:nvPr/>
          </p:nvSpPr>
          <p:spPr>
            <a:xfrm rot="10800000">
              <a:off x="4929438" y="1501877"/>
              <a:ext cx="399954" cy="1931885"/>
            </a:xfrm>
            <a:custGeom>
              <a:avLst/>
              <a:gdLst>
                <a:gd name="connsiteX0" fmla="*/ 199977 w 399954"/>
                <a:gd name="connsiteY0" fmla="*/ 0 h 1927085"/>
                <a:gd name="connsiteX1" fmla="*/ 199977 w 399954"/>
                <a:gd name="connsiteY1" fmla="*/ 0 h 1927085"/>
                <a:gd name="connsiteX2" fmla="*/ 399954 w 399954"/>
                <a:gd name="connsiteY2" fmla="*/ 199977 h 1927085"/>
                <a:gd name="connsiteX3" fmla="*/ 399954 w 399954"/>
                <a:gd name="connsiteY3" fmla="*/ 1927085 h 1927085"/>
                <a:gd name="connsiteX4" fmla="*/ 399954 w 399954"/>
                <a:gd name="connsiteY4" fmla="*/ 1927085 h 1927085"/>
                <a:gd name="connsiteX5" fmla="*/ 0 w 399954"/>
                <a:gd name="connsiteY5" fmla="*/ 1927085 h 1927085"/>
                <a:gd name="connsiteX6" fmla="*/ 0 w 399954"/>
                <a:gd name="connsiteY6" fmla="*/ 1927085 h 1927085"/>
                <a:gd name="connsiteX7" fmla="*/ 0 w 399954"/>
                <a:gd name="connsiteY7" fmla="*/ 199977 h 1927085"/>
                <a:gd name="connsiteX8" fmla="*/ 199977 w 399954"/>
                <a:gd name="connsiteY8" fmla="*/ 0 h 1927085"/>
                <a:gd name="connsiteX0" fmla="*/ 199977 w 399954"/>
                <a:gd name="connsiteY0" fmla="*/ 0 h 1927085"/>
                <a:gd name="connsiteX1" fmla="*/ 199977 w 399954"/>
                <a:gd name="connsiteY1" fmla="*/ 0 h 1927085"/>
                <a:gd name="connsiteX2" fmla="*/ 399954 w 399954"/>
                <a:gd name="connsiteY2" fmla="*/ 199977 h 1927085"/>
                <a:gd name="connsiteX3" fmla="*/ 399954 w 399954"/>
                <a:gd name="connsiteY3" fmla="*/ 1927085 h 1927085"/>
                <a:gd name="connsiteX4" fmla="*/ 399954 w 399954"/>
                <a:gd name="connsiteY4" fmla="*/ 1927085 h 1927085"/>
                <a:gd name="connsiteX5" fmla="*/ 0 w 399954"/>
                <a:gd name="connsiteY5" fmla="*/ 1927085 h 1927085"/>
                <a:gd name="connsiteX6" fmla="*/ 0 w 399954"/>
                <a:gd name="connsiteY6" fmla="*/ 1927085 h 1927085"/>
                <a:gd name="connsiteX7" fmla="*/ 102394 w 399954"/>
                <a:gd name="connsiteY7" fmla="*/ 576215 h 1927085"/>
                <a:gd name="connsiteX8" fmla="*/ 199977 w 399954"/>
                <a:gd name="connsiteY8" fmla="*/ 0 h 1927085"/>
                <a:gd name="connsiteX0" fmla="*/ 199977 w 399954"/>
                <a:gd name="connsiteY0" fmla="*/ 0 h 1927085"/>
                <a:gd name="connsiteX1" fmla="*/ 199977 w 399954"/>
                <a:gd name="connsiteY1" fmla="*/ 0 h 1927085"/>
                <a:gd name="connsiteX2" fmla="*/ 302323 w 399954"/>
                <a:gd name="connsiteY2" fmla="*/ 554783 h 1927085"/>
                <a:gd name="connsiteX3" fmla="*/ 399954 w 399954"/>
                <a:gd name="connsiteY3" fmla="*/ 1927085 h 1927085"/>
                <a:gd name="connsiteX4" fmla="*/ 399954 w 399954"/>
                <a:gd name="connsiteY4" fmla="*/ 1927085 h 1927085"/>
                <a:gd name="connsiteX5" fmla="*/ 0 w 399954"/>
                <a:gd name="connsiteY5" fmla="*/ 1927085 h 1927085"/>
                <a:gd name="connsiteX6" fmla="*/ 0 w 399954"/>
                <a:gd name="connsiteY6" fmla="*/ 1927085 h 1927085"/>
                <a:gd name="connsiteX7" fmla="*/ 102394 w 399954"/>
                <a:gd name="connsiteY7" fmla="*/ 576215 h 1927085"/>
                <a:gd name="connsiteX8" fmla="*/ 199977 w 399954"/>
                <a:gd name="connsiteY8" fmla="*/ 0 h 1927085"/>
                <a:gd name="connsiteX0" fmla="*/ 199977 w 399954"/>
                <a:gd name="connsiteY0" fmla="*/ 0 h 1927085"/>
                <a:gd name="connsiteX1" fmla="*/ 199977 w 399954"/>
                <a:gd name="connsiteY1" fmla="*/ 0 h 1927085"/>
                <a:gd name="connsiteX2" fmla="*/ 302323 w 399954"/>
                <a:gd name="connsiteY2" fmla="*/ 554783 h 1927085"/>
                <a:gd name="connsiteX3" fmla="*/ 399954 w 399954"/>
                <a:gd name="connsiteY3" fmla="*/ 1927085 h 1927085"/>
                <a:gd name="connsiteX4" fmla="*/ 399954 w 399954"/>
                <a:gd name="connsiteY4" fmla="*/ 1927085 h 1927085"/>
                <a:gd name="connsiteX5" fmla="*/ 0 w 399954"/>
                <a:gd name="connsiteY5" fmla="*/ 1927085 h 1927085"/>
                <a:gd name="connsiteX6" fmla="*/ 0 w 399954"/>
                <a:gd name="connsiteY6" fmla="*/ 1927085 h 1927085"/>
                <a:gd name="connsiteX7" fmla="*/ 102394 w 399954"/>
                <a:gd name="connsiteY7" fmla="*/ 576215 h 1927085"/>
                <a:gd name="connsiteX8" fmla="*/ 175382 w 399954"/>
                <a:gd name="connsiteY8" fmla="*/ 2396 h 1927085"/>
                <a:gd name="connsiteX9" fmla="*/ 199977 w 399954"/>
                <a:gd name="connsiteY9" fmla="*/ 0 h 1927085"/>
                <a:gd name="connsiteX0" fmla="*/ 199977 w 399954"/>
                <a:gd name="connsiteY0" fmla="*/ 0 h 1927085"/>
                <a:gd name="connsiteX1" fmla="*/ 199977 w 399954"/>
                <a:gd name="connsiteY1" fmla="*/ 0 h 1927085"/>
                <a:gd name="connsiteX2" fmla="*/ 220626 w 399954"/>
                <a:gd name="connsiteY2" fmla="*/ 21446 h 1927085"/>
                <a:gd name="connsiteX3" fmla="*/ 302323 w 399954"/>
                <a:gd name="connsiteY3" fmla="*/ 554783 h 1927085"/>
                <a:gd name="connsiteX4" fmla="*/ 399954 w 399954"/>
                <a:gd name="connsiteY4" fmla="*/ 1927085 h 1927085"/>
                <a:gd name="connsiteX5" fmla="*/ 399954 w 399954"/>
                <a:gd name="connsiteY5" fmla="*/ 1927085 h 1927085"/>
                <a:gd name="connsiteX6" fmla="*/ 0 w 399954"/>
                <a:gd name="connsiteY6" fmla="*/ 1927085 h 1927085"/>
                <a:gd name="connsiteX7" fmla="*/ 0 w 399954"/>
                <a:gd name="connsiteY7" fmla="*/ 1927085 h 1927085"/>
                <a:gd name="connsiteX8" fmla="*/ 102394 w 399954"/>
                <a:gd name="connsiteY8" fmla="*/ 576215 h 1927085"/>
                <a:gd name="connsiteX9" fmla="*/ 175382 w 399954"/>
                <a:gd name="connsiteY9" fmla="*/ 2396 h 1927085"/>
                <a:gd name="connsiteX10" fmla="*/ 199977 w 399954"/>
                <a:gd name="connsiteY10" fmla="*/ 0 h 1927085"/>
                <a:gd name="connsiteX0" fmla="*/ 199977 w 399954"/>
                <a:gd name="connsiteY0" fmla="*/ 4800 h 1931885"/>
                <a:gd name="connsiteX1" fmla="*/ 199977 w 399954"/>
                <a:gd name="connsiteY1" fmla="*/ 4800 h 1931885"/>
                <a:gd name="connsiteX2" fmla="*/ 225389 w 399954"/>
                <a:gd name="connsiteY2" fmla="*/ 4814 h 1931885"/>
                <a:gd name="connsiteX3" fmla="*/ 302323 w 399954"/>
                <a:gd name="connsiteY3" fmla="*/ 559583 h 1931885"/>
                <a:gd name="connsiteX4" fmla="*/ 399954 w 399954"/>
                <a:gd name="connsiteY4" fmla="*/ 1931885 h 1931885"/>
                <a:gd name="connsiteX5" fmla="*/ 399954 w 399954"/>
                <a:gd name="connsiteY5" fmla="*/ 1931885 h 1931885"/>
                <a:gd name="connsiteX6" fmla="*/ 0 w 399954"/>
                <a:gd name="connsiteY6" fmla="*/ 1931885 h 1931885"/>
                <a:gd name="connsiteX7" fmla="*/ 0 w 399954"/>
                <a:gd name="connsiteY7" fmla="*/ 1931885 h 1931885"/>
                <a:gd name="connsiteX8" fmla="*/ 102394 w 399954"/>
                <a:gd name="connsiteY8" fmla="*/ 581015 h 1931885"/>
                <a:gd name="connsiteX9" fmla="*/ 175382 w 399954"/>
                <a:gd name="connsiteY9" fmla="*/ 7196 h 1931885"/>
                <a:gd name="connsiteX10" fmla="*/ 199977 w 399954"/>
                <a:gd name="connsiteY10" fmla="*/ 4800 h 1931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99954" h="1931885">
                  <a:moveTo>
                    <a:pt x="199977" y="4800"/>
                  </a:moveTo>
                  <a:lnTo>
                    <a:pt x="199977" y="4800"/>
                  </a:lnTo>
                  <a:cubicBezTo>
                    <a:pt x="204479" y="21474"/>
                    <a:pt x="220887" y="-11860"/>
                    <a:pt x="225389" y="4814"/>
                  </a:cubicBezTo>
                  <a:lnTo>
                    <a:pt x="302323" y="559583"/>
                  </a:lnTo>
                  <a:lnTo>
                    <a:pt x="399954" y="1931885"/>
                  </a:lnTo>
                  <a:lnTo>
                    <a:pt x="399954" y="1931885"/>
                  </a:lnTo>
                  <a:lnTo>
                    <a:pt x="0" y="1931885"/>
                  </a:lnTo>
                  <a:lnTo>
                    <a:pt x="0" y="1931885"/>
                  </a:lnTo>
                  <a:lnTo>
                    <a:pt x="102394" y="581015"/>
                  </a:lnTo>
                  <a:cubicBezTo>
                    <a:pt x="132280" y="403236"/>
                    <a:pt x="145496" y="184975"/>
                    <a:pt x="175382" y="7196"/>
                  </a:cubicBezTo>
                  <a:lnTo>
                    <a:pt x="199977" y="480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DZ" dirty="0"/>
            </a:p>
          </p:txBody>
        </p:sp>
        <p:sp>
          <p:nvSpPr>
            <p:cNvPr id="45" name="شكل حر: شكل 44">
              <a:extLst>
                <a:ext uri="{FF2B5EF4-FFF2-40B4-BE49-F238E27FC236}">
                  <a16:creationId xmlns:a16="http://schemas.microsoft.com/office/drawing/2014/main" id="{EA45DC5C-4DB2-4294-8967-D84094E3B483}"/>
                </a:ext>
              </a:extLst>
            </p:cNvPr>
            <p:cNvSpPr/>
            <p:nvPr/>
          </p:nvSpPr>
          <p:spPr>
            <a:xfrm rot="10800000">
              <a:off x="4963251" y="1958747"/>
              <a:ext cx="332327" cy="1471657"/>
            </a:xfrm>
            <a:custGeom>
              <a:avLst/>
              <a:gdLst>
                <a:gd name="connsiteX0" fmla="*/ 332327 w 332327"/>
                <a:gd name="connsiteY0" fmla="*/ 1471657 h 1471657"/>
                <a:gd name="connsiteX1" fmla="*/ 0 w 332327"/>
                <a:gd name="connsiteY1" fmla="*/ 1471657 h 1471657"/>
                <a:gd name="connsiteX2" fmla="*/ 67509 w 332327"/>
                <a:gd name="connsiteY2" fmla="*/ 581015 h 1471657"/>
                <a:gd name="connsiteX3" fmla="*/ 140497 w 332327"/>
                <a:gd name="connsiteY3" fmla="*/ 7196 h 1471657"/>
                <a:gd name="connsiteX4" fmla="*/ 165092 w 332327"/>
                <a:gd name="connsiteY4" fmla="*/ 4800 h 1471657"/>
                <a:gd name="connsiteX5" fmla="*/ 190504 w 332327"/>
                <a:gd name="connsiteY5" fmla="*/ 4814 h 1471657"/>
                <a:gd name="connsiteX6" fmla="*/ 267438 w 332327"/>
                <a:gd name="connsiteY6" fmla="*/ 559583 h 147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2327" h="1471657">
                  <a:moveTo>
                    <a:pt x="332327" y="1471657"/>
                  </a:moveTo>
                  <a:lnTo>
                    <a:pt x="0" y="1471657"/>
                  </a:lnTo>
                  <a:lnTo>
                    <a:pt x="67509" y="581015"/>
                  </a:lnTo>
                  <a:cubicBezTo>
                    <a:pt x="97395" y="403236"/>
                    <a:pt x="110611" y="184975"/>
                    <a:pt x="140497" y="7196"/>
                  </a:cubicBezTo>
                  <a:lnTo>
                    <a:pt x="165092" y="4800"/>
                  </a:lnTo>
                  <a:cubicBezTo>
                    <a:pt x="169594" y="21474"/>
                    <a:pt x="186002" y="-11860"/>
                    <a:pt x="190504" y="4814"/>
                  </a:cubicBezTo>
                  <a:lnTo>
                    <a:pt x="267438" y="559583"/>
                  </a:lnTo>
                  <a:close/>
                </a:path>
              </a:pathLst>
            </a:custGeom>
            <a:solidFill>
              <a:srgbClr val="FFFFCC"/>
            </a:solidFill>
            <a:ln w="31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ar-DZ" dirty="0"/>
            </a:p>
          </p:txBody>
        </p:sp>
      </p:grpSp>
      <p:grpSp>
        <p:nvGrpSpPr>
          <p:cNvPr id="46" name="مجموعة 45">
            <a:extLst>
              <a:ext uri="{FF2B5EF4-FFF2-40B4-BE49-F238E27FC236}">
                <a16:creationId xmlns:a16="http://schemas.microsoft.com/office/drawing/2014/main" id="{AF545DB2-A31E-48A2-9699-77CE307E4560}"/>
              </a:ext>
            </a:extLst>
          </p:cNvPr>
          <p:cNvGrpSpPr/>
          <p:nvPr/>
        </p:nvGrpSpPr>
        <p:grpSpPr>
          <a:xfrm>
            <a:off x="466643" y="4317138"/>
            <a:ext cx="1339184" cy="1879142"/>
            <a:chOff x="5120858" y="1950866"/>
            <a:chExt cx="1426340" cy="2001440"/>
          </a:xfrm>
        </p:grpSpPr>
        <p:pic>
          <p:nvPicPr>
            <p:cNvPr id="47" name="Picture 57">
              <a:extLst>
                <a:ext uri="{FF2B5EF4-FFF2-40B4-BE49-F238E27FC236}">
                  <a16:creationId xmlns:a16="http://schemas.microsoft.com/office/drawing/2014/main" id="{5D33D086-40B7-41DB-89C0-31221B3333A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harpenSoften amoun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809" t="20255" r="65568" b="41594"/>
            <a:stretch/>
          </p:blipFill>
          <p:spPr bwMode="auto">
            <a:xfrm>
              <a:off x="5120858" y="1950866"/>
              <a:ext cx="1426340" cy="2001440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48" name="Rounded Rectangle 59">
              <a:extLst>
                <a:ext uri="{FF2B5EF4-FFF2-40B4-BE49-F238E27FC236}">
                  <a16:creationId xmlns:a16="http://schemas.microsoft.com/office/drawing/2014/main" id="{2A0811C2-A5B4-43C9-95A7-63AD097C90F6}"/>
                </a:ext>
              </a:extLst>
            </p:cNvPr>
            <p:cNvSpPr/>
            <p:nvPr/>
          </p:nvSpPr>
          <p:spPr>
            <a:xfrm>
              <a:off x="5248926" y="2341089"/>
              <a:ext cx="1179271" cy="519813"/>
            </a:xfrm>
            <a:prstGeom prst="roundRect">
              <a:avLst/>
            </a:prstGeom>
            <a:gradFill>
              <a:gsLst>
                <a:gs pos="11000">
                  <a:srgbClr val="FCFCFC"/>
                </a:gs>
                <a:gs pos="10000">
                  <a:sysClr val="window" lastClr="FFFFFF"/>
                </a:gs>
                <a:gs pos="0">
                  <a:sysClr val="window" lastClr="FFFFFF">
                    <a:lumMod val="85000"/>
                  </a:sysClr>
                </a:gs>
                <a:gs pos="100000">
                  <a:sysClr val="window" lastClr="FFFFFF">
                    <a:lumMod val="85000"/>
                  </a:sysClr>
                </a:gs>
              </a:gsLst>
              <a:lin ang="54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1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Aft>
                  <a:spcPts val="1000"/>
                </a:spcAft>
              </a:pPr>
              <a:r>
                <a:rPr lang="fr-FR" sz="2400" b="1" dirty="0" err="1">
                  <a:latin typeface="Times New Roman" panose="02020603050405020304" pitchFamily="18" charset="0"/>
                  <a:ea typeface="Calibri" panose="020F0502020204030204" pitchFamily="34" charset="0"/>
                  <a:cs typeface="Arial" panose="020B0604020202020204" pitchFamily="34" charset="0"/>
                </a:rPr>
                <a:t>NaOH</a:t>
              </a:r>
              <a:endParaRPr lang="en-US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3" name="مجموعة 62">
            <a:extLst>
              <a:ext uri="{FF2B5EF4-FFF2-40B4-BE49-F238E27FC236}">
                <a16:creationId xmlns:a16="http://schemas.microsoft.com/office/drawing/2014/main" id="{08666ACF-4A27-4A92-AE9A-CBDC2E7060CA}"/>
              </a:ext>
            </a:extLst>
          </p:cNvPr>
          <p:cNvGrpSpPr/>
          <p:nvPr/>
        </p:nvGrpSpPr>
        <p:grpSpPr>
          <a:xfrm>
            <a:off x="9250171" y="3554808"/>
            <a:ext cx="1148222" cy="2440516"/>
            <a:chOff x="4426088" y="402113"/>
            <a:chExt cx="1426340" cy="3031649"/>
          </a:xfrm>
        </p:grpSpPr>
        <p:pic>
          <p:nvPicPr>
            <p:cNvPr id="64" name="Picture 57">
              <a:extLst>
                <a:ext uri="{FF2B5EF4-FFF2-40B4-BE49-F238E27FC236}">
                  <a16:creationId xmlns:a16="http://schemas.microsoft.com/office/drawing/2014/main" id="{87C511F6-2A57-4732-9AC6-72E19C47E29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harpenSoften amoun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809" t="-449" r="65568" b="79122"/>
            <a:stretch/>
          </p:blipFill>
          <p:spPr bwMode="auto">
            <a:xfrm>
              <a:off x="4426088" y="402113"/>
              <a:ext cx="1426340" cy="1118867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65" name="مستطيل: زوايا علوية مقصوصة 70">
              <a:extLst>
                <a:ext uri="{FF2B5EF4-FFF2-40B4-BE49-F238E27FC236}">
                  <a16:creationId xmlns:a16="http://schemas.microsoft.com/office/drawing/2014/main" id="{DBBDD231-9101-4DBF-BDC3-D13963226610}"/>
                </a:ext>
              </a:extLst>
            </p:cNvPr>
            <p:cNvSpPr/>
            <p:nvPr/>
          </p:nvSpPr>
          <p:spPr>
            <a:xfrm rot="10800000">
              <a:off x="4929438" y="1501877"/>
              <a:ext cx="399954" cy="1931885"/>
            </a:xfrm>
            <a:custGeom>
              <a:avLst/>
              <a:gdLst>
                <a:gd name="connsiteX0" fmla="*/ 199977 w 399954"/>
                <a:gd name="connsiteY0" fmla="*/ 0 h 1927085"/>
                <a:gd name="connsiteX1" fmla="*/ 199977 w 399954"/>
                <a:gd name="connsiteY1" fmla="*/ 0 h 1927085"/>
                <a:gd name="connsiteX2" fmla="*/ 399954 w 399954"/>
                <a:gd name="connsiteY2" fmla="*/ 199977 h 1927085"/>
                <a:gd name="connsiteX3" fmla="*/ 399954 w 399954"/>
                <a:gd name="connsiteY3" fmla="*/ 1927085 h 1927085"/>
                <a:gd name="connsiteX4" fmla="*/ 399954 w 399954"/>
                <a:gd name="connsiteY4" fmla="*/ 1927085 h 1927085"/>
                <a:gd name="connsiteX5" fmla="*/ 0 w 399954"/>
                <a:gd name="connsiteY5" fmla="*/ 1927085 h 1927085"/>
                <a:gd name="connsiteX6" fmla="*/ 0 w 399954"/>
                <a:gd name="connsiteY6" fmla="*/ 1927085 h 1927085"/>
                <a:gd name="connsiteX7" fmla="*/ 0 w 399954"/>
                <a:gd name="connsiteY7" fmla="*/ 199977 h 1927085"/>
                <a:gd name="connsiteX8" fmla="*/ 199977 w 399954"/>
                <a:gd name="connsiteY8" fmla="*/ 0 h 1927085"/>
                <a:gd name="connsiteX0" fmla="*/ 199977 w 399954"/>
                <a:gd name="connsiteY0" fmla="*/ 0 h 1927085"/>
                <a:gd name="connsiteX1" fmla="*/ 199977 w 399954"/>
                <a:gd name="connsiteY1" fmla="*/ 0 h 1927085"/>
                <a:gd name="connsiteX2" fmla="*/ 399954 w 399954"/>
                <a:gd name="connsiteY2" fmla="*/ 199977 h 1927085"/>
                <a:gd name="connsiteX3" fmla="*/ 399954 w 399954"/>
                <a:gd name="connsiteY3" fmla="*/ 1927085 h 1927085"/>
                <a:gd name="connsiteX4" fmla="*/ 399954 w 399954"/>
                <a:gd name="connsiteY4" fmla="*/ 1927085 h 1927085"/>
                <a:gd name="connsiteX5" fmla="*/ 0 w 399954"/>
                <a:gd name="connsiteY5" fmla="*/ 1927085 h 1927085"/>
                <a:gd name="connsiteX6" fmla="*/ 0 w 399954"/>
                <a:gd name="connsiteY6" fmla="*/ 1927085 h 1927085"/>
                <a:gd name="connsiteX7" fmla="*/ 102394 w 399954"/>
                <a:gd name="connsiteY7" fmla="*/ 576215 h 1927085"/>
                <a:gd name="connsiteX8" fmla="*/ 199977 w 399954"/>
                <a:gd name="connsiteY8" fmla="*/ 0 h 1927085"/>
                <a:gd name="connsiteX0" fmla="*/ 199977 w 399954"/>
                <a:gd name="connsiteY0" fmla="*/ 0 h 1927085"/>
                <a:gd name="connsiteX1" fmla="*/ 199977 w 399954"/>
                <a:gd name="connsiteY1" fmla="*/ 0 h 1927085"/>
                <a:gd name="connsiteX2" fmla="*/ 302323 w 399954"/>
                <a:gd name="connsiteY2" fmla="*/ 554783 h 1927085"/>
                <a:gd name="connsiteX3" fmla="*/ 399954 w 399954"/>
                <a:gd name="connsiteY3" fmla="*/ 1927085 h 1927085"/>
                <a:gd name="connsiteX4" fmla="*/ 399954 w 399954"/>
                <a:gd name="connsiteY4" fmla="*/ 1927085 h 1927085"/>
                <a:gd name="connsiteX5" fmla="*/ 0 w 399954"/>
                <a:gd name="connsiteY5" fmla="*/ 1927085 h 1927085"/>
                <a:gd name="connsiteX6" fmla="*/ 0 w 399954"/>
                <a:gd name="connsiteY6" fmla="*/ 1927085 h 1927085"/>
                <a:gd name="connsiteX7" fmla="*/ 102394 w 399954"/>
                <a:gd name="connsiteY7" fmla="*/ 576215 h 1927085"/>
                <a:gd name="connsiteX8" fmla="*/ 199977 w 399954"/>
                <a:gd name="connsiteY8" fmla="*/ 0 h 1927085"/>
                <a:gd name="connsiteX0" fmla="*/ 199977 w 399954"/>
                <a:gd name="connsiteY0" fmla="*/ 0 h 1927085"/>
                <a:gd name="connsiteX1" fmla="*/ 199977 w 399954"/>
                <a:gd name="connsiteY1" fmla="*/ 0 h 1927085"/>
                <a:gd name="connsiteX2" fmla="*/ 302323 w 399954"/>
                <a:gd name="connsiteY2" fmla="*/ 554783 h 1927085"/>
                <a:gd name="connsiteX3" fmla="*/ 399954 w 399954"/>
                <a:gd name="connsiteY3" fmla="*/ 1927085 h 1927085"/>
                <a:gd name="connsiteX4" fmla="*/ 399954 w 399954"/>
                <a:gd name="connsiteY4" fmla="*/ 1927085 h 1927085"/>
                <a:gd name="connsiteX5" fmla="*/ 0 w 399954"/>
                <a:gd name="connsiteY5" fmla="*/ 1927085 h 1927085"/>
                <a:gd name="connsiteX6" fmla="*/ 0 w 399954"/>
                <a:gd name="connsiteY6" fmla="*/ 1927085 h 1927085"/>
                <a:gd name="connsiteX7" fmla="*/ 102394 w 399954"/>
                <a:gd name="connsiteY7" fmla="*/ 576215 h 1927085"/>
                <a:gd name="connsiteX8" fmla="*/ 175382 w 399954"/>
                <a:gd name="connsiteY8" fmla="*/ 2396 h 1927085"/>
                <a:gd name="connsiteX9" fmla="*/ 199977 w 399954"/>
                <a:gd name="connsiteY9" fmla="*/ 0 h 1927085"/>
                <a:gd name="connsiteX0" fmla="*/ 199977 w 399954"/>
                <a:gd name="connsiteY0" fmla="*/ 0 h 1927085"/>
                <a:gd name="connsiteX1" fmla="*/ 199977 w 399954"/>
                <a:gd name="connsiteY1" fmla="*/ 0 h 1927085"/>
                <a:gd name="connsiteX2" fmla="*/ 220626 w 399954"/>
                <a:gd name="connsiteY2" fmla="*/ 21446 h 1927085"/>
                <a:gd name="connsiteX3" fmla="*/ 302323 w 399954"/>
                <a:gd name="connsiteY3" fmla="*/ 554783 h 1927085"/>
                <a:gd name="connsiteX4" fmla="*/ 399954 w 399954"/>
                <a:gd name="connsiteY4" fmla="*/ 1927085 h 1927085"/>
                <a:gd name="connsiteX5" fmla="*/ 399954 w 399954"/>
                <a:gd name="connsiteY5" fmla="*/ 1927085 h 1927085"/>
                <a:gd name="connsiteX6" fmla="*/ 0 w 399954"/>
                <a:gd name="connsiteY6" fmla="*/ 1927085 h 1927085"/>
                <a:gd name="connsiteX7" fmla="*/ 0 w 399954"/>
                <a:gd name="connsiteY7" fmla="*/ 1927085 h 1927085"/>
                <a:gd name="connsiteX8" fmla="*/ 102394 w 399954"/>
                <a:gd name="connsiteY8" fmla="*/ 576215 h 1927085"/>
                <a:gd name="connsiteX9" fmla="*/ 175382 w 399954"/>
                <a:gd name="connsiteY9" fmla="*/ 2396 h 1927085"/>
                <a:gd name="connsiteX10" fmla="*/ 199977 w 399954"/>
                <a:gd name="connsiteY10" fmla="*/ 0 h 1927085"/>
                <a:gd name="connsiteX0" fmla="*/ 199977 w 399954"/>
                <a:gd name="connsiteY0" fmla="*/ 4800 h 1931885"/>
                <a:gd name="connsiteX1" fmla="*/ 199977 w 399954"/>
                <a:gd name="connsiteY1" fmla="*/ 4800 h 1931885"/>
                <a:gd name="connsiteX2" fmla="*/ 225389 w 399954"/>
                <a:gd name="connsiteY2" fmla="*/ 4814 h 1931885"/>
                <a:gd name="connsiteX3" fmla="*/ 302323 w 399954"/>
                <a:gd name="connsiteY3" fmla="*/ 559583 h 1931885"/>
                <a:gd name="connsiteX4" fmla="*/ 399954 w 399954"/>
                <a:gd name="connsiteY4" fmla="*/ 1931885 h 1931885"/>
                <a:gd name="connsiteX5" fmla="*/ 399954 w 399954"/>
                <a:gd name="connsiteY5" fmla="*/ 1931885 h 1931885"/>
                <a:gd name="connsiteX6" fmla="*/ 0 w 399954"/>
                <a:gd name="connsiteY6" fmla="*/ 1931885 h 1931885"/>
                <a:gd name="connsiteX7" fmla="*/ 0 w 399954"/>
                <a:gd name="connsiteY7" fmla="*/ 1931885 h 1931885"/>
                <a:gd name="connsiteX8" fmla="*/ 102394 w 399954"/>
                <a:gd name="connsiteY8" fmla="*/ 581015 h 1931885"/>
                <a:gd name="connsiteX9" fmla="*/ 175382 w 399954"/>
                <a:gd name="connsiteY9" fmla="*/ 7196 h 1931885"/>
                <a:gd name="connsiteX10" fmla="*/ 199977 w 399954"/>
                <a:gd name="connsiteY10" fmla="*/ 4800 h 1931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99954" h="1931885">
                  <a:moveTo>
                    <a:pt x="199977" y="4800"/>
                  </a:moveTo>
                  <a:lnTo>
                    <a:pt x="199977" y="4800"/>
                  </a:lnTo>
                  <a:cubicBezTo>
                    <a:pt x="204479" y="21474"/>
                    <a:pt x="220887" y="-11860"/>
                    <a:pt x="225389" y="4814"/>
                  </a:cubicBezTo>
                  <a:lnTo>
                    <a:pt x="302323" y="559583"/>
                  </a:lnTo>
                  <a:lnTo>
                    <a:pt x="399954" y="1931885"/>
                  </a:lnTo>
                  <a:lnTo>
                    <a:pt x="399954" y="1931885"/>
                  </a:lnTo>
                  <a:lnTo>
                    <a:pt x="0" y="1931885"/>
                  </a:lnTo>
                  <a:lnTo>
                    <a:pt x="0" y="1931885"/>
                  </a:lnTo>
                  <a:lnTo>
                    <a:pt x="102394" y="581015"/>
                  </a:lnTo>
                  <a:cubicBezTo>
                    <a:pt x="132280" y="403236"/>
                    <a:pt x="145496" y="184975"/>
                    <a:pt x="175382" y="7196"/>
                  </a:cubicBezTo>
                  <a:lnTo>
                    <a:pt x="199977" y="480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DZ" dirty="0"/>
            </a:p>
          </p:txBody>
        </p:sp>
        <p:sp>
          <p:nvSpPr>
            <p:cNvPr id="66" name="شكل حر: شكل 65">
              <a:extLst>
                <a:ext uri="{FF2B5EF4-FFF2-40B4-BE49-F238E27FC236}">
                  <a16:creationId xmlns:a16="http://schemas.microsoft.com/office/drawing/2014/main" id="{0575F168-2C6F-4DC9-8B24-9010C80EA7A3}"/>
                </a:ext>
              </a:extLst>
            </p:cNvPr>
            <p:cNvSpPr/>
            <p:nvPr/>
          </p:nvSpPr>
          <p:spPr>
            <a:xfrm rot="10800000">
              <a:off x="4963251" y="1958747"/>
              <a:ext cx="332327" cy="1471657"/>
            </a:xfrm>
            <a:custGeom>
              <a:avLst/>
              <a:gdLst>
                <a:gd name="connsiteX0" fmla="*/ 332327 w 332327"/>
                <a:gd name="connsiteY0" fmla="*/ 1471657 h 1471657"/>
                <a:gd name="connsiteX1" fmla="*/ 0 w 332327"/>
                <a:gd name="connsiteY1" fmla="*/ 1471657 h 1471657"/>
                <a:gd name="connsiteX2" fmla="*/ 67509 w 332327"/>
                <a:gd name="connsiteY2" fmla="*/ 581015 h 1471657"/>
                <a:gd name="connsiteX3" fmla="*/ 140497 w 332327"/>
                <a:gd name="connsiteY3" fmla="*/ 7196 h 1471657"/>
                <a:gd name="connsiteX4" fmla="*/ 165092 w 332327"/>
                <a:gd name="connsiteY4" fmla="*/ 4800 h 1471657"/>
                <a:gd name="connsiteX5" fmla="*/ 190504 w 332327"/>
                <a:gd name="connsiteY5" fmla="*/ 4814 h 1471657"/>
                <a:gd name="connsiteX6" fmla="*/ 267438 w 332327"/>
                <a:gd name="connsiteY6" fmla="*/ 559583 h 1471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2327" h="1471657">
                  <a:moveTo>
                    <a:pt x="332327" y="1471657"/>
                  </a:moveTo>
                  <a:lnTo>
                    <a:pt x="0" y="1471657"/>
                  </a:lnTo>
                  <a:lnTo>
                    <a:pt x="67509" y="581015"/>
                  </a:lnTo>
                  <a:cubicBezTo>
                    <a:pt x="97395" y="403236"/>
                    <a:pt x="110611" y="184975"/>
                    <a:pt x="140497" y="7196"/>
                  </a:cubicBezTo>
                  <a:lnTo>
                    <a:pt x="165092" y="4800"/>
                  </a:lnTo>
                  <a:cubicBezTo>
                    <a:pt x="169594" y="21474"/>
                    <a:pt x="186002" y="-11860"/>
                    <a:pt x="190504" y="4814"/>
                  </a:cubicBezTo>
                  <a:lnTo>
                    <a:pt x="267438" y="559583"/>
                  </a:lnTo>
                  <a:close/>
                </a:path>
              </a:pathLst>
            </a:custGeom>
            <a:solidFill>
              <a:srgbClr val="FFFFCC"/>
            </a:solidFill>
            <a:ln w="31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1" anchor="ctr">
              <a:noAutofit/>
            </a:bodyPr>
            <a:lstStyle/>
            <a:p>
              <a:pPr algn="ctr"/>
              <a:endParaRPr lang="ar-DZ" dirty="0"/>
            </a:p>
          </p:txBody>
        </p:sp>
      </p:grpSp>
      <p:grpSp>
        <p:nvGrpSpPr>
          <p:cNvPr id="67" name="مجموعة 66">
            <a:extLst>
              <a:ext uri="{FF2B5EF4-FFF2-40B4-BE49-F238E27FC236}">
                <a16:creationId xmlns:a16="http://schemas.microsoft.com/office/drawing/2014/main" id="{6CFB297F-CC36-47CC-A6E9-483C849A0DE4}"/>
              </a:ext>
            </a:extLst>
          </p:cNvPr>
          <p:cNvGrpSpPr/>
          <p:nvPr/>
        </p:nvGrpSpPr>
        <p:grpSpPr>
          <a:xfrm>
            <a:off x="9149666" y="4446305"/>
            <a:ext cx="1339184" cy="1879142"/>
            <a:chOff x="5120858" y="1950866"/>
            <a:chExt cx="1426340" cy="2001440"/>
          </a:xfrm>
        </p:grpSpPr>
        <p:pic>
          <p:nvPicPr>
            <p:cNvPr id="68" name="Picture 57">
              <a:extLst>
                <a:ext uri="{FF2B5EF4-FFF2-40B4-BE49-F238E27FC236}">
                  <a16:creationId xmlns:a16="http://schemas.microsoft.com/office/drawing/2014/main" id="{FA4BEBD7-A278-4B0B-BC9E-7108FEA20B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harpenSoften amoun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809" t="20255" r="65568" b="41594"/>
            <a:stretch/>
          </p:blipFill>
          <p:spPr bwMode="auto">
            <a:xfrm>
              <a:off x="5120858" y="1950866"/>
              <a:ext cx="1426340" cy="2001440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69" name="Rounded Rectangle 59">
              <a:extLst>
                <a:ext uri="{FF2B5EF4-FFF2-40B4-BE49-F238E27FC236}">
                  <a16:creationId xmlns:a16="http://schemas.microsoft.com/office/drawing/2014/main" id="{54DA4FD5-1F92-4F40-8A2A-D334EA3125DB}"/>
                </a:ext>
              </a:extLst>
            </p:cNvPr>
            <p:cNvSpPr/>
            <p:nvPr/>
          </p:nvSpPr>
          <p:spPr>
            <a:xfrm>
              <a:off x="5204799" y="2392165"/>
              <a:ext cx="1290262" cy="485513"/>
            </a:xfrm>
            <a:prstGeom prst="roundRect">
              <a:avLst/>
            </a:prstGeom>
            <a:gradFill>
              <a:gsLst>
                <a:gs pos="11000">
                  <a:srgbClr val="FCFCFC"/>
                </a:gs>
                <a:gs pos="10000">
                  <a:sysClr val="window" lastClr="FFFFFF"/>
                </a:gs>
                <a:gs pos="0">
                  <a:sysClr val="window" lastClr="FFFFFF">
                    <a:lumMod val="85000"/>
                  </a:sysClr>
                </a:gs>
                <a:gs pos="100000">
                  <a:sysClr val="window" lastClr="FFFFFF">
                    <a:lumMod val="85000"/>
                  </a:sysClr>
                </a:gs>
              </a:gsLst>
              <a:lin ang="54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1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Aft>
                  <a:spcPts val="1000"/>
                </a:spcAft>
              </a:pPr>
              <a:r>
                <a:rPr lang="fr-FR" sz="2400" b="1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</a:rPr>
                <a:t>AgNO</a:t>
              </a:r>
              <a:r>
                <a:rPr lang="fr-FR" sz="2400" b="1" baseline="-250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</a:rPr>
                <a:t>3</a:t>
              </a:r>
              <a:endPara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شكل حر: شكل 1">
            <a:extLst>
              <a:ext uri="{FF2B5EF4-FFF2-40B4-BE49-F238E27FC236}">
                <a16:creationId xmlns:a16="http://schemas.microsoft.com/office/drawing/2014/main" id="{2654CA9E-F65F-4FAE-8998-3C7E4113B7DC}"/>
              </a:ext>
            </a:extLst>
          </p:cNvPr>
          <p:cNvSpPr/>
          <p:nvPr/>
        </p:nvSpPr>
        <p:spPr>
          <a:xfrm>
            <a:off x="7404516" y="4222518"/>
            <a:ext cx="839437" cy="1526562"/>
          </a:xfrm>
          <a:custGeom>
            <a:avLst/>
            <a:gdLst>
              <a:gd name="connsiteX0" fmla="*/ 779318 w 841930"/>
              <a:gd name="connsiteY0" fmla="*/ 62345 h 1402772"/>
              <a:gd name="connsiteX1" fmla="*/ 779318 w 841930"/>
              <a:gd name="connsiteY1" fmla="*/ 62345 h 1402772"/>
              <a:gd name="connsiteX2" fmla="*/ 602673 w 841930"/>
              <a:gd name="connsiteY2" fmla="*/ 72736 h 1402772"/>
              <a:gd name="connsiteX3" fmla="*/ 592282 w 841930"/>
              <a:gd name="connsiteY3" fmla="*/ 31172 h 1402772"/>
              <a:gd name="connsiteX4" fmla="*/ 581891 w 841930"/>
              <a:gd name="connsiteY4" fmla="*/ 0 h 1402772"/>
              <a:gd name="connsiteX5" fmla="*/ 249382 w 841930"/>
              <a:gd name="connsiteY5" fmla="*/ 10391 h 1402772"/>
              <a:gd name="connsiteX6" fmla="*/ 218209 w 841930"/>
              <a:gd name="connsiteY6" fmla="*/ 31172 h 1402772"/>
              <a:gd name="connsiteX7" fmla="*/ 176645 w 841930"/>
              <a:gd name="connsiteY7" fmla="*/ 41563 h 1402772"/>
              <a:gd name="connsiteX8" fmla="*/ 124691 w 841930"/>
              <a:gd name="connsiteY8" fmla="*/ 93518 h 1402772"/>
              <a:gd name="connsiteX9" fmla="*/ 114300 w 841930"/>
              <a:gd name="connsiteY9" fmla="*/ 135081 h 1402772"/>
              <a:gd name="connsiteX10" fmla="*/ 72736 w 841930"/>
              <a:gd name="connsiteY10" fmla="*/ 155863 h 1402772"/>
              <a:gd name="connsiteX11" fmla="*/ 41564 w 841930"/>
              <a:gd name="connsiteY11" fmla="*/ 176645 h 1402772"/>
              <a:gd name="connsiteX12" fmla="*/ 31173 w 841930"/>
              <a:gd name="connsiteY12" fmla="*/ 311727 h 1402772"/>
              <a:gd name="connsiteX13" fmla="*/ 31173 w 841930"/>
              <a:gd name="connsiteY13" fmla="*/ 394854 h 1402772"/>
              <a:gd name="connsiteX14" fmla="*/ 114300 w 841930"/>
              <a:gd name="connsiteY14" fmla="*/ 405245 h 1402772"/>
              <a:gd name="connsiteX15" fmla="*/ 93518 w 841930"/>
              <a:gd name="connsiteY15" fmla="*/ 446809 h 1402772"/>
              <a:gd name="connsiteX16" fmla="*/ 51954 w 841930"/>
              <a:gd name="connsiteY16" fmla="*/ 509154 h 1402772"/>
              <a:gd name="connsiteX17" fmla="*/ 41564 w 841930"/>
              <a:gd name="connsiteY17" fmla="*/ 654627 h 1402772"/>
              <a:gd name="connsiteX18" fmla="*/ 72736 w 841930"/>
              <a:gd name="connsiteY18" fmla="*/ 665018 h 1402772"/>
              <a:gd name="connsiteX19" fmla="*/ 83127 w 841930"/>
              <a:gd name="connsiteY19" fmla="*/ 716972 h 1402772"/>
              <a:gd name="connsiteX20" fmla="*/ 187036 w 841930"/>
              <a:gd name="connsiteY20" fmla="*/ 696191 h 1402772"/>
              <a:gd name="connsiteX21" fmla="*/ 280554 w 841930"/>
              <a:gd name="connsiteY21" fmla="*/ 623454 h 1402772"/>
              <a:gd name="connsiteX22" fmla="*/ 332509 w 841930"/>
              <a:gd name="connsiteY22" fmla="*/ 633845 h 1402772"/>
              <a:gd name="connsiteX23" fmla="*/ 322118 w 841930"/>
              <a:gd name="connsiteY23" fmla="*/ 716972 h 1402772"/>
              <a:gd name="connsiteX24" fmla="*/ 238991 w 841930"/>
              <a:gd name="connsiteY24" fmla="*/ 768927 h 1402772"/>
              <a:gd name="connsiteX25" fmla="*/ 187036 w 841930"/>
              <a:gd name="connsiteY25" fmla="*/ 779318 h 1402772"/>
              <a:gd name="connsiteX26" fmla="*/ 124691 w 841930"/>
              <a:gd name="connsiteY26" fmla="*/ 800100 h 1402772"/>
              <a:gd name="connsiteX27" fmla="*/ 103909 w 841930"/>
              <a:gd name="connsiteY27" fmla="*/ 831272 h 1402772"/>
              <a:gd name="connsiteX28" fmla="*/ 72736 w 841930"/>
              <a:gd name="connsiteY28" fmla="*/ 966354 h 1402772"/>
              <a:gd name="connsiteX29" fmla="*/ 51954 w 841930"/>
              <a:gd name="connsiteY29" fmla="*/ 997527 h 1402772"/>
              <a:gd name="connsiteX30" fmla="*/ 0 w 841930"/>
              <a:gd name="connsiteY30" fmla="*/ 1059872 h 1402772"/>
              <a:gd name="connsiteX31" fmla="*/ 10391 w 841930"/>
              <a:gd name="connsiteY31" fmla="*/ 1143000 h 1402772"/>
              <a:gd name="connsiteX32" fmla="*/ 31173 w 841930"/>
              <a:gd name="connsiteY32" fmla="*/ 1174172 h 1402772"/>
              <a:gd name="connsiteX33" fmla="*/ 41564 w 841930"/>
              <a:gd name="connsiteY33" fmla="*/ 1205345 h 1402772"/>
              <a:gd name="connsiteX34" fmla="*/ 62345 w 841930"/>
              <a:gd name="connsiteY34" fmla="*/ 1236518 h 1402772"/>
              <a:gd name="connsiteX35" fmla="*/ 114300 w 841930"/>
              <a:gd name="connsiteY35" fmla="*/ 1319645 h 1402772"/>
              <a:gd name="connsiteX36" fmla="*/ 145473 w 841930"/>
              <a:gd name="connsiteY36" fmla="*/ 1330036 h 1402772"/>
              <a:gd name="connsiteX37" fmla="*/ 270164 w 841930"/>
              <a:gd name="connsiteY37" fmla="*/ 1319645 h 1402772"/>
              <a:gd name="connsiteX38" fmla="*/ 311727 w 841930"/>
              <a:gd name="connsiteY38" fmla="*/ 1267691 h 1402772"/>
              <a:gd name="connsiteX39" fmla="*/ 363682 w 841930"/>
              <a:gd name="connsiteY39" fmla="*/ 1215736 h 1402772"/>
              <a:gd name="connsiteX40" fmla="*/ 394854 w 841930"/>
              <a:gd name="connsiteY40" fmla="*/ 1226127 h 1402772"/>
              <a:gd name="connsiteX41" fmla="*/ 426027 w 841930"/>
              <a:gd name="connsiteY41" fmla="*/ 1257300 h 1402772"/>
              <a:gd name="connsiteX42" fmla="*/ 457200 w 841930"/>
              <a:gd name="connsiteY42" fmla="*/ 1278081 h 1402772"/>
              <a:gd name="connsiteX43" fmla="*/ 477982 w 841930"/>
              <a:gd name="connsiteY43" fmla="*/ 1309254 h 1402772"/>
              <a:gd name="connsiteX44" fmla="*/ 571500 w 841930"/>
              <a:gd name="connsiteY44" fmla="*/ 1361209 h 1402772"/>
              <a:gd name="connsiteX45" fmla="*/ 654627 w 841930"/>
              <a:gd name="connsiteY45" fmla="*/ 1371600 h 1402772"/>
              <a:gd name="connsiteX46" fmla="*/ 716973 w 841930"/>
              <a:gd name="connsiteY46" fmla="*/ 1381991 h 1402772"/>
              <a:gd name="connsiteX47" fmla="*/ 779318 w 841930"/>
              <a:gd name="connsiteY47" fmla="*/ 1402772 h 1402772"/>
              <a:gd name="connsiteX48" fmla="*/ 831273 w 841930"/>
              <a:gd name="connsiteY48" fmla="*/ 1392381 h 1402772"/>
              <a:gd name="connsiteX49" fmla="*/ 841664 w 841930"/>
              <a:gd name="connsiteY49" fmla="*/ 1361209 h 1402772"/>
              <a:gd name="connsiteX50" fmla="*/ 810491 w 841930"/>
              <a:gd name="connsiteY50" fmla="*/ 1111827 h 1402772"/>
              <a:gd name="connsiteX51" fmla="*/ 800100 w 841930"/>
              <a:gd name="connsiteY51" fmla="*/ 1080654 h 1402772"/>
              <a:gd name="connsiteX52" fmla="*/ 737754 w 841930"/>
              <a:gd name="connsiteY52" fmla="*/ 1059872 h 1402772"/>
              <a:gd name="connsiteX53" fmla="*/ 706582 w 841930"/>
              <a:gd name="connsiteY53" fmla="*/ 1028700 h 1402772"/>
              <a:gd name="connsiteX54" fmla="*/ 706582 w 841930"/>
              <a:gd name="connsiteY54" fmla="*/ 904009 h 1402772"/>
              <a:gd name="connsiteX55" fmla="*/ 737754 w 841930"/>
              <a:gd name="connsiteY55" fmla="*/ 883227 h 1402772"/>
              <a:gd name="connsiteX56" fmla="*/ 758536 w 841930"/>
              <a:gd name="connsiteY56" fmla="*/ 852054 h 1402772"/>
              <a:gd name="connsiteX57" fmla="*/ 789709 w 841930"/>
              <a:gd name="connsiteY57" fmla="*/ 831272 h 1402772"/>
              <a:gd name="connsiteX58" fmla="*/ 800100 w 841930"/>
              <a:gd name="connsiteY58" fmla="*/ 800100 h 1402772"/>
              <a:gd name="connsiteX59" fmla="*/ 800100 w 841930"/>
              <a:gd name="connsiteY59" fmla="*/ 581891 h 1402772"/>
              <a:gd name="connsiteX60" fmla="*/ 758536 w 841930"/>
              <a:gd name="connsiteY60" fmla="*/ 488372 h 1402772"/>
              <a:gd name="connsiteX61" fmla="*/ 748145 w 841930"/>
              <a:gd name="connsiteY61" fmla="*/ 457200 h 1402772"/>
              <a:gd name="connsiteX62" fmla="*/ 716973 w 841930"/>
              <a:gd name="connsiteY62" fmla="*/ 394854 h 1402772"/>
              <a:gd name="connsiteX63" fmla="*/ 758536 w 841930"/>
              <a:gd name="connsiteY63" fmla="*/ 332509 h 1402772"/>
              <a:gd name="connsiteX64" fmla="*/ 800100 w 841930"/>
              <a:gd name="connsiteY64" fmla="*/ 270163 h 1402772"/>
              <a:gd name="connsiteX65" fmla="*/ 820882 w 841930"/>
              <a:gd name="connsiteY65" fmla="*/ 197427 h 1402772"/>
              <a:gd name="connsiteX66" fmla="*/ 841664 w 841930"/>
              <a:gd name="connsiteY66" fmla="*/ 124691 h 1402772"/>
              <a:gd name="connsiteX67" fmla="*/ 779318 w 841930"/>
              <a:gd name="connsiteY67" fmla="*/ 62345 h 1402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841930" h="1402772">
                <a:moveTo>
                  <a:pt x="779318" y="62345"/>
                </a:moveTo>
                <a:lnTo>
                  <a:pt x="779318" y="62345"/>
                </a:lnTo>
                <a:cubicBezTo>
                  <a:pt x="731221" y="73033"/>
                  <a:pt x="653929" y="101212"/>
                  <a:pt x="602673" y="72736"/>
                </a:cubicBezTo>
                <a:cubicBezTo>
                  <a:pt x="590189" y="65800"/>
                  <a:pt x="596205" y="44904"/>
                  <a:pt x="592282" y="31172"/>
                </a:cubicBezTo>
                <a:cubicBezTo>
                  <a:pt x="589273" y="20641"/>
                  <a:pt x="585355" y="10391"/>
                  <a:pt x="581891" y="0"/>
                </a:cubicBezTo>
                <a:cubicBezTo>
                  <a:pt x="471055" y="3464"/>
                  <a:pt x="359867" y="921"/>
                  <a:pt x="249382" y="10391"/>
                </a:cubicBezTo>
                <a:cubicBezTo>
                  <a:pt x="236939" y="11457"/>
                  <a:pt x="229688" y="26253"/>
                  <a:pt x="218209" y="31172"/>
                </a:cubicBezTo>
                <a:cubicBezTo>
                  <a:pt x="205083" y="36797"/>
                  <a:pt x="190500" y="38099"/>
                  <a:pt x="176645" y="41563"/>
                </a:cubicBezTo>
                <a:cubicBezTo>
                  <a:pt x="148936" y="60036"/>
                  <a:pt x="138546" y="61191"/>
                  <a:pt x="124691" y="93518"/>
                </a:cubicBezTo>
                <a:cubicBezTo>
                  <a:pt x="119065" y="106644"/>
                  <a:pt x="123442" y="124110"/>
                  <a:pt x="114300" y="135081"/>
                </a:cubicBezTo>
                <a:cubicBezTo>
                  <a:pt x="104383" y="146981"/>
                  <a:pt x="86185" y="148178"/>
                  <a:pt x="72736" y="155863"/>
                </a:cubicBezTo>
                <a:cubicBezTo>
                  <a:pt x="61893" y="162059"/>
                  <a:pt x="51955" y="169718"/>
                  <a:pt x="41564" y="176645"/>
                </a:cubicBezTo>
                <a:cubicBezTo>
                  <a:pt x="38100" y="221672"/>
                  <a:pt x="36774" y="266915"/>
                  <a:pt x="31173" y="311727"/>
                </a:cubicBezTo>
                <a:cubicBezTo>
                  <a:pt x="28302" y="334694"/>
                  <a:pt x="-2497" y="372407"/>
                  <a:pt x="31173" y="394854"/>
                </a:cubicBezTo>
                <a:cubicBezTo>
                  <a:pt x="54408" y="410344"/>
                  <a:pt x="86591" y="401781"/>
                  <a:pt x="114300" y="405245"/>
                </a:cubicBezTo>
                <a:cubicBezTo>
                  <a:pt x="135082" y="467591"/>
                  <a:pt x="128155" y="412173"/>
                  <a:pt x="93518" y="446809"/>
                </a:cubicBezTo>
                <a:cubicBezTo>
                  <a:pt x="75857" y="464470"/>
                  <a:pt x="51954" y="509154"/>
                  <a:pt x="51954" y="509154"/>
                </a:cubicBezTo>
                <a:cubicBezTo>
                  <a:pt x="33604" y="564205"/>
                  <a:pt x="14100" y="592832"/>
                  <a:pt x="41564" y="654627"/>
                </a:cubicBezTo>
                <a:cubicBezTo>
                  <a:pt x="46012" y="664636"/>
                  <a:pt x="62345" y="661554"/>
                  <a:pt x="72736" y="665018"/>
                </a:cubicBezTo>
                <a:cubicBezTo>
                  <a:pt x="76200" y="682336"/>
                  <a:pt x="67330" y="709074"/>
                  <a:pt x="83127" y="716972"/>
                </a:cubicBezTo>
                <a:cubicBezTo>
                  <a:pt x="102230" y="726523"/>
                  <a:pt x="161463" y="704715"/>
                  <a:pt x="187036" y="696191"/>
                </a:cubicBezTo>
                <a:cubicBezTo>
                  <a:pt x="261609" y="646476"/>
                  <a:pt x="231721" y="672289"/>
                  <a:pt x="280554" y="623454"/>
                </a:cubicBezTo>
                <a:cubicBezTo>
                  <a:pt x="297872" y="626918"/>
                  <a:pt x="317814" y="624048"/>
                  <a:pt x="332509" y="633845"/>
                </a:cubicBezTo>
                <a:cubicBezTo>
                  <a:pt x="359290" y="651699"/>
                  <a:pt x="329101" y="707662"/>
                  <a:pt x="322118" y="716972"/>
                </a:cubicBezTo>
                <a:cubicBezTo>
                  <a:pt x="310268" y="732771"/>
                  <a:pt x="258384" y="762463"/>
                  <a:pt x="238991" y="768927"/>
                </a:cubicBezTo>
                <a:cubicBezTo>
                  <a:pt x="222236" y="774512"/>
                  <a:pt x="204075" y="774671"/>
                  <a:pt x="187036" y="779318"/>
                </a:cubicBezTo>
                <a:cubicBezTo>
                  <a:pt x="165902" y="785082"/>
                  <a:pt x="124691" y="800100"/>
                  <a:pt x="124691" y="800100"/>
                </a:cubicBezTo>
                <a:cubicBezTo>
                  <a:pt x="117764" y="810491"/>
                  <a:pt x="107497" y="819311"/>
                  <a:pt x="103909" y="831272"/>
                </a:cubicBezTo>
                <a:cubicBezTo>
                  <a:pt x="89537" y="879179"/>
                  <a:pt x="102053" y="922378"/>
                  <a:pt x="72736" y="966354"/>
                </a:cubicBezTo>
                <a:cubicBezTo>
                  <a:pt x="65809" y="976745"/>
                  <a:pt x="59949" y="987933"/>
                  <a:pt x="51954" y="997527"/>
                </a:cubicBezTo>
                <a:cubicBezTo>
                  <a:pt x="-14722" y="1077539"/>
                  <a:pt x="51601" y="982473"/>
                  <a:pt x="0" y="1059872"/>
                </a:cubicBezTo>
                <a:cubicBezTo>
                  <a:pt x="3464" y="1087581"/>
                  <a:pt x="3043" y="1116059"/>
                  <a:pt x="10391" y="1143000"/>
                </a:cubicBezTo>
                <a:cubicBezTo>
                  <a:pt x="13677" y="1155048"/>
                  <a:pt x="25588" y="1163002"/>
                  <a:pt x="31173" y="1174172"/>
                </a:cubicBezTo>
                <a:cubicBezTo>
                  <a:pt x="36071" y="1183969"/>
                  <a:pt x="36666" y="1195548"/>
                  <a:pt x="41564" y="1205345"/>
                </a:cubicBezTo>
                <a:cubicBezTo>
                  <a:pt x="47149" y="1216515"/>
                  <a:pt x="57273" y="1225106"/>
                  <a:pt x="62345" y="1236518"/>
                </a:cubicBezTo>
                <a:cubicBezTo>
                  <a:pt x="89422" y="1297441"/>
                  <a:pt x="63563" y="1294277"/>
                  <a:pt x="114300" y="1319645"/>
                </a:cubicBezTo>
                <a:cubicBezTo>
                  <a:pt x="124097" y="1324543"/>
                  <a:pt x="135082" y="1326572"/>
                  <a:pt x="145473" y="1330036"/>
                </a:cubicBezTo>
                <a:cubicBezTo>
                  <a:pt x="187037" y="1326572"/>
                  <a:pt x="229266" y="1327825"/>
                  <a:pt x="270164" y="1319645"/>
                </a:cubicBezTo>
                <a:cubicBezTo>
                  <a:pt x="309087" y="1311860"/>
                  <a:pt x="298581" y="1293982"/>
                  <a:pt x="311727" y="1267691"/>
                </a:cubicBezTo>
                <a:cubicBezTo>
                  <a:pt x="329046" y="1233054"/>
                  <a:pt x="332509" y="1236518"/>
                  <a:pt x="363682" y="1215736"/>
                </a:cubicBezTo>
                <a:cubicBezTo>
                  <a:pt x="374073" y="1219200"/>
                  <a:pt x="385741" y="1220051"/>
                  <a:pt x="394854" y="1226127"/>
                </a:cubicBezTo>
                <a:cubicBezTo>
                  <a:pt x="407081" y="1234278"/>
                  <a:pt x="414738" y="1247893"/>
                  <a:pt x="426027" y="1257300"/>
                </a:cubicBezTo>
                <a:cubicBezTo>
                  <a:pt x="435621" y="1265295"/>
                  <a:pt x="446809" y="1271154"/>
                  <a:pt x="457200" y="1278081"/>
                </a:cubicBezTo>
                <a:cubicBezTo>
                  <a:pt x="464127" y="1288472"/>
                  <a:pt x="468584" y="1301030"/>
                  <a:pt x="477982" y="1309254"/>
                </a:cubicBezTo>
                <a:cubicBezTo>
                  <a:pt x="500617" y="1329060"/>
                  <a:pt x="538043" y="1355126"/>
                  <a:pt x="571500" y="1361209"/>
                </a:cubicBezTo>
                <a:cubicBezTo>
                  <a:pt x="598974" y="1366204"/>
                  <a:pt x="626983" y="1367651"/>
                  <a:pt x="654627" y="1371600"/>
                </a:cubicBezTo>
                <a:cubicBezTo>
                  <a:pt x="675484" y="1374580"/>
                  <a:pt x="696533" y="1376881"/>
                  <a:pt x="716973" y="1381991"/>
                </a:cubicBezTo>
                <a:cubicBezTo>
                  <a:pt x="738225" y="1387304"/>
                  <a:pt x="779318" y="1402772"/>
                  <a:pt x="779318" y="1402772"/>
                </a:cubicBezTo>
                <a:cubicBezTo>
                  <a:pt x="796636" y="1399308"/>
                  <a:pt x="816578" y="1402178"/>
                  <a:pt x="831273" y="1392381"/>
                </a:cubicBezTo>
                <a:cubicBezTo>
                  <a:pt x="840386" y="1386306"/>
                  <a:pt x="841664" y="1372162"/>
                  <a:pt x="841664" y="1361209"/>
                </a:cubicBezTo>
                <a:cubicBezTo>
                  <a:pt x="841664" y="1187116"/>
                  <a:pt x="846947" y="1221195"/>
                  <a:pt x="810491" y="1111827"/>
                </a:cubicBezTo>
                <a:cubicBezTo>
                  <a:pt x="807027" y="1101436"/>
                  <a:pt x="810491" y="1084118"/>
                  <a:pt x="800100" y="1080654"/>
                </a:cubicBezTo>
                <a:lnTo>
                  <a:pt x="737754" y="1059872"/>
                </a:lnTo>
                <a:cubicBezTo>
                  <a:pt x="727363" y="1049481"/>
                  <a:pt x="714733" y="1040927"/>
                  <a:pt x="706582" y="1028700"/>
                </a:cubicBezTo>
                <a:cubicBezTo>
                  <a:pt x="685062" y="996420"/>
                  <a:pt x="698448" y="926379"/>
                  <a:pt x="706582" y="904009"/>
                </a:cubicBezTo>
                <a:cubicBezTo>
                  <a:pt x="710850" y="892273"/>
                  <a:pt x="727363" y="890154"/>
                  <a:pt x="737754" y="883227"/>
                </a:cubicBezTo>
                <a:cubicBezTo>
                  <a:pt x="744681" y="872836"/>
                  <a:pt x="749705" y="860885"/>
                  <a:pt x="758536" y="852054"/>
                </a:cubicBezTo>
                <a:cubicBezTo>
                  <a:pt x="767367" y="843223"/>
                  <a:pt x="781907" y="841024"/>
                  <a:pt x="789709" y="831272"/>
                </a:cubicBezTo>
                <a:cubicBezTo>
                  <a:pt x="796551" y="822719"/>
                  <a:pt x="796636" y="810491"/>
                  <a:pt x="800100" y="800100"/>
                </a:cubicBezTo>
                <a:cubicBezTo>
                  <a:pt x="816115" y="704011"/>
                  <a:pt x="819149" y="715235"/>
                  <a:pt x="800100" y="581891"/>
                </a:cubicBezTo>
                <a:cubicBezTo>
                  <a:pt x="789377" y="506831"/>
                  <a:pt x="783483" y="538266"/>
                  <a:pt x="758536" y="488372"/>
                </a:cubicBezTo>
                <a:cubicBezTo>
                  <a:pt x="753638" y="478576"/>
                  <a:pt x="753043" y="466996"/>
                  <a:pt x="748145" y="457200"/>
                </a:cubicBezTo>
                <a:cubicBezTo>
                  <a:pt x="707861" y="376631"/>
                  <a:pt x="743090" y="473205"/>
                  <a:pt x="716973" y="394854"/>
                </a:cubicBezTo>
                <a:cubicBezTo>
                  <a:pt x="736846" y="335236"/>
                  <a:pt x="713133" y="390885"/>
                  <a:pt x="758536" y="332509"/>
                </a:cubicBezTo>
                <a:cubicBezTo>
                  <a:pt x="773870" y="312793"/>
                  <a:pt x="800100" y="270163"/>
                  <a:pt x="800100" y="270163"/>
                </a:cubicBezTo>
                <a:cubicBezTo>
                  <a:pt x="832587" y="140217"/>
                  <a:pt x="791065" y="301786"/>
                  <a:pt x="820882" y="197427"/>
                </a:cubicBezTo>
                <a:cubicBezTo>
                  <a:pt x="846974" y="106104"/>
                  <a:pt x="816752" y="199424"/>
                  <a:pt x="841664" y="124691"/>
                </a:cubicBezTo>
                <a:cubicBezTo>
                  <a:pt x="830293" y="45096"/>
                  <a:pt x="789709" y="72736"/>
                  <a:pt x="779318" y="6234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 dirty="0"/>
          </a:p>
        </p:txBody>
      </p:sp>
      <p:sp>
        <p:nvSpPr>
          <p:cNvPr id="3" name="شكل حر: شكل 2">
            <a:extLst>
              <a:ext uri="{FF2B5EF4-FFF2-40B4-BE49-F238E27FC236}">
                <a16:creationId xmlns:a16="http://schemas.microsoft.com/office/drawing/2014/main" id="{AA4FD656-4761-47C2-AD5B-78D11C9F1FB5}"/>
              </a:ext>
            </a:extLst>
          </p:cNvPr>
          <p:cNvSpPr/>
          <p:nvPr/>
        </p:nvSpPr>
        <p:spPr>
          <a:xfrm>
            <a:off x="2817718" y="4074688"/>
            <a:ext cx="953274" cy="1542621"/>
          </a:xfrm>
          <a:custGeom>
            <a:avLst/>
            <a:gdLst>
              <a:gd name="connsiteX0" fmla="*/ 884676 w 960227"/>
              <a:gd name="connsiteY0" fmla="*/ 0 h 1935286"/>
              <a:gd name="connsiteX1" fmla="*/ 884676 w 960227"/>
              <a:gd name="connsiteY1" fmla="*/ 0 h 1935286"/>
              <a:gd name="connsiteX2" fmla="*/ 728812 w 960227"/>
              <a:gd name="connsiteY2" fmla="*/ 72737 h 1935286"/>
              <a:gd name="connsiteX3" fmla="*/ 666467 w 960227"/>
              <a:gd name="connsiteY3" fmla="*/ 83128 h 1935286"/>
              <a:gd name="connsiteX4" fmla="*/ 531385 w 960227"/>
              <a:gd name="connsiteY4" fmla="*/ 135082 h 1935286"/>
              <a:gd name="connsiteX5" fmla="*/ 500212 w 960227"/>
              <a:gd name="connsiteY5" fmla="*/ 103910 h 1935286"/>
              <a:gd name="connsiteX6" fmla="*/ 479430 w 960227"/>
              <a:gd name="connsiteY6" fmla="*/ 155864 h 1935286"/>
              <a:gd name="connsiteX7" fmla="*/ 437867 w 960227"/>
              <a:gd name="connsiteY7" fmla="*/ 228600 h 1935286"/>
              <a:gd name="connsiteX8" fmla="*/ 323567 w 960227"/>
              <a:gd name="connsiteY8" fmla="*/ 187037 h 1935286"/>
              <a:gd name="connsiteX9" fmla="*/ 313176 w 960227"/>
              <a:gd name="connsiteY9" fmla="*/ 135082 h 1935286"/>
              <a:gd name="connsiteX10" fmla="*/ 292394 w 960227"/>
              <a:gd name="connsiteY10" fmla="*/ 51955 h 1935286"/>
              <a:gd name="connsiteX11" fmla="*/ 157312 w 960227"/>
              <a:gd name="connsiteY11" fmla="*/ 62346 h 1935286"/>
              <a:gd name="connsiteX12" fmla="*/ 126139 w 960227"/>
              <a:gd name="connsiteY12" fmla="*/ 83128 h 1935286"/>
              <a:gd name="connsiteX13" fmla="*/ 84576 w 960227"/>
              <a:gd name="connsiteY13" fmla="*/ 155864 h 1935286"/>
              <a:gd name="connsiteX14" fmla="*/ 53403 w 960227"/>
              <a:gd name="connsiteY14" fmla="*/ 166255 h 1935286"/>
              <a:gd name="connsiteX15" fmla="*/ 53403 w 960227"/>
              <a:gd name="connsiteY15" fmla="*/ 426028 h 1935286"/>
              <a:gd name="connsiteX16" fmla="*/ 22230 w 960227"/>
              <a:gd name="connsiteY16" fmla="*/ 457200 h 1935286"/>
              <a:gd name="connsiteX17" fmla="*/ 11839 w 960227"/>
              <a:gd name="connsiteY17" fmla="*/ 488373 h 1935286"/>
              <a:gd name="connsiteX18" fmla="*/ 167703 w 960227"/>
              <a:gd name="connsiteY18" fmla="*/ 540328 h 1935286"/>
              <a:gd name="connsiteX19" fmla="*/ 209267 w 960227"/>
              <a:gd name="connsiteY19" fmla="*/ 550719 h 1935286"/>
              <a:gd name="connsiteX20" fmla="*/ 230048 w 960227"/>
              <a:gd name="connsiteY20" fmla="*/ 613064 h 1935286"/>
              <a:gd name="connsiteX21" fmla="*/ 198876 w 960227"/>
              <a:gd name="connsiteY21" fmla="*/ 633846 h 1935286"/>
              <a:gd name="connsiteX22" fmla="*/ 167703 w 960227"/>
              <a:gd name="connsiteY22" fmla="*/ 696191 h 1935286"/>
              <a:gd name="connsiteX23" fmla="*/ 146921 w 960227"/>
              <a:gd name="connsiteY23" fmla="*/ 727364 h 1935286"/>
              <a:gd name="connsiteX24" fmla="*/ 126139 w 960227"/>
              <a:gd name="connsiteY24" fmla="*/ 800100 h 1935286"/>
              <a:gd name="connsiteX25" fmla="*/ 115748 w 960227"/>
              <a:gd name="connsiteY25" fmla="*/ 831273 h 1935286"/>
              <a:gd name="connsiteX26" fmla="*/ 105357 w 960227"/>
              <a:gd name="connsiteY26" fmla="*/ 904010 h 1935286"/>
              <a:gd name="connsiteX27" fmla="*/ 84576 w 960227"/>
              <a:gd name="connsiteY27" fmla="*/ 935182 h 1935286"/>
              <a:gd name="connsiteX28" fmla="*/ 22230 w 960227"/>
              <a:gd name="connsiteY28" fmla="*/ 987137 h 1935286"/>
              <a:gd name="connsiteX29" fmla="*/ 11839 w 960227"/>
              <a:gd name="connsiteY29" fmla="*/ 1049482 h 1935286"/>
              <a:gd name="connsiteX30" fmla="*/ 43012 w 960227"/>
              <a:gd name="connsiteY30" fmla="*/ 1059873 h 1935286"/>
              <a:gd name="connsiteX31" fmla="*/ 136530 w 960227"/>
              <a:gd name="connsiteY31" fmla="*/ 1080655 h 1935286"/>
              <a:gd name="connsiteX32" fmla="*/ 167703 w 960227"/>
              <a:gd name="connsiteY32" fmla="*/ 1091046 h 1935286"/>
              <a:gd name="connsiteX33" fmla="*/ 406694 w 960227"/>
              <a:gd name="connsiteY33" fmla="*/ 1111828 h 1935286"/>
              <a:gd name="connsiteX34" fmla="*/ 396303 w 960227"/>
              <a:gd name="connsiteY34" fmla="*/ 1194955 h 1935286"/>
              <a:gd name="connsiteX35" fmla="*/ 365130 w 960227"/>
              <a:gd name="connsiteY35" fmla="*/ 1215737 h 1935286"/>
              <a:gd name="connsiteX36" fmla="*/ 344348 w 960227"/>
              <a:gd name="connsiteY36" fmla="*/ 1246910 h 1935286"/>
              <a:gd name="connsiteX37" fmla="*/ 250830 w 960227"/>
              <a:gd name="connsiteY37" fmla="*/ 1288473 h 1935286"/>
              <a:gd name="connsiteX38" fmla="*/ 178094 w 960227"/>
              <a:gd name="connsiteY38" fmla="*/ 1309255 h 1935286"/>
              <a:gd name="connsiteX39" fmla="*/ 146921 w 960227"/>
              <a:gd name="connsiteY39" fmla="*/ 1330037 h 1935286"/>
              <a:gd name="connsiteX40" fmla="*/ 126139 w 960227"/>
              <a:gd name="connsiteY40" fmla="*/ 1392382 h 1935286"/>
              <a:gd name="connsiteX41" fmla="*/ 146921 w 960227"/>
              <a:gd name="connsiteY41" fmla="*/ 1610591 h 1935286"/>
              <a:gd name="connsiteX42" fmla="*/ 188485 w 960227"/>
              <a:gd name="connsiteY42" fmla="*/ 1683328 h 1935286"/>
              <a:gd name="connsiteX43" fmla="*/ 198876 w 960227"/>
              <a:gd name="connsiteY43" fmla="*/ 1787237 h 1935286"/>
              <a:gd name="connsiteX44" fmla="*/ 209267 w 960227"/>
              <a:gd name="connsiteY44" fmla="*/ 1828800 h 1935286"/>
              <a:gd name="connsiteX45" fmla="*/ 240439 w 960227"/>
              <a:gd name="connsiteY45" fmla="*/ 1849582 h 1935286"/>
              <a:gd name="connsiteX46" fmla="*/ 250830 w 960227"/>
              <a:gd name="connsiteY46" fmla="*/ 1880755 h 1935286"/>
              <a:gd name="connsiteX47" fmla="*/ 344348 w 960227"/>
              <a:gd name="connsiteY47" fmla="*/ 1922319 h 1935286"/>
              <a:gd name="connsiteX48" fmla="*/ 375521 w 960227"/>
              <a:gd name="connsiteY48" fmla="*/ 1932710 h 1935286"/>
              <a:gd name="connsiteX49" fmla="*/ 500212 w 960227"/>
              <a:gd name="connsiteY49" fmla="*/ 1922319 h 1935286"/>
              <a:gd name="connsiteX50" fmla="*/ 510603 w 960227"/>
              <a:gd name="connsiteY50" fmla="*/ 1839191 h 1935286"/>
              <a:gd name="connsiteX51" fmla="*/ 520994 w 960227"/>
              <a:gd name="connsiteY51" fmla="*/ 1683328 h 1935286"/>
              <a:gd name="connsiteX52" fmla="*/ 541776 w 960227"/>
              <a:gd name="connsiteY52" fmla="*/ 1652155 h 1935286"/>
              <a:gd name="connsiteX53" fmla="*/ 552167 w 960227"/>
              <a:gd name="connsiteY53" fmla="*/ 1620982 h 1935286"/>
              <a:gd name="connsiteX54" fmla="*/ 604121 w 960227"/>
              <a:gd name="connsiteY54" fmla="*/ 1548246 h 1935286"/>
              <a:gd name="connsiteX55" fmla="*/ 624903 w 960227"/>
              <a:gd name="connsiteY55" fmla="*/ 1517073 h 1935286"/>
              <a:gd name="connsiteX56" fmla="*/ 676857 w 960227"/>
              <a:gd name="connsiteY56" fmla="*/ 1506682 h 1935286"/>
              <a:gd name="connsiteX57" fmla="*/ 749594 w 960227"/>
              <a:gd name="connsiteY57" fmla="*/ 1485900 h 1935286"/>
              <a:gd name="connsiteX58" fmla="*/ 780767 w 960227"/>
              <a:gd name="connsiteY58" fmla="*/ 1496291 h 1935286"/>
              <a:gd name="connsiteX59" fmla="*/ 822330 w 960227"/>
              <a:gd name="connsiteY59" fmla="*/ 1433946 h 1935286"/>
              <a:gd name="connsiteX60" fmla="*/ 832721 w 960227"/>
              <a:gd name="connsiteY60" fmla="*/ 1381991 h 1935286"/>
              <a:gd name="connsiteX61" fmla="*/ 926239 w 960227"/>
              <a:gd name="connsiteY61" fmla="*/ 1298864 h 1935286"/>
              <a:gd name="connsiteX62" fmla="*/ 884676 w 960227"/>
              <a:gd name="connsiteY62" fmla="*/ 1153391 h 1935286"/>
              <a:gd name="connsiteX63" fmla="*/ 822330 w 960227"/>
              <a:gd name="connsiteY63" fmla="*/ 1132610 h 1935286"/>
              <a:gd name="connsiteX64" fmla="*/ 791157 w 960227"/>
              <a:gd name="connsiteY64" fmla="*/ 1122219 h 1935286"/>
              <a:gd name="connsiteX65" fmla="*/ 728812 w 960227"/>
              <a:gd name="connsiteY65" fmla="*/ 1070264 h 1935286"/>
              <a:gd name="connsiteX66" fmla="*/ 718421 w 960227"/>
              <a:gd name="connsiteY66" fmla="*/ 1039091 h 1935286"/>
              <a:gd name="connsiteX67" fmla="*/ 697639 w 960227"/>
              <a:gd name="connsiteY67" fmla="*/ 966355 h 1935286"/>
              <a:gd name="connsiteX68" fmla="*/ 708030 w 960227"/>
              <a:gd name="connsiteY68" fmla="*/ 872837 h 1935286"/>
              <a:gd name="connsiteX69" fmla="*/ 718421 w 960227"/>
              <a:gd name="connsiteY69" fmla="*/ 841664 h 1935286"/>
              <a:gd name="connsiteX70" fmla="*/ 759985 w 960227"/>
              <a:gd name="connsiteY70" fmla="*/ 820882 h 1935286"/>
              <a:gd name="connsiteX71" fmla="*/ 791157 w 960227"/>
              <a:gd name="connsiteY71" fmla="*/ 800100 h 1935286"/>
              <a:gd name="connsiteX72" fmla="*/ 822330 w 960227"/>
              <a:gd name="connsiteY72" fmla="*/ 706582 h 1935286"/>
              <a:gd name="connsiteX73" fmla="*/ 832721 w 960227"/>
              <a:gd name="connsiteY73" fmla="*/ 675410 h 1935286"/>
              <a:gd name="connsiteX74" fmla="*/ 853503 w 960227"/>
              <a:gd name="connsiteY74" fmla="*/ 644237 h 1935286"/>
              <a:gd name="connsiteX75" fmla="*/ 863894 w 960227"/>
              <a:gd name="connsiteY75" fmla="*/ 592282 h 1935286"/>
              <a:gd name="connsiteX76" fmla="*/ 884676 w 960227"/>
              <a:gd name="connsiteY76" fmla="*/ 477982 h 1935286"/>
              <a:gd name="connsiteX77" fmla="*/ 915848 w 960227"/>
              <a:gd name="connsiteY77" fmla="*/ 384464 h 1935286"/>
              <a:gd name="connsiteX78" fmla="*/ 926239 w 960227"/>
              <a:gd name="connsiteY78" fmla="*/ 353291 h 1935286"/>
              <a:gd name="connsiteX79" fmla="*/ 936630 w 960227"/>
              <a:gd name="connsiteY79" fmla="*/ 280555 h 1935286"/>
              <a:gd name="connsiteX80" fmla="*/ 947021 w 960227"/>
              <a:gd name="connsiteY80" fmla="*/ 238991 h 1935286"/>
              <a:gd name="connsiteX81" fmla="*/ 957412 w 960227"/>
              <a:gd name="connsiteY81" fmla="*/ 166255 h 1935286"/>
              <a:gd name="connsiteX82" fmla="*/ 936630 w 960227"/>
              <a:gd name="connsiteY82" fmla="*/ 10391 h 1935286"/>
              <a:gd name="connsiteX83" fmla="*/ 936630 w 960227"/>
              <a:gd name="connsiteY83" fmla="*/ 10391 h 1935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</a:cxnLst>
            <a:rect l="l" t="t" r="r" b="b"/>
            <a:pathLst>
              <a:path w="960227" h="1935286">
                <a:moveTo>
                  <a:pt x="884676" y="0"/>
                </a:moveTo>
                <a:lnTo>
                  <a:pt x="884676" y="0"/>
                </a:lnTo>
                <a:cubicBezTo>
                  <a:pt x="877901" y="3388"/>
                  <a:pt x="773968" y="62702"/>
                  <a:pt x="728812" y="72737"/>
                </a:cubicBezTo>
                <a:cubicBezTo>
                  <a:pt x="708245" y="77307"/>
                  <a:pt x="687249" y="79664"/>
                  <a:pt x="666467" y="83128"/>
                </a:cubicBezTo>
                <a:cubicBezTo>
                  <a:pt x="633587" y="181767"/>
                  <a:pt x="667501" y="147456"/>
                  <a:pt x="531385" y="135082"/>
                </a:cubicBezTo>
                <a:cubicBezTo>
                  <a:pt x="520994" y="124691"/>
                  <a:pt x="513856" y="98452"/>
                  <a:pt x="500212" y="103910"/>
                </a:cubicBezTo>
                <a:cubicBezTo>
                  <a:pt x="482894" y="110837"/>
                  <a:pt x="485328" y="138169"/>
                  <a:pt x="479430" y="155864"/>
                </a:cubicBezTo>
                <a:cubicBezTo>
                  <a:pt x="458497" y="218662"/>
                  <a:pt x="486317" y="180150"/>
                  <a:pt x="437867" y="228600"/>
                </a:cubicBezTo>
                <a:cubicBezTo>
                  <a:pt x="375709" y="221694"/>
                  <a:pt x="344317" y="242371"/>
                  <a:pt x="323567" y="187037"/>
                </a:cubicBezTo>
                <a:cubicBezTo>
                  <a:pt x="317366" y="170500"/>
                  <a:pt x="317147" y="152291"/>
                  <a:pt x="313176" y="135082"/>
                </a:cubicBezTo>
                <a:cubicBezTo>
                  <a:pt x="306754" y="107252"/>
                  <a:pt x="292394" y="51955"/>
                  <a:pt x="292394" y="51955"/>
                </a:cubicBezTo>
                <a:cubicBezTo>
                  <a:pt x="247367" y="55419"/>
                  <a:pt x="201699" y="54023"/>
                  <a:pt x="157312" y="62346"/>
                </a:cubicBezTo>
                <a:cubicBezTo>
                  <a:pt x="145037" y="64647"/>
                  <a:pt x="134134" y="73534"/>
                  <a:pt x="126139" y="83128"/>
                </a:cubicBezTo>
                <a:cubicBezTo>
                  <a:pt x="110803" y="101531"/>
                  <a:pt x="105056" y="139480"/>
                  <a:pt x="84576" y="155864"/>
                </a:cubicBezTo>
                <a:cubicBezTo>
                  <a:pt x="76023" y="162706"/>
                  <a:pt x="63794" y="162791"/>
                  <a:pt x="53403" y="166255"/>
                </a:cubicBezTo>
                <a:cubicBezTo>
                  <a:pt x="57494" y="227618"/>
                  <a:pt x="74735" y="356701"/>
                  <a:pt x="53403" y="426028"/>
                </a:cubicBezTo>
                <a:cubicBezTo>
                  <a:pt x="49081" y="440073"/>
                  <a:pt x="32621" y="446809"/>
                  <a:pt x="22230" y="457200"/>
                </a:cubicBezTo>
                <a:cubicBezTo>
                  <a:pt x="18766" y="467591"/>
                  <a:pt x="11839" y="477420"/>
                  <a:pt x="11839" y="488373"/>
                </a:cubicBezTo>
                <a:cubicBezTo>
                  <a:pt x="11839" y="575516"/>
                  <a:pt x="83495" y="534313"/>
                  <a:pt x="167703" y="540328"/>
                </a:cubicBezTo>
                <a:cubicBezTo>
                  <a:pt x="181558" y="543792"/>
                  <a:pt x="199973" y="539876"/>
                  <a:pt x="209267" y="550719"/>
                </a:cubicBezTo>
                <a:cubicBezTo>
                  <a:pt x="223523" y="567351"/>
                  <a:pt x="230048" y="613064"/>
                  <a:pt x="230048" y="613064"/>
                </a:cubicBezTo>
                <a:cubicBezTo>
                  <a:pt x="219657" y="619991"/>
                  <a:pt x="207706" y="625015"/>
                  <a:pt x="198876" y="633846"/>
                </a:cubicBezTo>
                <a:cubicBezTo>
                  <a:pt x="169097" y="663626"/>
                  <a:pt x="184606" y="662386"/>
                  <a:pt x="167703" y="696191"/>
                </a:cubicBezTo>
                <a:cubicBezTo>
                  <a:pt x="162118" y="707361"/>
                  <a:pt x="152506" y="716194"/>
                  <a:pt x="146921" y="727364"/>
                </a:cubicBezTo>
                <a:cubicBezTo>
                  <a:pt x="138617" y="743972"/>
                  <a:pt x="130578" y="784564"/>
                  <a:pt x="126139" y="800100"/>
                </a:cubicBezTo>
                <a:cubicBezTo>
                  <a:pt x="123130" y="810632"/>
                  <a:pt x="119212" y="820882"/>
                  <a:pt x="115748" y="831273"/>
                </a:cubicBezTo>
                <a:cubicBezTo>
                  <a:pt x="112284" y="855519"/>
                  <a:pt x="112395" y="880551"/>
                  <a:pt x="105357" y="904010"/>
                </a:cubicBezTo>
                <a:cubicBezTo>
                  <a:pt x="101769" y="915971"/>
                  <a:pt x="92571" y="925588"/>
                  <a:pt x="84576" y="935182"/>
                </a:cubicBezTo>
                <a:cubicBezTo>
                  <a:pt x="59574" y="965185"/>
                  <a:pt x="52881" y="966703"/>
                  <a:pt x="22230" y="987137"/>
                </a:cubicBezTo>
                <a:cubicBezTo>
                  <a:pt x="8453" y="1007803"/>
                  <a:pt x="-13973" y="1023670"/>
                  <a:pt x="11839" y="1049482"/>
                </a:cubicBezTo>
                <a:cubicBezTo>
                  <a:pt x="19584" y="1057227"/>
                  <a:pt x="32386" y="1057216"/>
                  <a:pt x="43012" y="1059873"/>
                </a:cubicBezTo>
                <a:cubicBezTo>
                  <a:pt x="128722" y="1081301"/>
                  <a:pt x="61862" y="1059321"/>
                  <a:pt x="136530" y="1080655"/>
                </a:cubicBezTo>
                <a:cubicBezTo>
                  <a:pt x="147062" y="1083664"/>
                  <a:pt x="156822" y="1089791"/>
                  <a:pt x="167703" y="1091046"/>
                </a:cubicBezTo>
                <a:cubicBezTo>
                  <a:pt x="247140" y="1100212"/>
                  <a:pt x="327030" y="1104901"/>
                  <a:pt x="406694" y="1111828"/>
                </a:cubicBezTo>
                <a:cubicBezTo>
                  <a:pt x="403230" y="1139537"/>
                  <a:pt x="406674" y="1169028"/>
                  <a:pt x="396303" y="1194955"/>
                </a:cubicBezTo>
                <a:cubicBezTo>
                  <a:pt x="391665" y="1206550"/>
                  <a:pt x="373961" y="1206906"/>
                  <a:pt x="365130" y="1215737"/>
                </a:cubicBezTo>
                <a:cubicBezTo>
                  <a:pt x="356299" y="1224568"/>
                  <a:pt x="354339" y="1239417"/>
                  <a:pt x="344348" y="1246910"/>
                </a:cubicBezTo>
                <a:cubicBezTo>
                  <a:pt x="322630" y="1263198"/>
                  <a:pt x="280275" y="1280060"/>
                  <a:pt x="250830" y="1288473"/>
                </a:cubicBezTo>
                <a:cubicBezTo>
                  <a:pt x="235294" y="1292912"/>
                  <a:pt x="194702" y="1300951"/>
                  <a:pt x="178094" y="1309255"/>
                </a:cubicBezTo>
                <a:cubicBezTo>
                  <a:pt x="166924" y="1314840"/>
                  <a:pt x="157312" y="1323110"/>
                  <a:pt x="146921" y="1330037"/>
                </a:cubicBezTo>
                <a:cubicBezTo>
                  <a:pt x="139994" y="1350819"/>
                  <a:pt x="124853" y="1370514"/>
                  <a:pt x="126139" y="1392382"/>
                </a:cubicBezTo>
                <a:cubicBezTo>
                  <a:pt x="127880" y="1421980"/>
                  <a:pt x="124521" y="1550859"/>
                  <a:pt x="146921" y="1610591"/>
                </a:cubicBezTo>
                <a:cubicBezTo>
                  <a:pt x="158221" y="1640725"/>
                  <a:pt x="171258" y="1657487"/>
                  <a:pt x="188485" y="1683328"/>
                </a:cubicBezTo>
                <a:cubicBezTo>
                  <a:pt x="191949" y="1717964"/>
                  <a:pt x="193953" y="1752778"/>
                  <a:pt x="198876" y="1787237"/>
                </a:cubicBezTo>
                <a:cubicBezTo>
                  <a:pt x="200896" y="1801374"/>
                  <a:pt x="201346" y="1816918"/>
                  <a:pt x="209267" y="1828800"/>
                </a:cubicBezTo>
                <a:cubicBezTo>
                  <a:pt x="216194" y="1839191"/>
                  <a:pt x="230048" y="1842655"/>
                  <a:pt x="240439" y="1849582"/>
                </a:cubicBezTo>
                <a:cubicBezTo>
                  <a:pt x="243903" y="1859973"/>
                  <a:pt x="243988" y="1872202"/>
                  <a:pt x="250830" y="1880755"/>
                </a:cubicBezTo>
                <a:cubicBezTo>
                  <a:pt x="268793" y="1903209"/>
                  <a:pt x="325298" y="1915969"/>
                  <a:pt x="344348" y="1922319"/>
                </a:cubicBezTo>
                <a:lnTo>
                  <a:pt x="375521" y="1932710"/>
                </a:lnTo>
                <a:cubicBezTo>
                  <a:pt x="417085" y="1929246"/>
                  <a:pt x="465920" y="1946060"/>
                  <a:pt x="500212" y="1922319"/>
                </a:cubicBezTo>
                <a:cubicBezTo>
                  <a:pt x="523172" y="1906424"/>
                  <a:pt x="508184" y="1867011"/>
                  <a:pt x="510603" y="1839191"/>
                </a:cubicBezTo>
                <a:cubicBezTo>
                  <a:pt x="515114" y="1787317"/>
                  <a:pt x="512434" y="1734689"/>
                  <a:pt x="520994" y="1683328"/>
                </a:cubicBezTo>
                <a:cubicBezTo>
                  <a:pt x="523047" y="1671009"/>
                  <a:pt x="536191" y="1663325"/>
                  <a:pt x="541776" y="1652155"/>
                </a:cubicBezTo>
                <a:cubicBezTo>
                  <a:pt x="546674" y="1642358"/>
                  <a:pt x="547269" y="1630779"/>
                  <a:pt x="552167" y="1620982"/>
                </a:cubicBezTo>
                <a:cubicBezTo>
                  <a:pt x="560330" y="1604655"/>
                  <a:pt x="596276" y="1559229"/>
                  <a:pt x="604121" y="1548246"/>
                </a:cubicBezTo>
                <a:cubicBezTo>
                  <a:pt x="611380" y="1538084"/>
                  <a:pt x="614060" y="1523269"/>
                  <a:pt x="624903" y="1517073"/>
                </a:cubicBezTo>
                <a:cubicBezTo>
                  <a:pt x="640237" y="1508311"/>
                  <a:pt x="659617" y="1510513"/>
                  <a:pt x="676857" y="1506682"/>
                </a:cubicBezTo>
                <a:cubicBezTo>
                  <a:pt x="716000" y="1497983"/>
                  <a:pt x="714879" y="1497472"/>
                  <a:pt x="749594" y="1485900"/>
                </a:cubicBezTo>
                <a:cubicBezTo>
                  <a:pt x="759985" y="1489364"/>
                  <a:pt x="770376" y="1499755"/>
                  <a:pt x="780767" y="1496291"/>
                </a:cubicBezTo>
                <a:cubicBezTo>
                  <a:pt x="807106" y="1487512"/>
                  <a:pt x="816668" y="1456596"/>
                  <a:pt x="822330" y="1433946"/>
                </a:cubicBezTo>
                <a:cubicBezTo>
                  <a:pt x="826613" y="1416812"/>
                  <a:pt x="823239" y="1396891"/>
                  <a:pt x="832721" y="1381991"/>
                </a:cubicBezTo>
                <a:cubicBezTo>
                  <a:pt x="858942" y="1340787"/>
                  <a:pt x="889715" y="1323214"/>
                  <a:pt x="926239" y="1298864"/>
                </a:cubicBezTo>
                <a:cubicBezTo>
                  <a:pt x="920968" y="1240888"/>
                  <a:pt x="940422" y="1184361"/>
                  <a:pt x="884676" y="1153391"/>
                </a:cubicBezTo>
                <a:cubicBezTo>
                  <a:pt x="865527" y="1142753"/>
                  <a:pt x="843112" y="1139537"/>
                  <a:pt x="822330" y="1132610"/>
                </a:cubicBezTo>
                <a:lnTo>
                  <a:pt x="791157" y="1122219"/>
                </a:lnTo>
                <a:cubicBezTo>
                  <a:pt x="768156" y="1106884"/>
                  <a:pt x="744813" y="1094265"/>
                  <a:pt x="728812" y="1070264"/>
                </a:cubicBezTo>
                <a:cubicBezTo>
                  <a:pt x="722736" y="1061150"/>
                  <a:pt x="721430" y="1049623"/>
                  <a:pt x="718421" y="1039091"/>
                </a:cubicBezTo>
                <a:cubicBezTo>
                  <a:pt x="692326" y="947759"/>
                  <a:pt x="722553" y="1041098"/>
                  <a:pt x="697639" y="966355"/>
                </a:cubicBezTo>
                <a:cubicBezTo>
                  <a:pt x="701103" y="935182"/>
                  <a:pt x="702874" y="903775"/>
                  <a:pt x="708030" y="872837"/>
                </a:cubicBezTo>
                <a:cubicBezTo>
                  <a:pt x="709831" y="862033"/>
                  <a:pt x="710676" y="849409"/>
                  <a:pt x="718421" y="841664"/>
                </a:cubicBezTo>
                <a:cubicBezTo>
                  <a:pt x="729374" y="830711"/>
                  <a:pt x="746536" y="828567"/>
                  <a:pt x="759985" y="820882"/>
                </a:cubicBezTo>
                <a:cubicBezTo>
                  <a:pt x="770828" y="814686"/>
                  <a:pt x="780766" y="807027"/>
                  <a:pt x="791157" y="800100"/>
                </a:cubicBezTo>
                <a:lnTo>
                  <a:pt x="822330" y="706582"/>
                </a:lnTo>
                <a:cubicBezTo>
                  <a:pt x="825794" y="696191"/>
                  <a:pt x="826646" y="684523"/>
                  <a:pt x="832721" y="675410"/>
                </a:cubicBezTo>
                <a:lnTo>
                  <a:pt x="853503" y="644237"/>
                </a:lnTo>
                <a:cubicBezTo>
                  <a:pt x="856967" y="626919"/>
                  <a:pt x="860990" y="609703"/>
                  <a:pt x="863894" y="592282"/>
                </a:cubicBezTo>
                <a:cubicBezTo>
                  <a:pt x="873957" y="531902"/>
                  <a:pt x="869714" y="527858"/>
                  <a:pt x="884676" y="477982"/>
                </a:cubicBezTo>
                <a:cubicBezTo>
                  <a:pt x="884683" y="477959"/>
                  <a:pt x="910649" y="400062"/>
                  <a:pt x="915848" y="384464"/>
                </a:cubicBezTo>
                <a:lnTo>
                  <a:pt x="926239" y="353291"/>
                </a:lnTo>
                <a:cubicBezTo>
                  <a:pt x="929703" y="329046"/>
                  <a:pt x="932249" y="304651"/>
                  <a:pt x="936630" y="280555"/>
                </a:cubicBezTo>
                <a:cubicBezTo>
                  <a:pt x="939185" y="266504"/>
                  <a:pt x="944466" y="253042"/>
                  <a:pt x="947021" y="238991"/>
                </a:cubicBezTo>
                <a:cubicBezTo>
                  <a:pt x="951402" y="214895"/>
                  <a:pt x="953948" y="190500"/>
                  <a:pt x="957412" y="166255"/>
                </a:cubicBezTo>
                <a:cubicBezTo>
                  <a:pt x="946672" y="15896"/>
                  <a:pt x="981397" y="55158"/>
                  <a:pt x="936630" y="10391"/>
                </a:cubicBezTo>
                <a:lnTo>
                  <a:pt x="936630" y="10391"/>
                </a:lnTo>
              </a:path>
            </a:pathLst>
          </a:custGeom>
          <a:solidFill>
            <a:schemeClr val="accent6">
              <a:lumMod val="75000"/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 dirty="0"/>
          </a:p>
        </p:txBody>
      </p:sp>
      <p:sp>
        <p:nvSpPr>
          <p:cNvPr id="70" name="Text Box 10277">
            <a:extLst>
              <a:ext uri="{FF2B5EF4-FFF2-40B4-BE49-F238E27FC236}">
                <a16:creationId xmlns:a16="http://schemas.microsoft.com/office/drawing/2014/main" id="{8AA32A5D-5F5B-4EE0-A9A1-E5CCCC102D08}"/>
              </a:ext>
            </a:extLst>
          </p:cNvPr>
          <p:cNvSpPr txBox="1"/>
          <p:nvPr/>
        </p:nvSpPr>
        <p:spPr>
          <a:xfrm flipH="1">
            <a:off x="6092846" y="1252470"/>
            <a:ext cx="2957430" cy="686972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80000"/>
              </a:lnSpc>
              <a:spcAft>
                <a:spcPts val="1000"/>
              </a:spcAft>
              <a:tabLst>
                <a:tab pos="111125" algn="l"/>
              </a:tabLst>
            </a:pPr>
            <a:r>
              <a:rPr lang="ar-DZ" sz="4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AlWatanHeadlines-Bold" panose="00000700000000000000" pitchFamily="2" charset="-78"/>
              </a:rPr>
              <a:t>راسب (</a:t>
            </a:r>
            <a:r>
              <a:rPr lang="ar-DZ" sz="36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AlWatanHeadlines-Bold" panose="00000700000000000000" pitchFamily="2" charset="-78"/>
              </a:rPr>
              <a:t>أبيض يسود في وجود الضوء</a:t>
            </a:r>
            <a:r>
              <a:rPr lang="ar-DZ" sz="4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AlWatanHeadlines-Bold" panose="00000700000000000000" pitchFamily="2" charset="-78"/>
              </a:rPr>
              <a:t>)</a:t>
            </a:r>
            <a:endParaRPr lang="en-US" sz="44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AlWatanHeadlines-Bold" panose="00000700000000000000" pitchFamily="2" charset="-78"/>
            </a:endParaRPr>
          </a:p>
        </p:txBody>
      </p:sp>
      <p:sp>
        <p:nvSpPr>
          <p:cNvPr id="71" name="Text Box 10277">
            <a:extLst>
              <a:ext uri="{FF2B5EF4-FFF2-40B4-BE49-F238E27FC236}">
                <a16:creationId xmlns:a16="http://schemas.microsoft.com/office/drawing/2014/main" id="{02B3AEF0-07E6-4E2C-9726-143EB2D657FC}"/>
              </a:ext>
            </a:extLst>
          </p:cNvPr>
          <p:cNvSpPr txBox="1"/>
          <p:nvPr/>
        </p:nvSpPr>
        <p:spPr>
          <a:xfrm flipH="1">
            <a:off x="3102956" y="4342324"/>
            <a:ext cx="2957430" cy="1812598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80000"/>
              </a:lnSpc>
              <a:spcAft>
                <a:spcPts val="1000"/>
              </a:spcAft>
              <a:tabLst>
                <a:tab pos="111125" algn="l"/>
              </a:tabLst>
            </a:pPr>
            <a:r>
              <a:rPr lang="ar-DZ" sz="28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AlWatanHeadlines-Bold" panose="00000700000000000000" pitchFamily="2" charset="-78"/>
              </a:rPr>
              <a:t>شاردة </a:t>
            </a:r>
          </a:p>
          <a:p>
            <a:pPr algn="ctr" rtl="1">
              <a:lnSpc>
                <a:spcPct val="80000"/>
              </a:lnSpc>
              <a:spcAft>
                <a:spcPts val="1000"/>
              </a:spcAft>
              <a:tabLst>
                <a:tab pos="111125" algn="l"/>
              </a:tabLst>
            </a:pPr>
            <a:r>
              <a:rPr lang="ar-DZ" sz="28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AlWatanHeadlines-Bold" panose="00000700000000000000" pitchFamily="2" charset="-78"/>
              </a:rPr>
              <a:t>الحديد الثنائية</a:t>
            </a:r>
          </a:p>
          <a:p>
            <a:pPr algn="ctr" rtl="1">
              <a:lnSpc>
                <a:spcPct val="80000"/>
              </a:lnSpc>
              <a:spcAft>
                <a:spcPts val="1000"/>
              </a:spcAft>
              <a:tabLst>
                <a:tab pos="111125" algn="l"/>
              </a:tabLst>
            </a:pPr>
            <a:r>
              <a:rPr lang="fr-FR" sz="4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Fe</a:t>
            </a:r>
            <a:r>
              <a:rPr lang="fr-FR" sz="4000" b="1" baseline="30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2+</a:t>
            </a:r>
            <a:endParaRPr lang="ar-DZ" sz="54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AlWatanHeadlines-Bold" panose="00000700000000000000" pitchFamily="2" charset="-78"/>
            </a:endParaRPr>
          </a:p>
          <a:p>
            <a:pPr algn="ctr" rtl="1">
              <a:lnSpc>
                <a:spcPct val="80000"/>
              </a:lnSpc>
              <a:spcAft>
                <a:spcPts val="1000"/>
              </a:spcAft>
              <a:tabLst>
                <a:tab pos="111125" algn="l"/>
              </a:tabLst>
            </a:pPr>
            <a:endParaRPr lang="en-US" sz="28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AlWatanHeadlines-Bold" panose="00000700000000000000" pitchFamily="2" charset="-78"/>
            </a:endParaRPr>
          </a:p>
        </p:txBody>
      </p:sp>
      <p:sp>
        <p:nvSpPr>
          <p:cNvPr id="74" name="Text Box 10277">
            <a:extLst>
              <a:ext uri="{FF2B5EF4-FFF2-40B4-BE49-F238E27FC236}">
                <a16:creationId xmlns:a16="http://schemas.microsoft.com/office/drawing/2014/main" id="{9723BA2E-84D7-47E4-AF42-4C5146F6118F}"/>
              </a:ext>
            </a:extLst>
          </p:cNvPr>
          <p:cNvSpPr txBox="1"/>
          <p:nvPr/>
        </p:nvSpPr>
        <p:spPr>
          <a:xfrm flipH="1">
            <a:off x="6318607" y="4317901"/>
            <a:ext cx="1067646" cy="1812598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80000"/>
              </a:lnSpc>
              <a:spcAft>
                <a:spcPts val="1000"/>
              </a:spcAft>
              <a:tabLst>
                <a:tab pos="111125" algn="l"/>
              </a:tabLst>
            </a:pPr>
            <a:r>
              <a:rPr lang="ar-DZ" sz="28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AlWatanHeadlines-Bold" panose="00000700000000000000" pitchFamily="2" charset="-78"/>
              </a:rPr>
              <a:t>شاردة </a:t>
            </a:r>
          </a:p>
          <a:p>
            <a:pPr algn="ctr" rtl="1">
              <a:lnSpc>
                <a:spcPct val="80000"/>
              </a:lnSpc>
              <a:spcAft>
                <a:spcPts val="1000"/>
              </a:spcAft>
              <a:tabLst>
                <a:tab pos="111125" algn="l"/>
              </a:tabLst>
            </a:pPr>
            <a:r>
              <a:rPr lang="ar-DZ" sz="28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AlWatanHeadlines-Bold" panose="00000700000000000000" pitchFamily="2" charset="-78"/>
              </a:rPr>
              <a:t>الكلور</a:t>
            </a:r>
          </a:p>
          <a:p>
            <a:pPr algn="ctr" rtl="1">
              <a:lnSpc>
                <a:spcPct val="80000"/>
              </a:lnSpc>
              <a:spcAft>
                <a:spcPts val="1000"/>
              </a:spcAft>
              <a:tabLst>
                <a:tab pos="111125" algn="l"/>
              </a:tabLst>
            </a:pPr>
            <a:r>
              <a:rPr lang="fr-FR" sz="40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Cl</a:t>
            </a:r>
            <a:r>
              <a:rPr lang="fr-FR" sz="4000" b="1" baseline="30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-</a:t>
            </a:r>
            <a:endParaRPr lang="ar-DZ" sz="54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AlWatanHeadlines-Bold" panose="00000700000000000000" pitchFamily="2" charset="-78"/>
            </a:endParaRPr>
          </a:p>
          <a:p>
            <a:pPr algn="ctr" rtl="1">
              <a:lnSpc>
                <a:spcPct val="80000"/>
              </a:lnSpc>
              <a:spcAft>
                <a:spcPts val="1000"/>
              </a:spcAft>
              <a:tabLst>
                <a:tab pos="111125" algn="l"/>
              </a:tabLst>
            </a:pPr>
            <a:endParaRPr lang="en-US" sz="28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AlWatanHeadlines-Bold" panose="00000700000000000000" pitchFamily="2" charset="-78"/>
            </a:endParaRPr>
          </a:p>
        </p:txBody>
      </p:sp>
      <p:sp>
        <p:nvSpPr>
          <p:cNvPr id="75" name="Text Box 15485">
            <a:extLst>
              <a:ext uri="{FF2B5EF4-FFF2-40B4-BE49-F238E27FC236}">
                <a16:creationId xmlns:a16="http://schemas.microsoft.com/office/drawing/2014/main" id="{52EFAE89-266B-4247-B53F-A1855A02E2CE}"/>
              </a:ext>
            </a:extLst>
          </p:cNvPr>
          <p:cNvSpPr txBox="1"/>
          <p:nvPr/>
        </p:nvSpPr>
        <p:spPr>
          <a:xfrm>
            <a:off x="8761814" y="2944197"/>
            <a:ext cx="2431056" cy="498041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1"/>
            <a:r>
              <a:rPr lang="ar-DZ" sz="2800" dirty="0">
                <a:latin typeface="Calibri" panose="020F0502020204030204" pitchFamily="34" charset="0"/>
                <a:cs typeface="AlWatanHeadlines-Bold" panose="00000700000000000000" pitchFamily="2" charset="-78"/>
              </a:rPr>
              <a:t>محلول نترات الفضة </a:t>
            </a:r>
            <a:endParaRPr lang="en-US" sz="2800" dirty="0">
              <a:latin typeface="Calibri" panose="020F0502020204030204" pitchFamily="34" charset="0"/>
              <a:cs typeface="AlWatanHeadlines-Bold" panose="00000700000000000000" pitchFamily="2" charset="-78"/>
            </a:endParaRPr>
          </a:p>
          <a:p>
            <a:pPr algn="ctr" rtl="1">
              <a:lnSpc>
                <a:spcPct val="80000"/>
              </a:lnSpc>
              <a:spcAft>
                <a:spcPts val="1000"/>
              </a:spcAft>
            </a:pPr>
            <a:r>
              <a:rPr lang="ar-DZ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ohammad Bold Normal"/>
              </a:rPr>
              <a:t> </a:t>
            </a:r>
            <a:r>
              <a:rPr lang="ar-DZ" sz="5400" b="1" baseline="-25000" dirty="0">
                <a:solidFill>
                  <a:srgbClr val="0D0D0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 </a:t>
            </a: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 rtl="1">
              <a:lnSpc>
                <a:spcPct val="60000"/>
              </a:lnSpc>
              <a:spcAft>
                <a:spcPts val="1000"/>
              </a:spcAft>
            </a:pPr>
            <a:r>
              <a:rPr lang="fr-FR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ohammad Bold Normal"/>
              </a:rPr>
              <a:t> </a:t>
            </a: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مجموعة 5">
            <a:extLst>
              <a:ext uri="{FF2B5EF4-FFF2-40B4-BE49-F238E27FC236}">
                <a16:creationId xmlns:a16="http://schemas.microsoft.com/office/drawing/2014/main" id="{FFDFCE6B-1C81-4DC7-B788-C3AFC724914C}"/>
              </a:ext>
            </a:extLst>
          </p:cNvPr>
          <p:cNvGrpSpPr/>
          <p:nvPr/>
        </p:nvGrpSpPr>
        <p:grpSpPr>
          <a:xfrm>
            <a:off x="9243603" y="308279"/>
            <a:ext cx="2907926" cy="2151286"/>
            <a:chOff x="9243603" y="308279"/>
            <a:chExt cx="2907926" cy="2151286"/>
          </a:xfrm>
        </p:grpSpPr>
        <p:sp>
          <p:nvSpPr>
            <p:cNvPr id="4" name="شكل بيضاوي 3">
              <a:extLst>
                <a:ext uri="{FF2B5EF4-FFF2-40B4-BE49-F238E27FC236}">
                  <a16:creationId xmlns:a16="http://schemas.microsoft.com/office/drawing/2014/main" id="{126B2CC2-EDFF-4783-B847-E554AD1476A1}"/>
                </a:ext>
              </a:extLst>
            </p:cNvPr>
            <p:cNvSpPr/>
            <p:nvPr/>
          </p:nvSpPr>
          <p:spPr>
            <a:xfrm>
              <a:off x="10402041" y="319272"/>
              <a:ext cx="1077000" cy="1075711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DZ"/>
            </a:p>
          </p:txBody>
        </p:sp>
        <p:sp>
          <p:nvSpPr>
            <p:cNvPr id="5" name="مستطيل: زوايا مستديرة 4">
              <a:extLst>
                <a:ext uri="{FF2B5EF4-FFF2-40B4-BE49-F238E27FC236}">
                  <a16:creationId xmlns:a16="http://schemas.microsoft.com/office/drawing/2014/main" id="{E8264336-0764-4990-AEB6-2DB961AF96EC}"/>
                </a:ext>
              </a:extLst>
            </p:cNvPr>
            <p:cNvSpPr/>
            <p:nvPr/>
          </p:nvSpPr>
          <p:spPr>
            <a:xfrm rot="5614309">
              <a:off x="9725488" y="43666"/>
              <a:ext cx="118011" cy="977775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DZ"/>
            </a:p>
          </p:txBody>
        </p:sp>
        <p:sp>
          <p:nvSpPr>
            <p:cNvPr id="81" name="مستطيل: زوايا مستديرة 80">
              <a:extLst>
                <a:ext uri="{FF2B5EF4-FFF2-40B4-BE49-F238E27FC236}">
                  <a16:creationId xmlns:a16="http://schemas.microsoft.com/office/drawing/2014/main" id="{21D58156-D8DD-45F7-9483-ADC9D6547249}"/>
                </a:ext>
              </a:extLst>
            </p:cNvPr>
            <p:cNvSpPr/>
            <p:nvPr/>
          </p:nvSpPr>
          <p:spPr>
            <a:xfrm rot="4511323">
              <a:off x="9673485" y="538142"/>
              <a:ext cx="118011" cy="977775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DZ"/>
            </a:p>
          </p:txBody>
        </p:sp>
        <p:sp>
          <p:nvSpPr>
            <p:cNvPr id="82" name="مستطيل: زوايا مستديرة 81">
              <a:extLst>
                <a:ext uri="{FF2B5EF4-FFF2-40B4-BE49-F238E27FC236}">
                  <a16:creationId xmlns:a16="http://schemas.microsoft.com/office/drawing/2014/main" id="{58C84D2F-AC0A-416B-8A2F-DDE1287BF2C3}"/>
                </a:ext>
              </a:extLst>
            </p:cNvPr>
            <p:cNvSpPr/>
            <p:nvPr/>
          </p:nvSpPr>
          <p:spPr>
            <a:xfrm rot="3519921">
              <a:off x="9868937" y="989524"/>
              <a:ext cx="118011" cy="977775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DZ"/>
            </a:p>
          </p:txBody>
        </p:sp>
        <p:sp>
          <p:nvSpPr>
            <p:cNvPr id="83" name="مستطيل: زوايا مستديرة 82">
              <a:extLst>
                <a:ext uri="{FF2B5EF4-FFF2-40B4-BE49-F238E27FC236}">
                  <a16:creationId xmlns:a16="http://schemas.microsoft.com/office/drawing/2014/main" id="{C45C798C-3DFD-45DB-B122-803CF5F51351}"/>
                </a:ext>
              </a:extLst>
            </p:cNvPr>
            <p:cNvSpPr/>
            <p:nvPr/>
          </p:nvSpPr>
          <p:spPr>
            <a:xfrm rot="1917042">
              <a:off x="10317204" y="1345106"/>
              <a:ext cx="118011" cy="977775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DZ"/>
            </a:p>
          </p:txBody>
        </p:sp>
        <p:sp>
          <p:nvSpPr>
            <p:cNvPr id="84" name="مستطيل: زوايا مستديرة 83">
              <a:extLst>
                <a:ext uri="{FF2B5EF4-FFF2-40B4-BE49-F238E27FC236}">
                  <a16:creationId xmlns:a16="http://schemas.microsoft.com/office/drawing/2014/main" id="{D570AA8C-ADD9-4898-BE5E-F4CCCA7ED51B}"/>
                </a:ext>
              </a:extLst>
            </p:cNvPr>
            <p:cNvSpPr/>
            <p:nvPr/>
          </p:nvSpPr>
          <p:spPr>
            <a:xfrm rot="506826">
              <a:off x="10904956" y="1481790"/>
              <a:ext cx="118011" cy="977775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DZ"/>
            </a:p>
          </p:txBody>
        </p:sp>
        <p:sp>
          <p:nvSpPr>
            <p:cNvPr id="85" name="Text Box 15485">
              <a:extLst>
                <a:ext uri="{FF2B5EF4-FFF2-40B4-BE49-F238E27FC236}">
                  <a16:creationId xmlns:a16="http://schemas.microsoft.com/office/drawing/2014/main" id="{B8D99A73-C6C2-4DC4-99D3-26F6DE7CCAEA}"/>
                </a:ext>
              </a:extLst>
            </p:cNvPr>
            <p:cNvSpPr txBox="1"/>
            <p:nvPr/>
          </p:nvSpPr>
          <p:spPr>
            <a:xfrm>
              <a:off x="9720473" y="308279"/>
              <a:ext cx="2431056" cy="959958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="horz" wrap="square" lIns="91440" tIns="45720" rIns="91440" bIns="45720" numCol="1" spcCol="0" rtlCol="1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1"/>
              <a:r>
                <a:rPr lang="ar-DZ" sz="2800" dirty="0">
                  <a:solidFill>
                    <a:schemeClr val="accent4">
                      <a:lumMod val="75000"/>
                    </a:schemeClr>
                  </a:solidFill>
                  <a:latin typeface="Calibri" panose="020F0502020204030204" pitchFamily="34" charset="0"/>
                  <a:cs typeface="AlWatanHeadlines-Bold" panose="00000700000000000000" pitchFamily="2" charset="-78"/>
                </a:rPr>
                <a:t>الشمس</a:t>
              </a:r>
              <a:r>
                <a:rPr lang="ar-DZ" sz="2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Mohammad Bold Normal"/>
                </a:rPr>
                <a:t> </a:t>
              </a:r>
              <a:r>
                <a:rPr lang="ar-DZ" sz="5400" b="1" baseline="-25000" dirty="0">
                  <a:solidFill>
                    <a:srgbClr val="0D0D0D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Sakkal Majalla" panose="02000000000000000000" pitchFamily="2" charset="-78"/>
                </a:rPr>
                <a:t> </a:t>
              </a:r>
              <a:endParaRPr lang="en-US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  <a:p>
              <a:pPr algn="ctr" rtl="1">
                <a:lnSpc>
                  <a:spcPct val="60000"/>
                </a:lnSpc>
                <a:spcAft>
                  <a:spcPts val="1000"/>
                </a:spcAft>
              </a:pPr>
              <a:r>
                <a:rPr lang="fr-FR" sz="2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Mohammad Bold Normal"/>
                </a:rPr>
                <a:t> </a:t>
              </a:r>
              <a:endParaRPr lang="en-US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6" name="Text Box 15485">
            <a:extLst>
              <a:ext uri="{FF2B5EF4-FFF2-40B4-BE49-F238E27FC236}">
                <a16:creationId xmlns:a16="http://schemas.microsoft.com/office/drawing/2014/main" id="{D73FAFBB-F07B-49B6-BEA4-44D5F4406299}"/>
              </a:ext>
            </a:extLst>
          </p:cNvPr>
          <p:cNvSpPr txBox="1"/>
          <p:nvPr/>
        </p:nvSpPr>
        <p:spPr>
          <a:xfrm>
            <a:off x="-95515" y="1898026"/>
            <a:ext cx="2518284" cy="488954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1"/>
            <a:r>
              <a:rPr lang="ar-DZ" sz="3600" b="1" dirty="0">
                <a:solidFill>
                  <a:srgbClr val="FF0000"/>
                </a:solidFill>
                <a:latin typeface="Calibri" panose="020F0502020204030204" pitchFamily="34" charset="0"/>
                <a:cs typeface="A Gam_Azad" panose="02000400000000000000" pitchFamily="2" charset="-78"/>
              </a:rPr>
              <a:t>الكاشف </a:t>
            </a:r>
            <a:r>
              <a:rPr lang="ar-DZ" sz="3600" b="1" dirty="0">
                <a:solidFill>
                  <a:srgbClr val="FF0000"/>
                </a:solidFill>
                <a:latin typeface="Calibri" panose="020F0502020204030204" pitchFamily="34" charset="0"/>
                <a:cs typeface="AlWatanHeadlines-Bold" panose="00000700000000000000" pitchFamily="2" charset="-78"/>
              </a:rPr>
              <a:t>1</a:t>
            </a:r>
          </a:p>
          <a:p>
            <a:pPr algn="ctr" rtl="1">
              <a:lnSpc>
                <a:spcPct val="80000"/>
              </a:lnSpc>
              <a:spcAft>
                <a:spcPts val="1000"/>
              </a:spcAft>
            </a:pPr>
            <a:r>
              <a:rPr lang="ar-DZ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 Gam_Azad" panose="02000400000000000000" pitchFamily="2" charset="-78"/>
              </a:rPr>
              <a:t> </a:t>
            </a:r>
            <a:r>
              <a:rPr lang="ar-DZ" sz="5400" b="1" baseline="-25000" dirty="0">
                <a:solidFill>
                  <a:srgbClr val="0D0D0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 Gam_Azad" panose="02000400000000000000" pitchFamily="2" charset="-78"/>
              </a:rPr>
              <a:t> </a:t>
            </a: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A Gam_Azad" panose="02000400000000000000" pitchFamily="2" charset="-78"/>
            </a:endParaRPr>
          </a:p>
          <a:p>
            <a:pPr algn="ctr" rtl="1">
              <a:lnSpc>
                <a:spcPct val="60000"/>
              </a:lnSpc>
              <a:spcAft>
                <a:spcPts val="1000"/>
              </a:spcAft>
            </a:pPr>
            <a:r>
              <a:rPr lang="fr-FR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 Gam_Azad" panose="02000400000000000000" pitchFamily="2" charset="-78"/>
              </a:rPr>
              <a:t> </a:t>
            </a: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A Gam_Azad" panose="02000400000000000000" pitchFamily="2" charset="-78"/>
            </a:endParaRPr>
          </a:p>
        </p:txBody>
      </p:sp>
      <p:sp>
        <p:nvSpPr>
          <p:cNvPr id="87" name="Text Box 15485">
            <a:extLst>
              <a:ext uri="{FF2B5EF4-FFF2-40B4-BE49-F238E27FC236}">
                <a16:creationId xmlns:a16="http://schemas.microsoft.com/office/drawing/2014/main" id="{618BBA67-62EF-4EA1-8D1D-63526CBE0618}"/>
              </a:ext>
            </a:extLst>
          </p:cNvPr>
          <p:cNvSpPr txBox="1"/>
          <p:nvPr/>
        </p:nvSpPr>
        <p:spPr>
          <a:xfrm>
            <a:off x="8547475" y="2456034"/>
            <a:ext cx="2518284" cy="488954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1"/>
            <a:r>
              <a:rPr lang="ar-DZ" sz="3600" b="1" dirty="0">
                <a:solidFill>
                  <a:srgbClr val="FF0000"/>
                </a:solidFill>
                <a:latin typeface="Calibri" panose="020F0502020204030204" pitchFamily="34" charset="0"/>
                <a:cs typeface="A Gam_Azad" panose="02000400000000000000" pitchFamily="2" charset="-78"/>
              </a:rPr>
              <a:t>الكاشف </a:t>
            </a:r>
            <a:r>
              <a:rPr lang="ar-DZ" sz="3600" b="1" dirty="0">
                <a:solidFill>
                  <a:srgbClr val="FF0000"/>
                </a:solidFill>
                <a:latin typeface="Calibri" panose="020F0502020204030204" pitchFamily="34" charset="0"/>
                <a:cs typeface="AlWatanHeadlines-Bold" panose="00000700000000000000" pitchFamily="2" charset="-78"/>
              </a:rPr>
              <a:t>2</a:t>
            </a:r>
          </a:p>
          <a:p>
            <a:pPr algn="ctr" rtl="1">
              <a:lnSpc>
                <a:spcPct val="80000"/>
              </a:lnSpc>
              <a:spcAft>
                <a:spcPts val="1000"/>
              </a:spcAft>
            </a:pPr>
            <a:r>
              <a:rPr lang="ar-DZ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 Gam_Azad" panose="02000400000000000000" pitchFamily="2" charset="-78"/>
              </a:rPr>
              <a:t> </a:t>
            </a:r>
            <a:r>
              <a:rPr lang="ar-DZ" sz="5400" b="1" baseline="-25000" dirty="0">
                <a:solidFill>
                  <a:srgbClr val="0D0D0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 Gam_Azad" panose="02000400000000000000" pitchFamily="2" charset="-78"/>
              </a:rPr>
              <a:t> </a:t>
            </a: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A Gam_Azad" panose="02000400000000000000" pitchFamily="2" charset="-78"/>
            </a:endParaRPr>
          </a:p>
          <a:p>
            <a:pPr algn="ctr" rtl="1">
              <a:lnSpc>
                <a:spcPct val="60000"/>
              </a:lnSpc>
              <a:spcAft>
                <a:spcPts val="1000"/>
              </a:spcAft>
            </a:pPr>
            <a:r>
              <a:rPr lang="fr-FR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 Gam_Azad" panose="02000400000000000000" pitchFamily="2" charset="-78"/>
              </a:rPr>
              <a:t> </a:t>
            </a: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A Gam_Azad" panose="02000400000000000000" pitchFamily="2" charset="-7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135448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5654"/>
    </mc:Choice>
    <mc:Fallback>
      <p:transition spd="slow" advTm="4565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autoRev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4.81481E-6 L 2.08333E-7 0.00024 C 0.00117 -0.00532 0.0026 -0.00972 0.00391 -0.0155 C 0.0043 -0.01689 0.00456 -0.01967 0.00482 -0.02222 C 0.0069 -0.0375 0.0056 -0.02731 0.00703 -0.04537 C 0.00859 -0.06504 0.00833 -0.0618 0.00964 -0.07546 C 0.01016 -0.08587 0.01029 -0.09583 0.01107 -0.10555 C 0.01172 -0.1155 0.01146 -0.10995 0.01185 -0.12268 C 0.01211 -0.13171 0.01224 -0.13981 0.01237 -0.14837 C 0.0125 -0.15162 0.01276 -0.15393 0.01289 -0.1574 C 0.01367 -0.18379 0.01276 -0.16805 0.01367 -0.18287 C 0.0138 -0.19166 0.01406 -0.20023 0.01419 -0.20879 C 0.01458 -0.22569 0.01445 -0.22685 0.0151 -0.24074 C 0.01549 -0.2493 0.01589 -0.2537 0.01641 -0.26226 C 0.01667 -0.26574 0.01706 -0.26898 0.01732 -0.27314 C 0.01758 -0.27662 0.01758 -0.28055 0.01771 -0.28425 C 0.0181 -0.28865 0.01836 -0.29375 0.01862 -0.29884 C 0.01888 -0.30231 0.01901 -0.30601 0.01914 -0.30949 C 0.0194 -0.3155 0.01979 -0.31805 0.02044 -0.32453 C 0.02148 -0.34837 0.02005 -0.32268 0.02227 -0.34375 C 0.02266 -0.34699 0.02292 -0.36018 0.02305 -0.36319 C 0.02344 -0.36527 0.02383 -0.36712 0.02396 -0.36967 C 0.02422 -0.37129 0.02422 -0.37384 0.02448 -0.37592 C 0.02487 -0.37916 0.02539 -0.38171 0.02578 -0.38472 C 0.02617 -0.3868 0.02643 -0.38935 0.02669 -0.39143 C 0.02695 -0.39606 0.02734 -0.40115 0.0276 -0.40648 C 0.02799 -0.40925 0.02826 -0.41134 0.02852 -0.41481 C 0.02878 -0.41782 0.02878 -0.42037 0.02891 -0.42337 C 0.02904 -0.42546 0.02917 -0.428 0.02943 -0.42962 C 0.02956 -0.43472 0.02956 -0.44004 0.02982 -0.44467 C 0.03034 -0.45185 0.03164 -0.46157 0.03255 -0.46828 C 0.03294 -0.47129 0.03346 -0.47407 0.03385 -0.47685 C 0.03437 -0.48333 0.03437 -0.48657 0.03568 -0.49189 C 0.03633 -0.49444 0.03724 -0.49629 0.03789 -0.49837 C 0.03815 -0.50208 0.03841 -0.50601 0.0388 -0.50902 C 0.03919 -0.51134 0.03971 -0.51157 0.0401 -0.51342 C 0.04062 -0.51527 0.04076 -0.51805 0.04102 -0.5199 C 0.04323 -0.52986 0.04323 -0.52847 0.04518 -0.53495 C 0.04805 -0.5449 0.04583 -0.53842 0.04961 -0.55 C 0.05026 -0.55208 0.05117 -0.55393 0.05182 -0.55625 C 0.05247 -0.55925 0.05326 -0.5625 0.05404 -0.56504 C 0.05521 -0.56851 0.06094 -0.58472 0.06159 -0.58865 C 0.06276 -0.59351 0.06354 -0.59791 0.06484 -0.60138 C 0.06523 -0.60254 0.06576 -0.60254 0.06615 -0.60347 C 0.06797 -0.60787 0.06706 -0.60925 0.06927 -0.60995 C 0.07383 -0.6118 0.08776 -0.61365 0.09076 -0.61435 C 0.09401 -0.61921 0.09128 -0.61527 0.09753 -0.61851 C 0.09883 -0.61898 0.09987 -0.62037 0.10117 -0.62083 C 0.10299 -0.62152 0.10495 -0.62222 0.1069 -0.62291 C 0.10755 -0.62361 0.10807 -0.6243 0.10872 -0.625 C 0.12083 -0.63796 0.12904 -0.62615 0.14505 -0.625 C 0.14557 -0.6243 0.14622 -0.62361 0.14687 -0.62291 C 0.14766 -0.62222 0.14844 -0.62175 0.14909 -0.62083 C 0.15169 -0.61643 0.15026 -0.61527 0.15312 -0.60995 C 0.15391 -0.60856 0.15456 -0.60856 0.15534 -0.60787 C 0.15846 -0.59791 0.15703 -0.60069 0.15937 -0.59722 C 0.16055 -0.59143 0.16185 -0.58472 0.16341 -0.58217 L 0.16471 -0.57986 C 0.16888 -0.55023 0.16458 -0.58078 0.16797 -0.55856 C 0.16823 -0.55625 0.16836 -0.55393 0.16875 -0.55208 C 0.16927 -0.55023 0.16966 -0.5493 0.17018 -0.54768 C 0.17044 -0.5456 0.1707 -0.54328 0.17109 -0.54143 C 0.17148 -0.53888 0.17201 -0.5375 0.1724 -0.53495 C 0.17292 -0.53101 0.17292 -0.52592 0.17331 -0.52199 L 0.17422 -0.51342 C 0.17435 -0.50995 0.17448 -0.50625 0.17461 -0.50277 C 0.17474 -0.49976 0.175 -0.49699 0.175 -0.49421 C 0.17526 -0.48842 0.17526 -0.48263 0.17552 -0.47685 C 0.17578 -0.47222 0.17643 -0.46412 0.17643 -0.46365 C 0.17695 -0.47754 0.17695 -0.47268 0.17695 -0.47916 L 0.17695 -0.4787 " pathEditMode="relative" rAng="0" ptsTypes="AAAAAAAAAAAAAAAAAAAAAAAAAAAAAAAAAAAAAAAAAAAAAAAAAAAAAAAAAAAAAAAAAAAAAAA">
                                      <p:cBhvr>
                                        <p:cTn id="6" dur="5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41" y="-3155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1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" dur="1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0" presetClass="path" presetSubtype="0" accel="50000" decel="50000" autoRev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3.7037E-6 L 8.33333E-7 0.00023 C -0.00117 -0.00533 -0.00247 -0.00973 -0.00365 -0.01551 C -0.00391 -0.0169 -0.00417 -0.01968 -0.00443 -0.02223 C -0.00625 -0.0375 -0.00508 -0.02732 -0.00638 -0.04537 C -0.00781 -0.06505 -0.00755 -0.06181 -0.00872 -0.07547 C -0.00925 -0.08588 -0.00938 -0.09584 -0.01003 -0.10556 C -0.01068 -0.11551 -0.01042 -0.10996 -0.01081 -0.12269 C -0.01107 -0.13172 -0.0112 -0.13982 -0.0112 -0.14838 C -0.01133 -0.15162 -0.01159 -0.15394 -0.01172 -0.15741 C -0.0125 -0.1838 -0.01159 -0.16806 -0.0125 -0.18287 C -0.0125 -0.19167 -0.01276 -0.20047 -0.01289 -0.2088 C -0.01328 -0.2257 -0.01315 -0.22686 -0.01367 -0.24074 C -0.01406 -0.24931 -0.01445 -0.25371 -0.01497 -0.26227 C -0.0151 -0.26574 -0.0155 -0.26899 -0.01576 -0.27315 C -0.01602 -0.27732 -0.01602 -0.28125 -0.01615 -0.28496 C -0.01641 -0.28866 -0.01667 -0.29375 -0.01693 -0.29885 C -0.01719 -0.30232 -0.01732 -0.30602 -0.01745 -0.30949 C -0.01758 -0.31551 -0.01797 -0.31806 -0.01862 -0.32454 C -0.01953 -0.34838 -0.01823 -0.32269 -0.02018 -0.34375 C -0.02057 -0.34699 -0.02083 -0.36019 -0.02096 -0.3632 C -0.02122 -0.36528 -0.02162 -0.36713 -0.02175 -0.36968 C -0.02201 -0.3713 -0.02201 -0.37385 -0.02227 -0.37593 C -0.02253 -0.37917 -0.02305 -0.38172 -0.02344 -0.38473 C -0.0237 -0.38681 -0.02396 -0.38936 -0.02422 -0.39144 C -0.02448 -0.39607 -0.02487 -0.40116 -0.025 -0.40649 C -0.02539 -0.40926 -0.02565 -0.41135 -0.02591 -0.41482 C -0.02617 -0.41783 -0.02617 -0.42037 -0.02617 -0.42338 C -0.0263 -0.42547 -0.02643 -0.42801 -0.02669 -0.42963 C -0.02682 -0.43473 -0.02682 -0.44005 -0.02708 -0.44468 C -0.02747 -0.45186 -0.02865 -0.46158 -0.02956 -0.46829 C -0.02982 -0.4713 -0.03034 -0.47408 -0.03073 -0.47686 C -0.03112 -0.48334 -0.03112 -0.48658 -0.03229 -0.4919 C -0.03294 -0.49445 -0.03372 -0.4963 -0.03438 -0.49838 C -0.03464 -0.50209 -0.03477 -0.50602 -0.03516 -0.50903 C -0.03555 -0.51135 -0.03607 -0.51158 -0.03633 -0.51343 C -0.03685 -0.51528 -0.03698 -0.51806 -0.03724 -0.51991 C -0.03919 -0.52986 -0.03919 -0.52848 -0.04102 -0.53496 C -0.04349 -0.54491 -0.04154 -0.53843 -0.04492 -0.55 C -0.04557 -0.55209 -0.04635 -0.55394 -0.04701 -0.55625 C -0.04753 -0.55926 -0.04831 -0.5625 -0.04896 -0.56505 C -0.05 -0.56852 -0.05521 -0.58473 -0.05586 -0.58866 C -0.0569 -0.59352 -0.05755 -0.59792 -0.05872 -0.60139 C -0.05912 -0.60255 -0.05964 -0.60255 -0.0599 -0.60348 C -0.06159 -0.60787 -0.06081 -0.60926 -0.06276 -0.60996 C -0.06693 -0.61181 -0.07956 -0.61366 -0.08216 -0.61436 C -0.08516 -0.61922 -0.08268 -0.61528 -0.08828 -0.61852 C -0.08945 -0.61899 -0.0905 -0.62037 -0.09167 -0.62084 C -0.09323 -0.62153 -0.09505 -0.62223 -0.09688 -0.62292 C -0.0974 -0.62361 -0.09792 -0.62431 -0.09844 -0.625 C -0.10938 -0.63797 -0.1168 -0.62616 -0.13138 -0.625 C -0.13177 -0.62431 -0.13242 -0.62361 -0.13294 -0.62292 C -0.13372 -0.62223 -0.13438 -0.62176 -0.13503 -0.62084 C -0.13737 -0.61644 -0.13607 -0.61528 -0.13867 -0.60996 C -0.13932 -0.60857 -0.13997 -0.60857 -0.14063 -0.60787 C -0.14349 -0.59792 -0.14219 -0.6007 -0.14427 -0.59723 C -0.14531 -0.59144 -0.14662 -0.58473 -0.14792 -0.58218 L -0.14909 -0.57986 C -0.15287 -0.55024 -0.14909 -0.58079 -0.15208 -0.55857 C -0.15234 -0.55625 -0.15247 -0.55394 -0.15274 -0.55209 C -0.15326 -0.55024 -0.15365 -0.54931 -0.15404 -0.54769 C -0.1543 -0.54561 -0.15456 -0.54352 -0.15495 -0.54144 C -0.15521 -0.53889 -0.15573 -0.5375 -0.15612 -0.53496 C -0.15651 -0.53102 -0.15651 -0.52593 -0.1569 -0.52199 L -0.15768 -0.51343 C -0.15781 -0.50996 -0.15794 -0.50625 -0.15807 -0.50278 C -0.1582 -0.49977 -0.15846 -0.49699 -0.15846 -0.49422 C -0.15872 -0.48843 -0.15872 -0.48264 -0.15899 -0.47686 C -0.15912 -0.47223 -0.15977 -0.46412 -0.15977 -0.46366 C -0.16016 -0.47755 -0.16016 -0.47269 -0.16016 -0.47917 L -0.16016 -0.47871 " pathEditMode="relative" rAng="0" ptsTypes="AAAAAAAAAAAAAAAAAAAAAAAAAAAAAAAAAAAAAAAAAAAAAAAAAAAAAAAAAAAAAAAAAAAAAAA">
                                      <p:cBhvr>
                                        <p:cTn id="13" dur="52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08" y="-31551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500"/>
                            </p:stCondLst>
                            <p:childTnLst>
                              <p:par>
                                <p:cTn id="21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57070"/>
                                      </p:to>
                                    </p:animClr>
                                    <p:set>
                                      <p:cBhvr>
                                        <p:cTn id="23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/>
      <p:bldP spid="2" grpId="0" animBg="1"/>
      <p:bldP spid="3" grpId="0" animBg="1"/>
      <p:bldP spid="70" grpId="0"/>
      <p:bldP spid="71" grpId="0"/>
      <p:bldP spid="7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2">
            <a:extLst>
              <a:ext uri="{FF2B5EF4-FFF2-40B4-BE49-F238E27FC236}">
                <a16:creationId xmlns:a16="http://schemas.microsoft.com/office/drawing/2014/main" id="{9A6817DD-E16B-4B00-9053-F74A40D490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6936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8" name="Text Box 10277">
            <a:extLst>
              <a:ext uri="{FF2B5EF4-FFF2-40B4-BE49-F238E27FC236}">
                <a16:creationId xmlns:a16="http://schemas.microsoft.com/office/drawing/2014/main" id="{E62B266F-D400-4FB4-9049-C94E6D287079}"/>
              </a:ext>
            </a:extLst>
          </p:cNvPr>
          <p:cNvSpPr txBox="1"/>
          <p:nvPr/>
        </p:nvSpPr>
        <p:spPr>
          <a:xfrm flipH="1">
            <a:off x="-3055354" y="6329167"/>
            <a:ext cx="11118697" cy="690333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80000"/>
              </a:lnSpc>
              <a:spcAft>
                <a:spcPts val="1000"/>
              </a:spcAft>
              <a:tabLst>
                <a:tab pos="111125" algn="l"/>
              </a:tabLst>
            </a:pPr>
            <a:r>
              <a:rPr lang="ar-DZ" sz="28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lWatanHeadlines-Bold" panose="00000700000000000000" pitchFamily="2" charset="-78"/>
              </a:rPr>
              <a:t> تفاعل محلول حمض كلور الماء مع معدن الحديد </a:t>
            </a:r>
            <a:endParaRPr lang="en-US" sz="36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lWatanHeadlines-Bold" panose="00000700000000000000" pitchFamily="2" charset="-78"/>
            </a:endParaRPr>
          </a:p>
        </p:txBody>
      </p:sp>
      <p:sp>
        <p:nvSpPr>
          <p:cNvPr id="79" name="Text Box 10277">
            <a:extLst>
              <a:ext uri="{FF2B5EF4-FFF2-40B4-BE49-F238E27FC236}">
                <a16:creationId xmlns:a16="http://schemas.microsoft.com/office/drawing/2014/main" id="{CFAE3920-BE05-471F-904F-9ACD636C5186}"/>
              </a:ext>
            </a:extLst>
          </p:cNvPr>
          <p:cNvSpPr txBox="1"/>
          <p:nvPr/>
        </p:nvSpPr>
        <p:spPr>
          <a:xfrm flipH="1">
            <a:off x="3860211" y="441800"/>
            <a:ext cx="5845400" cy="1314572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80000"/>
              </a:lnSpc>
              <a:spcAft>
                <a:spcPts val="1000"/>
              </a:spcAft>
              <a:tabLst>
                <a:tab pos="111125" algn="l"/>
              </a:tabLst>
            </a:pPr>
            <a:r>
              <a:rPr lang="ar-DZ" sz="4400" dirty="0">
                <a:solidFill>
                  <a:schemeClr val="accent6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lWatanHeadlines-Bold" panose="00000700000000000000" pitchFamily="2" charset="-78"/>
              </a:rPr>
              <a:t>إ</a:t>
            </a:r>
            <a:r>
              <a:rPr lang="ar-DZ" sz="44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AlWatanHeadlines-Bold" panose="00000700000000000000" pitchFamily="2" charset="-78"/>
              </a:rPr>
              <a:t>ذ</a:t>
            </a:r>
            <a:r>
              <a:rPr lang="ar-DZ" sz="4400" dirty="0">
                <a:solidFill>
                  <a:schemeClr val="accent6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lWatanHeadlines-Bold" panose="00000700000000000000" pitchFamily="2" charset="-78"/>
              </a:rPr>
              <a:t>ا المحلول </a:t>
            </a:r>
            <a:r>
              <a:rPr lang="ar-DZ" sz="4400" dirty="0" err="1">
                <a:solidFill>
                  <a:schemeClr val="accent6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lWatanHeadlines-Bold" panose="00000700000000000000" pitchFamily="2" charset="-78"/>
              </a:rPr>
              <a:t>الشاردي</a:t>
            </a:r>
            <a:r>
              <a:rPr lang="ar-DZ" sz="4400" dirty="0">
                <a:solidFill>
                  <a:schemeClr val="accent6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lWatanHeadlines-Bold" panose="00000700000000000000" pitchFamily="2" charset="-78"/>
              </a:rPr>
              <a:t> الناتج هو : كلور الحديد الثنائي:  </a:t>
            </a:r>
            <a:endParaRPr lang="en-US" sz="54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lWatanHeadlines-Bold" panose="00000700000000000000" pitchFamily="2" charset="-78"/>
            </a:endParaRPr>
          </a:p>
        </p:txBody>
      </p:sp>
      <p:sp>
        <p:nvSpPr>
          <p:cNvPr id="80" name="Text Box 10277">
            <a:extLst>
              <a:ext uri="{FF2B5EF4-FFF2-40B4-BE49-F238E27FC236}">
                <a16:creationId xmlns:a16="http://schemas.microsoft.com/office/drawing/2014/main" id="{A8C4BE69-457B-4C61-AA0D-2F001F8D8D39}"/>
              </a:ext>
            </a:extLst>
          </p:cNvPr>
          <p:cNvSpPr txBox="1"/>
          <p:nvPr/>
        </p:nvSpPr>
        <p:spPr>
          <a:xfrm flipH="1">
            <a:off x="5607855" y="2523530"/>
            <a:ext cx="3554252" cy="1576321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80000"/>
              </a:lnSpc>
              <a:spcAft>
                <a:spcPts val="1000"/>
              </a:spcAft>
              <a:tabLst>
                <a:tab pos="111125" algn="l"/>
              </a:tabLst>
            </a:pPr>
            <a:r>
              <a:rPr lang="ar-DZ" sz="4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AlWatanHeadlines-Bold" panose="00000700000000000000" pitchFamily="2" charset="-78"/>
              </a:rPr>
              <a:t>محلول كلور الحديد الثنائي : </a:t>
            </a:r>
          </a:p>
          <a:p>
            <a:pPr algn="ctr">
              <a:lnSpc>
                <a:spcPct val="80000"/>
              </a:lnSpc>
              <a:spcAft>
                <a:spcPts val="1000"/>
              </a:spcAft>
              <a:tabLst>
                <a:tab pos="111125" algn="l"/>
              </a:tabLst>
            </a:pPr>
            <a:r>
              <a:rPr lang="fr-FR" sz="4400" b="1" baseline="-25000" dirty="0">
                <a:solidFill>
                  <a:srgbClr val="0D0D0D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</a:t>
            </a:r>
            <a:r>
              <a:rPr lang="fr-FR" sz="4400" b="1" baseline="-25000" dirty="0" err="1">
                <a:solidFill>
                  <a:srgbClr val="0D0D0D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aq</a:t>
            </a:r>
            <a:r>
              <a:rPr lang="fr-FR" sz="4400" b="1" baseline="-25000" dirty="0">
                <a:solidFill>
                  <a:srgbClr val="0D0D0D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</a:t>
            </a:r>
            <a:r>
              <a:rPr lang="ar-SA" sz="4800" b="1" dirty="0">
                <a:solidFill>
                  <a:srgbClr val="0D0D0D"/>
                </a:solidFill>
                <a:ea typeface="Calibri" panose="020F0502020204030204" pitchFamily="34" charset="0"/>
                <a:cs typeface="Sakkal Majalla" panose="02000000000000000000" pitchFamily="2" charset="-78"/>
              </a:rPr>
              <a:t>(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Fe</a:t>
            </a:r>
            <a:r>
              <a:rPr lang="fr-FR" sz="4000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2+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;</a:t>
            </a:r>
            <a:r>
              <a:rPr lang="fr-FR" sz="4000" b="1" dirty="0">
                <a:solidFill>
                  <a:srgbClr val="0D0D0D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2 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Cl</a:t>
            </a:r>
            <a:r>
              <a:rPr lang="fr-FR" sz="4000" b="1" baseline="300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-</a:t>
            </a:r>
            <a:r>
              <a:rPr lang="ar-SA" sz="4800" b="1" dirty="0">
                <a:solidFill>
                  <a:srgbClr val="0D0D0D"/>
                </a:solidFill>
                <a:ea typeface="Calibri" panose="020F0502020204030204" pitchFamily="34" charset="0"/>
                <a:cs typeface="Sakkal Majalla" panose="02000000000000000000" pitchFamily="2" charset="-78"/>
              </a:rPr>
              <a:t>)</a:t>
            </a:r>
            <a:endParaRPr lang="en-US" sz="80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AlWatanHeadlines-Bold" panose="00000700000000000000" pitchFamily="2" charset="-78"/>
            </a:endParaRPr>
          </a:p>
        </p:txBody>
      </p:sp>
      <p:pic>
        <p:nvPicPr>
          <p:cNvPr id="24" name="صورة 23">
            <a:extLst>
              <a:ext uri="{FF2B5EF4-FFF2-40B4-BE49-F238E27FC236}">
                <a16:creationId xmlns:a16="http://schemas.microsoft.com/office/drawing/2014/main" id="{9F5E592B-98B0-4BB6-AEEA-CC111C2328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10000" r="91622">
                        <a14:backgroundMark x1="61081" y1="13108" x2="61081" y2="13108"/>
                        <a14:backgroundMark x1="61081" y1="10811" x2="56216" y2="56622"/>
                        <a14:backgroundMark x1="34865" y1="13514" x2="36757" y2="76757"/>
                        <a14:backgroundMark x1="43784" y1="1892" x2="52973" y2="25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851" y="1787395"/>
            <a:ext cx="2156720" cy="3946860"/>
          </a:xfrm>
          <a:prstGeom prst="rect">
            <a:avLst/>
          </a:prstGeom>
        </p:spPr>
      </p:pic>
      <p:sp>
        <p:nvSpPr>
          <p:cNvPr id="28" name="Can 1662">
            <a:extLst>
              <a:ext uri="{FF2B5EF4-FFF2-40B4-BE49-F238E27FC236}">
                <a16:creationId xmlns:a16="http://schemas.microsoft.com/office/drawing/2014/main" id="{39C7C2CF-DFF3-4F62-9641-E71C965DD708}"/>
              </a:ext>
            </a:extLst>
          </p:cNvPr>
          <p:cNvSpPr/>
          <p:nvPr/>
        </p:nvSpPr>
        <p:spPr>
          <a:xfrm>
            <a:off x="3339724" y="3311691"/>
            <a:ext cx="988874" cy="2403046"/>
          </a:xfrm>
          <a:custGeom>
            <a:avLst/>
            <a:gdLst>
              <a:gd name="connsiteX0" fmla="*/ 0 w 430530"/>
              <a:gd name="connsiteY0" fmla="*/ 53816 h 941705"/>
              <a:gd name="connsiteX1" fmla="*/ 215265 w 430530"/>
              <a:gd name="connsiteY1" fmla="*/ 107632 h 941705"/>
              <a:gd name="connsiteX2" fmla="*/ 430530 w 430530"/>
              <a:gd name="connsiteY2" fmla="*/ 53816 h 941705"/>
              <a:gd name="connsiteX3" fmla="*/ 430530 w 430530"/>
              <a:gd name="connsiteY3" fmla="*/ 887889 h 941705"/>
              <a:gd name="connsiteX4" fmla="*/ 215265 w 430530"/>
              <a:gd name="connsiteY4" fmla="*/ 941705 h 941705"/>
              <a:gd name="connsiteX5" fmla="*/ 0 w 430530"/>
              <a:gd name="connsiteY5" fmla="*/ 887889 h 941705"/>
              <a:gd name="connsiteX6" fmla="*/ 0 w 430530"/>
              <a:gd name="connsiteY6" fmla="*/ 53816 h 941705"/>
              <a:gd name="connsiteX0" fmla="*/ 0 w 430530"/>
              <a:gd name="connsiteY0" fmla="*/ 53816 h 941705"/>
              <a:gd name="connsiteX1" fmla="*/ 215265 w 430530"/>
              <a:gd name="connsiteY1" fmla="*/ 0 h 941705"/>
              <a:gd name="connsiteX2" fmla="*/ 430530 w 430530"/>
              <a:gd name="connsiteY2" fmla="*/ 53816 h 941705"/>
              <a:gd name="connsiteX3" fmla="*/ 215265 w 430530"/>
              <a:gd name="connsiteY3" fmla="*/ 107632 h 941705"/>
              <a:gd name="connsiteX4" fmla="*/ 0 w 430530"/>
              <a:gd name="connsiteY4" fmla="*/ 53816 h 941705"/>
              <a:gd name="connsiteX0" fmla="*/ 430530 w 430530"/>
              <a:gd name="connsiteY0" fmla="*/ 53816 h 941705"/>
              <a:gd name="connsiteX1" fmla="*/ 215265 w 430530"/>
              <a:gd name="connsiteY1" fmla="*/ 107632 h 941705"/>
              <a:gd name="connsiteX2" fmla="*/ 0 w 430530"/>
              <a:gd name="connsiteY2" fmla="*/ 53816 h 941705"/>
              <a:gd name="connsiteX3" fmla="*/ 215265 w 430530"/>
              <a:gd name="connsiteY3" fmla="*/ 0 h 941705"/>
              <a:gd name="connsiteX4" fmla="*/ 430530 w 430530"/>
              <a:gd name="connsiteY4" fmla="*/ 53816 h 941705"/>
              <a:gd name="connsiteX5" fmla="*/ 430530 w 430530"/>
              <a:gd name="connsiteY5" fmla="*/ 887889 h 941705"/>
              <a:gd name="connsiteX6" fmla="*/ 215265 w 430530"/>
              <a:gd name="connsiteY6" fmla="*/ 941705 h 941705"/>
              <a:gd name="connsiteX7" fmla="*/ 0 w 430530"/>
              <a:gd name="connsiteY7" fmla="*/ 887889 h 941705"/>
              <a:gd name="connsiteX8" fmla="*/ 0 w 430530"/>
              <a:gd name="connsiteY8" fmla="*/ 53816 h 941705"/>
              <a:gd name="connsiteX0" fmla="*/ 0 w 430530"/>
              <a:gd name="connsiteY0" fmla="*/ 53816 h 1140881"/>
              <a:gd name="connsiteX1" fmla="*/ 215265 w 430530"/>
              <a:gd name="connsiteY1" fmla="*/ 107632 h 1140881"/>
              <a:gd name="connsiteX2" fmla="*/ 430530 w 430530"/>
              <a:gd name="connsiteY2" fmla="*/ 53816 h 1140881"/>
              <a:gd name="connsiteX3" fmla="*/ 430530 w 430530"/>
              <a:gd name="connsiteY3" fmla="*/ 887889 h 1140881"/>
              <a:gd name="connsiteX4" fmla="*/ 215265 w 430530"/>
              <a:gd name="connsiteY4" fmla="*/ 941705 h 1140881"/>
              <a:gd name="connsiteX5" fmla="*/ 0 w 430530"/>
              <a:gd name="connsiteY5" fmla="*/ 887889 h 1140881"/>
              <a:gd name="connsiteX6" fmla="*/ 0 w 430530"/>
              <a:gd name="connsiteY6" fmla="*/ 53816 h 1140881"/>
              <a:gd name="connsiteX0" fmla="*/ 0 w 430530"/>
              <a:gd name="connsiteY0" fmla="*/ 53816 h 1140881"/>
              <a:gd name="connsiteX1" fmla="*/ 215265 w 430530"/>
              <a:gd name="connsiteY1" fmla="*/ 0 h 1140881"/>
              <a:gd name="connsiteX2" fmla="*/ 430530 w 430530"/>
              <a:gd name="connsiteY2" fmla="*/ 53816 h 1140881"/>
              <a:gd name="connsiteX3" fmla="*/ 215265 w 430530"/>
              <a:gd name="connsiteY3" fmla="*/ 107632 h 1140881"/>
              <a:gd name="connsiteX4" fmla="*/ 0 w 430530"/>
              <a:gd name="connsiteY4" fmla="*/ 53816 h 1140881"/>
              <a:gd name="connsiteX0" fmla="*/ 430530 w 430530"/>
              <a:gd name="connsiteY0" fmla="*/ 53816 h 1140881"/>
              <a:gd name="connsiteX1" fmla="*/ 215265 w 430530"/>
              <a:gd name="connsiteY1" fmla="*/ 107632 h 1140881"/>
              <a:gd name="connsiteX2" fmla="*/ 0 w 430530"/>
              <a:gd name="connsiteY2" fmla="*/ 53816 h 1140881"/>
              <a:gd name="connsiteX3" fmla="*/ 215265 w 430530"/>
              <a:gd name="connsiteY3" fmla="*/ 0 h 1140881"/>
              <a:gd name="connsiteX4" fmla="*/ 430530 w 430530"/>
              <a:gd name="connsiteY4" fmla="*/ 53816 h 1140881"/>
              <a:gd name="connsiteX5" fmla="*/ 430530 w 430530"/>
              <a:gd name="connsiteY5" fmla="*/ 887889 h 1140881"/>
              <a:gd name="connsiteX6" fmla="*/ 224318 w 430530"/>
              <a:gd name="connsiteY6" fmla="*/ 1140881 h 1140881"/>
              <a:gd name="connsiteX7" fmla="*/ 0 w 430530"/>
              <a:gd name="connsiteY7" fmla="*/ 887889 h 1140881"/>
              <a:gd name="connsiteX8" fmla="*/ 0 w 430530"/>
              <a:gd name="connsiteY8" fmla="*/ 53816 h 1140881"/>
              <a:gd name="connsiteX0" fmla="*/ 0 w 430530"/>
              <a:gd name="connsiteY0" fmla="*/ 53816 h 1140881"/>
              <a:gd name="connsiteX1" fmla="*/ 215265 w 430530"/>
              <a:gd name="connsiteY1" fmla="*/ 107632 h 1140881"/>
              <a:gd name="connsiteX2" fmla="*/ 430530 w 430530"/>
              <a:gd name="connsiteY2" fmla="*/ 53816 h 1140881"/>
              <a:gd name="connsiteX3" fmla="*/ 430530 w 430530"/>
              <a:gd name="connsiteY3" fmla="*/ 887889 h 1140881"/>
              <a:gd name="connsiteX4" fmla="*/ 206212 w 430530"/>
              <a:gd name="connsiteY4" fmla="*/ 1140881 h 1140881"/>
              <a:gd name="connsiteX5" fmla="*/ 0 w 430530"/>
              <a:gd name="connsiteY5" fmla="*/ 887889 h 1140881"/>
              <a:gd name="connsiteX6" fmla="*/ 0 w 430530"/>
              <a:gd name="connsiteY6" fmla="*/ 53816 h 1140881"/>
              <a:gd name="connsiteX0" fmla="*/ 0 w 430530"/>
              <a:gd name="connsiteY0" fmla="*/ 53816 h 1140881"/>
              <a:gd name="connsiteX1" fmla="*/ 215265 w 430530"/>
              <a:gd name="connsiteY1" fmla="*/ 0 h 1140881"/>
              <a:gd name="connsiteX2" fmla="*/ 430530 w 430530"/>
              <a:gd name="connsiteY2" fmla="*/ 53816 h 1140881"/>
              <a:gd name="connsiteX3" fmla="*/ 215265 w 430530"/>
              <a:gd name="connsiteY3" fmla="*/ 107632 h 1140881"/>
              <a:gd name="connsiteX4" fmla="*/ 0 w 430530"/>
              <a:gd name="connsiteY4" fmla="*/ 53816 h 1140881"/>
              <a:gd name="connsiteX0" fmla="*/ 430530 w 430530"/>
              <a:gd name="connsiteY0" fmla="*/ 53816 h 1140881"/>
              <a:gd name="connsiteX1" fmla="*/ 215265 w 430530"/>
              <a:gd name="connsiteY1" fmla="*/ 107632 h 1140881"/>
              <a:gd name="connsiteX2" fmla="*/ 0 w 430530"/>
              <a:gd name="connsiteY2" fmla="*/ 53816 h 1140881"/>
              <a:gd name="connsiteX3" fmla="*/ 215265 w 430530"/>
              <a:gd name="connsiteY3" fmla="*/ 0 h 1140881"/>
              <a:gd name="connsiteX4" fmla="*/ 430530 w 430530"/>
              <a:gd name="connsiteY4" fmla="*/ 53816 h 1140881"/>
              <a:gd name="connsiteX5" fmla="*/ 430530 w 430530"/>
              <a:gd name="connsiteY5" fmla="*/ 887889 h 1140881"/>
              <a:gd name="connsiteX6" fmla="*/ 224318 w 430530"/>
              <a:gd name="connsiteY6" fmla="*/ 1140881 h 1140881"/>
              <a:gd name="connsiteX7" fmla="*/ 0 w 430530"/>
              <a:gd name="connsiteY7" fmla="*/ 887889 h 1140881"/>
              <a:gd name="connsiteX8" fmla="*/ 0 w 430530"/>
              <a:gd name="connsiteY8" fmla="*/ 53816 h 1140881"/>
              <a:gd name="connsiteX0" fmla="*/ 0 w 430530"/>
              <a:gd name="connsiteY0" fmla="*/ 53816 h 1140881"/>
              <a:gd name="connsiteX1" fmla="*/ 215265 w 430530"/>
              <a:gd name="connsiteY1" fmla="*/ 107632 h 1140881"/>
              <a:gd name="connsiteX2" fmla="*/ 430530 w 430530"/>
              <a:gd name="connsiteY2" fmla="*/ 53816 h 1140881"/>
              <a:gd name="connsiteX3" fmla="*/ 430530 w 430530"/>
              <a:gd name="connsiteY3" fmla="*/ 887889 h 1140881"/>
              <a:gd name="connsiteX4" fmla="*/ 206212 w 430530"/>
              <a:gd name="connsiteY4" fmla="*/ 1140881 h 1140881"/>
              <a:gd name="connsiteX5" fmla="*/ 0 w 430530"/>
              <a:gd name="connsiteY5" fmla="*/ 887889 h 1140881"/>
              <a:gd name="connsiteX6" fmla="*/ 0 w 430530"/>
              <a:gd name="connsiteY6" fmla="*/ 53816 h 1140881"/>
              <a:gd name="connsiteX0" fmla="*/ 0 w 430530"/>
              <a:gd name="connsiteY0" fmla="*/ 53816 h 1140881"/>
              <a:gd name="connsiteX1" fmla="*/ 215265 w 430530"/>
              <a:gd name="connsiteY1" fmla="*/ 0 h 1140881"/>
              <a:gd name="connsiteX2" fmla="*/ 430530 w 430530"/>
              <a:gd name="connsiteY2" fmla="*/ 53816 h 1140881"/>
              <a:gd name="connsiteX3" fmla="*/ 215265 w 430530"/>
              <a:gd name="connsiteY3" fmla="*/ 107632 h 1140881"/>
              <a:gd name="connsiteX4" fmla="*/ 0 w 430530"/>
              <a:gd name="connsiteY4" fmla="*/ 53816 h 1140881"/>
              <a:gd name="connsiteX0" fmla="*/ 430530 w 430530"/>
              <a:gd name="connsiteY0" fmla="*/ 53816 h 1140881"/>
              <a:gd name="connsiteX1" fmla="*/ 215265 w 430530"/>
              <a:gd name="connsiteY1" fmla="*/ 107632 h 1140881"/>
              <a:gd name="connsiteX2" fmla="*/ 0 w 430530"/>
              <a:gd name="connsiteY2" fmla="*/ 53816 h 1140881"/>
              <a:gd name="connsiteX3" fmla="*/ 215265 w 430530"/>
              <a:gd name="connsiteY3" fmla="*/ 0 h 1140881"/>
              <a:gd name="connsiteX4" fmla="*/ 430530 w 430530"/>
              <a:gd name="connsiteY4" fmla="*/ 53816 h 1140881"/>
              <a:gd name="connsiteX5" fmla="*/ 430530 w 430530"/>
              <a:gd name="connsiteY5" fmla="*/ 887889 h 1140881"/>
              <a:gd name="connsiteX6" fmla="*/ 224318 w 430530"/>
              <a:gd name="connsiteY6" fmla="*/ 1092783 h 1140881"/>
              <a:gd name="connsiteX7" fmla="*/ 0 w 430530"/>
              <a:gd name="connsiteY7" fmla="*/ 887889 h 1140881"/>
              <a:gd name="connsiteX8" fmla="*/ 0 w 430530"/>
              <a:gd name="connsiteY8" fmla="*/ 53816 h 1140881"/>
              <a:gd name="connsiteX0" fmla="*/ 0 w 430530"/>
              <a:gd name="connsiteY0" fmla="*/ 53816 h 1092783"/>
              <a:gd name="connsiteX1" fmla="*/ 215265 w 430530"/>
              <a:gd name="connsiteY1" fmla="*/ 107632 h 1092783"/>
              <a:gd name="connsiteX2" fmla="*/ 430530 w 430530"/>
              <a:gd name="connsiteY2" fmla="*/ 53816 h 1092783"/>
              <a:gd name="connsiteX3" fmla="*/ 430530 w 430530"/>
              <a:gd name="connsiteY3" fmla="*/ 887889 h 1092783"/>
              <a:gd name="connsiteX4" fmla="*/ 215265 w 430530"/>
              <a:gd name="connsiteY4" fmla="*/ 1092783 h 1092783"/>
              <a:gd name="connsiteX5" fmla="*/ 0 w 430530"/>
              <a:gd name="connsiteY5" fmla="*/ 887889 h 1092783"/>
              <a:gd name="connsiteX6" fmla="*/ 0 w 430530"/>
              <a:gd name="connsiteY6" fmla="*/ 53816 h 1092783"/>
              <a:gd name="connsiteX0" fmla="*/ 0 w 430530"/>
              <a:gd name="connsiteY0" fmla="*/ 53816 h 1092783"/>
              <a:gd name="connsiteX1" fmla="*/ 215265 w 430530"/>
              <a:gd name="connsiteY1" fmla="*/ 0 h 1092783"/>
              <a:gd name="connsiteX2" fmla="*/ 430530 w 430530"/>
              <a:gd name="connsiteY2" fmla="*/ 53816 h 1092783"/>
              <a:gd name="connsiteX3" fmla="*/ 215265 w 430530"/>
              <a:gd name="connsiteY3" fmla="*/ 107632 h 1092783"/>
              <a:gd name="connsiteX4" fmla="*/ 0 w 430530"/>
              <a:gd name="connsiteY4" fmla="*/ 53816 h 1092783"/>
              <a:gd name="connsiteX0" fmla="*/ 430530 w 430530"/>
              <a:gd name="connsiteY0" fmla="*/ 53816 h 1092783"/>
              <a:gd name="connsiteX1" fmla="*/ 215265 w 430530"/>
              <a:gd name="connsiteY1" fmla="*/ 107632 h 1092783"/>
              <a:gd name="connsiteX2" fmla="*/ 0 w 430530"/>
              <a:gd name="connsiteY2" fmla="*/ 53816 h 1092783"/>
              <a:gd name="connsiteX3" fmla="*/ 215265 w 430530"/>
              <a:gd name="connsiteY3" fmla="*/ 0 h 1092783"/>
              <a:gd name="connsiteX4" fmla="*/ 430530 w 430530"/>
              <a:gd name="connsiteY4" fmla="*/ 53816 h 1092783"/>
              <a:gd name="connsiteX5" fmla="*/ 430530 w 430530"/>
              <a:gd name="connsiteY5" fmla="*/ 887889 h 1092783"/>
              <a:gd name="connsiteX6" fmla="*/ 224318 w 430530"/>
              <a:gd name="connsiteY6" fmla="*/ 1092783 h 1092783"/>
              <a:gd name="connsiteX7" fmla="*/ 0 w 430530"/>
              <a:gd name="connsiteY7" fmla="*/ 887889 h 1092783"/>
              <a:gd name="connsiteX8" fmla="*/ 0 w 430530"/>
              <a:gd name="connsiteY8" fmla="*/ 53816 h 1092783"/>
              <a:gd name="connsiteX0" fmla="*/ 0 w 430530"/>
              <a:gd name="connsiteY0" fmla="*/ 53816 h 1092783"/>
              <a:gd name="connsiteX1" fmla="*/ 215265 w 430530"/>
              <a:gd name="connsiteY1" fmla="*/ 107632 h 1092783"/>
              <a:gd name="connsiteX2" fmla="*/ 430530 w 430530"/>
              <a:gd name="connsiteY2" fmla="*/ 53816 h 1092783"/>
              <a:gd name="connsiteX3" fmla="*/ 430530 w 430530"/>
              <a:gd name="connsiteY3" fmla="*/ 887889 h 1092783"/>
              <a:gd name="connsiteX4" fmla="*/ 215265 w 430530"/>
              <a:gd name="connsiteY4" fmla="*/ 1092783 h 1092783"/>
              <a:gd name="connsiteX5" fmla="*/ 0 w 430530"/>
              <a:gd name="connsiteY5" fmla="*/ 887889 h 1092783"/>
              <a:gd name="connsiteX6" fmla="*/ 0 w 430530"/>
              <a:gd name="connsiteY6" fmla="*/ 53816 h 1092783"/>
              <a:gd name="connsiteX0" fmla="*/ 0 w 430530"/>
              <a:gd name="connsiteY0" fmla="*/ 53816 h 1092783"/>
              <a:gd name="connsiteX1" fmla="*/ 215265 w 430530"/>
              <a:gd name="connsiteY1" fmla="*/ 0 h 1092783"/>
              <a:gd name="connsiteX2" fmla="*/ 430530 w 430530"/>
              <a:gd name="connsiteY2" fmla="*/ 53816 h 1092783"/>
              <a:gd name="connsiteX3" fmla="*/ 215265 w 430530"/>
              <a:gd name="connsiteY3" fmla="*/ 107632 h 1092783"/>
              <a:gd name="connsiteX4" fmla="*/ 0 w 430530"/>
              <a:gd name="connsiteY4" fmla="*/ 53816 h 1092783"/>
              <a:gd name="connsiteX0" fmla="*/ 430530 w 430530"/>
              <a:gd name="connsiteY0" fmla="*/ 53816 h 1092783"/>
              <a:gd name="connsiteX1" fmla="*/ 215265 w 430530"/>
              <a:gd name="connsiteY1" fmla="*/ 78179 h 1092783"/>
              <a:gd name="connsiteX2" fmla="*/ 0 w 430530"/>
              <a:gd name="connsiteY2" fmla="*/ 53816 h 1092783"/>
              <a:gd name="connsiteX3" fmla="*/ 215265 w 430530"/>
              <a:gd name="connsiteY3" fmla="*/ 0 h 1092783"/>
              <a:gd name="connsiteX4" fmla="*/ 430530 w 430530"/>
              <a:gd name="connsiteY4" fmla="*/ 53816 h 1092783"/>
              <a:gd name="connsiteX5" fmla="*/ 430530 w 430530"/>
              <a:gd name="connsiteY5" fmla="*/ 887889 h 1092783"/>
              <a:gd name="connsiteX6" fmla="*/ 224318 w 430530"/>
              <a:gd name="connsiteY6" fmla="*/ 1092783 h 1092783"/>
              <a:gd name="connsiteX7" fmla="*/ 0 w 430530"/>
              <a:gd name="connsiteY7" fmla="*/ 887889 h 1092783"/>
              <a:gd name="connsiteX8" fmla="*/ 0 w 430530"/>
              <a:gd name="connsiteY8" fmla="*/ 53816 h 1092783"/>
              <a:gd name="connsiteX0" fmla="*/ 0 w 430530"/>
              <a:gd name="connsiteY0" fmla="*/ 53816 h 1092783"/>
              <a:gd name="connsiteX1" fmla="*/ 215265 w 430530"/>
              <a:gd name="connsiteY1" fmla="*/ 107632 h 1092783"/>
              <a:gd name="connsiteX2" fmla="*/ 430530 w 430530"/>
              <a:gd name="connsiteY2" fmla="*/ 53816 h 1092783"/>
              <a:gd name="connsiteX3" fmla="*/ 430530 w 430530"/>
              <a:gd name="connsiteY3" fmla="*/ 887889 h 1092783"/>
              <a:gd name="connsiteX4" fmla="*/ 215265 w 430530"/>
              <a:gd name="connsiteY4" fmla="*/ 1092783 h 1092783"/>
              <a:gd name="connsiteX5" fmla="*/ 0 w 430530"/>
              <a:gd name="connsiteY5" fmla="*/ 887889 h 1092783"/>
              <a:gd name="connsiteX6" fmla="*/ 0 w 430530"/>
              <a:gd name="connsiteY6" fmla="*/ 53816 h 1092783"/>
              <a:gd name="connsiteX0" fmla="*/ 0 w 430530"/>
              <a:gd name="connsiteY0" fmla="*/ 53816 h 1092783"/>
              <a:gd name="connsiteX1" fmla="*/ 215265 w 430530"/>
              <a:gd name="connsiteY1" fmla="*/ 0 h 1092783"/>
              <a:gd name="connsiteX2" fmla="*/ 430530 w 430530"/>
              <a:gd name="connsiteY2" fmla="*/ 53816 h 1092783"/>
              <a:gd name="connsiteX3" fmla="*/ 215265 w 430530"/>
              <a:gd name="connsiteY3" fmla="*/ 78180 h 1092783"/>
              <a:gd name="connsiteX4" fmla="*/ 0 w 430530"/>
              <a:gd name="connsiteY4" fmla="*/ 53816 h 1092783"/>
              <a:gd name="connsiteX0" fmla="*/ 430530 w 430530"/>
              <a:gd name="connsiteY0" fmla="*/ 53816 h 1092783"/>
              <a:gd name="connsiteX1" fmla="*/ 215265 w 430530"/>
              <a:gd name="connsiteY1" fmla="*/ 78179 h 1092783"/>
              <a:gd name="connsiteX2" fmla="*/ 0 w 430530"/>
              <a:gd name="connsiteY2" fmla="*/ 53816 h 1092783"/>
              <a:gd name="connsiteX3" fmla="*/ 215265 w 430530"/>
              <a:gd name="connsiteY3" fmla="*/ 0 h 1092783"/>
              <a:gd name="connsiteX4" fmla="*/ 430530 w 430530"/>
              <a:gd name="connsiteY4" fmla="*/ 53816 h 1092783"/>
              <a:gd name="connsiteX5" fmla="*/ 430530 w 430530"/>
              <a:gd name="connsiteY5" fmla="*/ 887889 h 1092783"/>
              <a:gd name="connsiteX6" fmla="*/ 224318 w 430530"/>
              <a:gd name="connsiteY6" fmla="*/ 1092783 h 1092783"/>
              <a:gd name="connsiteX7" fmla="*/ 0 w 430530"/>
              <a:gd name="connsiteY7" fmla="*/ 887889 h 1092783"/>
              <a:gd name="connsiteX8" fmla="*/ 0 w 430530"/>
              <a:gd name="connsiteY8" fmla="*/ 53816 h 1092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0530" h="1092783" stroke="0" extrusionOk="0">
                <a:moveTo>
                  <a:pt x="0" y="53816"/>
                </a:moveTo>
                <a:cubicBezTo>
                  <a:pt x="0" y="83538"/>
                  <a:pt x="96377" y="107632"/>
                  <a:pt x="215265" y="107632"/>
                </a:cubicBezTo>
                <a:cubicBezTo>
                  <a:pt x="334153" y="107632"/>
                  <a:pt x="430530" y="83538"/>
                  <a:pt x="430530" y="53816"/>
                </a:cubicBezTo>
                <a:lnTo>
                  <a:pt x="430530" y="887889"/>
                </a:lnTo>
                <a:cubicBezTo>
                  <a:pt x="430530" y="917611"/>
                  <a:pt x="334153" y="1092783"/>
                  <a:pt x="215265" y="1092783"/>
                </a:cubicBezTo>
                <a:cubicBezTo>
                  <a:pt x="96377" y="1092783"/>
                  <a:pt x="0" y="917611"/>
                  <a:pt x="0" y="887889"/>
                </a:cubicBezTo>
                <a:lnTo>
                  <a:pt x="0" y="53816"/>
                </a:lnTo>
                <a:close/>
              </a:path>
              <a:path w="430530" h="1092783" fill="lighten" stroke="0" extrusionOk="0">
                <a:moveTo>
                  <a:pt x="0" y="53816"/>
                </a:moveTo>
                <a:cubicBezTo>
                  <a:pt x="0" y="40786"/>
                  <a:pt x="96377" y="0"/>
                  <a:pt x="215265" y="0"/>
                </a:cubicBezTo>
                <a:cubicBezTo>
                  <a:pt x="334153" y="0"/>
                  <a:pt x="430530" y="24094"/>
                  <a:pt x="430530" y="53816"/>
                </a:cubicBezTo>
                <a:cubicBezTo>
                  <a:pt x="430530" y="83538"/>
                  <a:pt x="334153" y="78180"/>
                  <a:pt x="215265" y="78180"/>
                </a:cubicBezTo>
                <a:cubicBezTo>
                  <a:pt x="96377" y="78180"/>
                  <a:pt x="0" y="66846"/>
                  <a:pt x="0" y="53816"/>
                </a:cubicBezTo>
                <a:close/>
              </a:path>
              <a:path w="430530" h="1092783" fill="none" extrusionOk="0">
                <a:moveTo>
                  <a:pt x="430530" y="53816"/>
                </a:moveTo>
                <a:cubicBezTo>
                  <a:pt x="430530" y="83538"/>
                  <a:pt x="334153" y="78179"/>
                  <a:pt x="215265" y="78179"/>
                </a:cubicBezTo>
                <a:cubicBezTo>
                  <a:pt x="96377" y="78179"/>
                  <a:pt x="0" y="66846"/>
                  <a:pt x="0" y="53816"/>
                </a:cubicBezTo>
                <a:cubicBezTo>
                  <a:pt x="0" y="40786"/>
                  <a:pt x="96377" y="0"/>
                  <a:pt x="215265" y="0"/>
                </a:cubicBezTo>
                <a:cubicBezTo>
                  <a:pt x="334153" y="0"/>
                  <a:pt x="430530" y="24094"/>
                  <a:pt x="430530" y="53816"/>
                </a:cubicBezTo>
                <a:lnTo>
                  <a:pt x="430530" y="887889"/>
                </a:lnTo>
                <a:cubicBezTo>
                  <a:pt x="430530" y="917611"/>
                  <a:pt x="343206" y="1092783"/>
                  <a:pt x="224318" y="1092783"/>
                </a:cubicBezTo>
                <a:cubicBezTo>
                  <a:pt x="105430" y="1092783"/>
                  <a:pt x="0" y="917611"/>
                  <a:pt x="0" y="887889"/>
                </a:cubicBezTo>
                <a:lnTo>
                  <a:pt x="0" y="53816"/>
                </a:lnTo>
              </a:path>
            </a:pathLst>
          </a:custGeom>
          <a:solidFill>
            <a:schemeClr val="accent6">
              <a:lumMod val="60000"/>
              <a:lumOff val="40000"/>
              <a:alpha val="72000"/>
            </a:schemeClr>
          </a:solidFill>
          <a:ln w="127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ar-SA" sz="6000" dirty="0"/>
          </a:p>
        </p:txBody>
      </p:sp>
      <p:sp>
        <p:nvSpPr>
          <p:cNvPr id="29" name="مستطيل: زوايا مستديرة 79">
            <a:extLst>
              <a:ext uri="{FF2B5EF4-FFF2-40B4-BE49-F238E27FC236}">
                <a16:creationId xmlns:a16="http://schemas.microsoft.com/office/drawing/2014/main" id="{554F3D5C-0D6B-431E-BA2A-6C5E9BC26742}"/>
              </a:ext>
            </a:extLst>
          </p:cNvPr>
          <p:cNvSpPr/>
          <p:nvPr/>
        </p:nvSpPr>
        <p:spPr>
          <a:xfrm>
            <a:off x="4075886" y="2353635"/>
            <a:ext cx="177553" cy="2539014"/>
          </a:xfrm>
          <a:custGeom>
            <a:avLst/>
            <a:gdLst>
              <a:gd name="connsiteX0" fmla="*/ 0 w 221942"/>
              <a:gd name="connsiteY0" fmla="*/ 36991 h 2539014"/>
              <a:gd name="connsiteX1" fmla="*/ 36991 w 221942"/>
              <a:gd name="connsiteY1" fmla="*/ 0 h 2539014"/>
              <a:gd name="connsiteX2" fmla="*/ 184951 w 221942"/>
              <a:gd name="connsiteY2" fmla="*/ 0 h 2539014"/>
              <a:gd name="connsiteX3" fmla="*/ 221942 w 221942"/>
              <a:gd name="connsiteY3" fmla="*/ 36991 h 2539014"/>
              <a:gd name="connsiteX4" fmla="*/ 221942 w 221942"/>
              <a:gd name="connsiteY4" fmla="*/ 2502023 h 2539014"/>
              <a:gd name="connsiteX5" fmla="*/ 184951 w 221942"/>
              <a:gd name="connsiteY5" fmla="*/ 2539014 h 2539014"/>
              <a:gd name="connsiteX6" fmla="*/ 36991 w 221942"/>
              <a:gd name="connsiteY6" fmla="*/ 2539014 h 2539014"/>
              <a:gd name="connsiteX7" fmla="*/ 0 w 221942"/>
              <a:gd name="connsiteY7" fmla="*/ 2502023 h 2539014"/>
              <a:gd name="connsiteX8" fmla="*/ 0 w 221942"/>
              <a:gd name="connsiteY8" fmla="*/ 36991 h 2539014"/>
              <a:gd name="connsiteX0" fmla="*/ 53266 w 221942"/>
              <a:gd name="connsiteY0" fmla="*/ 152401 h 2539014"/>
              <a:gd name="connsiteX1" fmla="*/ 36991 w 221942"/>
              <a:gd name="connsiteY1" fmla="*/ 0 h 2539014"/>
              <a:gd name="connsiteX2" fmla="*/ 184951 w 221942"/>
              <a:gd name="connsiteY2" fmla="*/ 0 h 2539014"/>
              <a:gd name="connsiteX3" fmla="*/ 221942 w 221942"/>
              <a:gd name="connsiteY3" fmla="*/ 36991 h 2539014"/>
              <a:gd name="connsiteX4" fmla="*/ 221942 w 221942"/>
              <a:gd name="connsiteY4" fmla="*/ 2502023 h 2539014"/>
              <a:gd name="connsiteX5" fmla="*/ 184951 w 221942"/>
              <a:gd name="connsiteY5" fmla="*/ 2539014 h 2539014"/>
              <a:gd name="connsiteX6" fmla="*/ 36991 w 221942"/>
              <a:gd name="connsiteY6" fmla="*/ 2539014 h 2539014"/>
              <a:gd name="connsiteX7" fmla="*/ 0 w 221942"/>
              <a:gd name="connsiteY7" fmla="*/ 2502023 h 2539014"/>
              <a:gd name="connsiteX8" fmla="*/ 53266 w 221942"/>
              <a:gd name="connsiteY8" fmla="*/ 152401 h 2539014"/>
              <a:gd name="connsiteX0" fmla="*/ 23768 w 192444"/>
              <a:gd name="connsiteY0" fmla="*/ 152401 h 2539014"/>
              <a:gd name="connsiteX1" fmla="*/ 7493 w 192444"/>
              <a:gd name="connsiteY1" fmla="*/ 0 h 2539014"/>
              <a:gd name="connsiteX2" fmla="*/ 155453 w 192444"/>
              <a:gd name="connsiteY2" fmla="*/ 0 h 2539014"/>
              <a:gd name="connsiteX3" fmla="*/ 192444 w 192444"/>
              <a:gd name="connsiteY3" fmla="*/ 36991 h 2539014"/>
              <a:gd name="connsiteX4" fmla="*/ 192444 w 192444"/>
              <a:gd name="connsiteY4" fmla="*/ 2502023 h 2539014"/>
              <a:gd name="connsiteX5" fmla="*/ 155453 w 192444"/>
              <a:gd name="connsiteY5" fmla="*/ 2539014 h 2539014"/>
              <a:gd name="connsiteX6" fmla="*/ 7493 w 192444"/>
              <a:gd name="connsiteY6" fmla="*/ 2539014 h 2539014"/>
              <a:gd name="connsiteX7" fmla="*/ 14891 w 192444"/>
              <a:gd name="connsiteY7" fmla="*/ 2297837 h 2539014"/>
              <a:gd name="connsiteX8" fmla="*/ 23768 w 192444"/>
              <a:gd name="connsiteY8" fmla="*/ 152401 h 2539014"/>
              <a:gd name="connsiteX0" fmla="*/ 22463 w 191139"/>
              <a:gd name="connsiteY0" fmla="*/ 152401 h 2539014"/>
              <a:gd name="connsiteX1" fmla="*/ 6188 w 191139"/>
              <a:gd name="connsiteY1" fmla="*/ 0 h 2539014"/>
              <a:gd name="connsiteX2" fmla="*/ 154148 w 191139"/>
              <a:gd name="connsiteY2" fmla="*/ 0 h 2539014"/>
              <a:gd name="connsiteX3" fmla="*/ 191139 w 191139"/>
              <a:gd name="connsiteY3" fmla="*/ 36991 h 2539014"/>
              <a:gd name="connsiteX4" fmla="*/ 191139 w 191139"/>
              <a:gd name="connsiteY4" fmla="*/ 2502023 h 2539014"/>
              <a:gd name="connsiteX5" fmla="*/ 154148 w 191139"/>
              <a:gd name="connsiteY5" fmla="*/ 2539014 h 2539014"/>
              <a:gd name="connsiteX6" fmla="*/ 50577 w 191139"/>
              <a:gd name="connsiteY6" fmla="*/ 2459115 h 2539014"/>
              <a:gd name="connsiteX7" fmla="*/ 13586 w 191139"/>
              <a:gd name="connsiteY7" fmla="*/ 2297837 h 2539014"/>
              <a:gd name="connsiteX8" fmla="*/ 22463 w 191139"/>
              <a:gd name="connsiteY8" fmla="*/ 152401 h 2539014"/>
              <a:gd name="connsiteX0" fmla="*/ 8877 w 177553"/>
              <a:gd name="connsiteY0" fmla="*/ 152401 h 2539014"/>
              <a:gd name="connsiteX1" fmla="*/ 45868 w 177553"/>
              <a:gd name="connsiteY1" fmla="*/ 26633 h 2539014"/>
              <a:gd name="connsiteX2" fmla="*/ 140562 w 177553"/>
              <a:gd name="connsiteY2" fmla="*/ 0 h 2539014"/>
              <a:gd name="connsiteX3" fmla="*/ 177553 w 177553"/>
              <a:gd name="connsiteY3" fmla="*/ 36991 h 2539014"/>
              <a:gd name="connsiteX4" fmla="*/ 177553 w 177553"/>
              <a:gd name="connsiteY4" fmla="*/ 2502023 h 2539014"/>
              <a:gd name="connsiteX5" fmla="*/ 140562 w 177553"/>
              <a:gd name="connsiteY5" fmla="*/ 2539014 h 2539014"/>
              <a:gd name="connsiteX6" fmla="*/ 36991 w 177553"/>
              <a:gd name="connsiteY6" fmla="*/ 2459115 h 2539014"/>
              <a:gd name="connsiteX7" fmla="*/ 0 w 177553"/>
              <a:gd name="connsiteY7" fmla="*/ 2297837 h 2539014"/>
              <a:gd name="connsiteX8" fmla="*/ 8877 w 177553"/>
              <a:gd name="connsiteY8" fmla="*/ 152401 h 2539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553" h="2539014">
                <a:moveTo>
                  <a:pt x="8877" y="152401"/>
                </a:moveTo>
                <a:cubicBezTo>
                  <a:pt x="8877" y="131971"/>
                  <a:pt x="25438" y="26633"/>
                  <a:pt x="45868" y="26633"/>
                </a:cubicBezTo>
                <a:lnTo>
                  <a:pt x="140562" y="0"/>
                </a:lnTo>
                <a:cubicBezTo>
                  <a:pt x="160992" y="0"/>
                  <a:pt x="177553" y="16561"/>
                  <a:pt x="177553" y="36991"/>
                </a:cubicBezTo>
                <a:lnTo>
                  <a:pt x="177553" y="2502023"/>
                </a:lnTo>
                <a:cubicBezTo>
                  <a:pt x="177553" y="2522453"/>
                  <a:pt x="160992" y="2539014"/>
                  <a:pt x="140562" y="2539014"/>
                </a:cubicBezTo>
                <a:lnTo>
                  <a:pt x="36991" y="2459115"/>
                </a:lnTo>
                <a:cubicBezTo>
                  <a:pt x="16561" y="2459115"/>
                  <a:pt x="0" y="2318267"/>
                  <a:pt x="0" y="2297837"/>
                </a:cubicBezTo>
                <a:cubicBezTo>
                  <a:pt x="0" y="1476160"/>
                  <a:pt x="8877" y="974078"/>
                  <a:pt x="8877" y="152401"/>
                </a:cubicBezTo>
                <a:close/>
              </a:path>
            </a:pathLst>
          </a:custGeom>
          <a:solidFill>
            <a:schemeClr val="bg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 dirty="0"/>
          </a:p>
        </p:txBody>
      </p:sp>
      <p:sp>
        <p:nvSpPr>
          <p:cNvPr id="30" name="مستطيل: زوايا مستديرة 79">
            <a:extLst>
              <a:ext uri="{FF2B5EF4-FFF2-40B4-BE49-F238E27FC236}">
                <a16:creationId xmlns:a16="http://schemas.microsoft.com/office/drawing/2014/main" id="{0C2C343C-0CC5-446A-8BE2-A3D4C4C1E5F2}"/>
              </a:ext>
            </a:extLst>
          </p:cNvPr>
          <p:cNvSpPr/>
          <p:nvPr/>
        </p:nvSpPr>
        <p:spPr>
          <a:xfrm rot="10800000">
            <a:off x="3414003" y="2330983"/>
            <a:ext cx="299117" cy="2691414"/>
          </a:xfrm>
          <a:custGeom>
            <a:avLst/>
            <a:gdLst>
              <a:gd name="connsiteX0" fmla="*/ 0 w 221942"/>
              <a:gd name="connsiteY0" fmla="*/ 36991 h 2539014"/>
              <a:gd name="connsiteX1" fmla="*/ 36991 w 221942"/>
              <a:gd name="connsiteY1" fmla="*/ 0 h 2539014"/>
              <a:gd name="connsiteX2" fmla="*/ 184951 w 221942"/>
              <a:gd name="connsiteY2" fmla="*/ 0 h 2539014"/>
              <a:gd name="connsiteX3" fmla="*/ 221942 w 221942"/>
              <a:gd name="connsiteY3" fmla="*/ 36991 h 2539014"/>
              <a:gd name="connsiteX4" fmla="*/ 221942 w 221942"/>
              <a:gd name="connsiteY4" fmla="*/ 2502023 h 2539014"/>
              <a:gd name="connsiteX5" fmla="*/ 184951 w 221942"/>
              <a:gd name="connsiteY5" fmla="*/ 2539014 h 2539014"/>
              <a:gd name="connsiteX6" fmla="*/ 36991 w 221942"/>
              <a:gd name="connsiteY6" fmla="*/ 2539014 h 2539014"/>
              <a:gd name="connsiteX7" fmla="*/ 0 w 221942"/>
              <a:gd name="connsiteY7" fmla="*/ 2502023 h 2539014"/>
              <a:gd name="connsiteX8" fmla="*/ 0 w 221942"/>
              <a:gd name="connsiteY8" fmla="*/ 36991 h 2539014"/>
              <a:gd name="connsiteX0" fmla="*/ 53266 w 221942"/>
              <a:gd name="connsiteY0" fmla="*/ 152401 h 2539014"/>
              <a:gd name="connsiteX1" fmla="*/ 36991 w 221942"/>
              <a:gd name="connsiteY1" fmla="*/ 0 h 2539014"/>
              <a:gd name="connsiteX2" fmla="*/ 184951 w 221942"/>
              <a:gd name="connsiteY2" fmla="*/ 0 h 2539014"/>
              <a:gd name="connsiteX3" fmla="*/ 221942 w 221942"/>
              <a:gd name="connsiteY3" fmla="*/ 36991 h 2539014"/>
              <a:gd name="connsiteX4" fmla="*/ 221942 w 221942"/>
              <a:gd name="connsiteY4" fmla="*/ 2502023 h 2539014"/>
              <a:gd name="connsiteX5" fmla="*/ 184951 w 221942"/>
              <a:gd name="connsiteY5" fmla="*/ 2539014 h 2539014"/>
              <a:gd name="connsiteX6" fmla="*/ 36991 w 221942"/>
              <a:gd name="connsiteY6" fmla="*/ 2539014 h 2539014"/>
              <a:gd name="connsiteX7" fmla="*/ 0 w 221942"/>
              <a:gd name="connsiteY7" fmla="*/ 2502023 h 2539014"/>
              <a:gd name="connsiteX8" fmla="*/ 53266 w 221942"/>
              <a:gd name="connsiteY8" fmla="*/ 152401 h 2539014"/>
              <a:gd name="connsiteX0" fmla="*/ 23768 w 192444"/>
              <a:gd name="connsiteY0" fmla="*/ 152401 h 2539014"/>
              <a:gd name="connsiteX1" fmla="*/ 7493 w 192444"/>
              <a:gd name="connsiteY1" fmla="*/ 0 h 2539014"/>
              <a:gd name="connsiteX2" fmla="*/ 155453 w 192444"/>
              <a:gd name="connsiteY2" fmla="*/ 0 h 2539014"/>
              <a:gd name="connsiteX3" fmla="*/ 192444 w 192444"/>
              <a:gd name="connsiteY3" fmla="*/ 36991 h 2539014"/>
              <a:gd name="connsiteX4" fmla="*/ 192444 w 192444"/>
              <a:gd name="connsiteY4" fmla="*/ 2502023 h 2539014"/>
              <a:gd name="connsiteX5" fmla="*/ 155453 w 192444"/>
              <a:gd name="connsiteY5" fmla="*/ 2539014 h 2539014"/>
              <a:gd name="connsiteX6" fmla="*/ 7493 w 192444"/>
              <a:gd name="connsiteY6" fmla="*/ 2539014 h 2539014"/>
              <a:gd name="connsiteX7" fmla="*/ 14891 w 192444"/>
              <a:gd name="connsiteY7" fmla="*/ 2297837 h 2539014"/>
              <a:gd name="connsiteX8" fmla="*/ 23768 w 192444"/>
              <a:gd name="connsiteY8" fmla="*/ 152401 h 2539014"/>
              <a:gd name="connsiteX0" fmla="*/ 22463 w 191139"/>
              <a:gd name="connsiteY0" fmla="*/ 152401 h 2539014"/>
              <a:gd name="connsiteX1" fmla="*/ 6188 w 191139"/>
              <a:gd name="connsiteY1" fmla="*/ 0 h 2539014"/>
              <a:gd name="connsiteX2" fmla="*/ 154148 w 191139"/>
              <a:gd name="connsiteY2" fmla="*/ 0 h 2539014"/>
              <a:gd name="connsiteX3" fmla="*/ 191139 w 191139"/>
              <a:gd name="connsiteY3" fmla="*/ 36991 h 2539014"/>
              <a:gd name="connsiteX4" fmla="*/ 191139 w 191139"/>
              <a:gd name="connsiteY4" fmla="*/ 2502023 h 2539014"/>
              <a:gd name="connsiteX5" fmla="*/ 154148 w 191139"/>
              <a:gd name="connsiteY5" fmla="*/ 2539014 h 2539014"/>
              <a:gd name="connsiteX6" fmla="*/ 50577 w 191139"/>
              <a:gd name="connsiteY6" fmla="*/ 2459115 h 2539014"/>
              <a:gd name="connsiteX7" fmla="*/ 13586 w 191139"/>
              <a:gd name="connsiteY7" fmla="*/ 2297837 h 2539014"/>
              <a:gd name="connsiteX8" fmla="*/ 22463 w 191139"/>
              <a:gd name="connsiteY8" fmla="*/ 152401 h 2539014"/>
              <a:gd name="connsiteX0" fmla="*/ 8877 w 177553"/>
              <a:gd name="connsiteY0" fmla="*/ 152401 h 2539014"/>
              <a:gd name="connsiteX1" fmla="*/ 45868 w 177553"/>
              <a:gd name="connsiteY1" fmla="*/ 26633 h 2539014"/>
              <a:gd name="connsiteX2" fmla="*/ 140562 w 177553"/>
              <a:gd name="connsiteY2" fmla="*/ 0 h 2539014"/>
              <a:gd name="connsiteX3" fmla="*/ 177553 w 177553"/>
              <a:gd name="connsiteY3" fmla="*/ 36991 h 2539014"/>
              <a:gd name="connsiteX4" fmla="*/ 177553 w 177553"/>
              <a:gd name="connsiteY4" fmla="*/ 2502023 h 2539014"/>
              <a:gd name="connsiteX5" fmla="*/ 140562 w 177553"/>
              <a:gd name="connsiteY5" fmla="*/ 2539014 h 2539014"/>
              <a:gd name="connsiteX6" fmla="*/ 36991 w 177553"/>
              <a:gd name="connsiteY6" fmla="*/ 2459115 h 2539014"/>
              <a:gd name="connsiteX7" fmla="*/ 0 w 177553"/>
              <a:gd name="connsiteY7" fmla="*/ 2297837 h 2539014"/>
              <a:gd name="connsiteX8" fmla="*/ 8877 w 177553"/>
              <a:gd name="connsiteY8" fmla="*/ 152401 h 2539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553" h="2539014">
                <a:moveTo>
                  <a:pt x="8877" y="152401"/>
                </a:moveTo>
                <a:cubicBezTo>
                  <a:pt x="8877" y="131971"/>
                  <a:pt x="25438" y="26633"/>
                  <a:pt x="45868" y="26633"/>
                </a:cubicBezTo>
                <a:lnTo>
                  <a:pt x="140562" y="0"/>
                </a:lnTo>
                <a:cubicBezTo>
                  <a:pt x="160992" y="0"/>
                  <a:pt x="177553" y="16561"/>
                  <a:pt x="177553" y="36991"/>
                </a:cubicBezTo>
                <a:lnTo>
                  <a:pt x="177553" y="2502023"/>
                </a:lnTo>
                <a:cubicBezTo>
                  <a:pt x="177553" y="2522453"/>
                  <a:pt x="160992" y="2539014"/>
                  <a:pt x="140562" y="2539014"/>
                </a:cubicBezTo>
                <a:lnTo>
                  <a:pt x="36991" y="2459115"/>
                </a:lnTo>
                <a:cubicBezTo>
                  <a:pt x="16561" y="2459115"/>
                  <a:pt x="0" y="2318267"/>
                  <a:pt x="0" y="2297837"/>
                </a:cubicBezTo>
                <a:cubicBezTo>
                  <a:pt x="0" y="1476160"/>
                  <a:pt x="8877" y="974078"/>
                  <a:pt x="8877" y="152401"/>
                </a:cubicBezTo>
                <a:close/>
              </a:path>
            </a:pathLst>
          </a:custGeom>
          <a:solidFill>
            <a:schemeClr val="bg1"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813783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687"/>
    </mc:Choice>
    <mc:Fallback>
      <p:transition spd="slow" advTm="568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1|39.3|1.2|2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5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7|10.8|18.4|1.5|2.9|2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8"/>
</p:tagLst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150</Words>
  <Application>Microsoft Office PowerPoint</Application>
  <PresentationFormat>شاشة عريضة</PresentationFormat>
  <Paragraphs>48</Paragraphs>
  <Slides>4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5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4</vt:i4>
      </vt:variant>
    </vt:vector>
  </HeadingPairs>
  <TitlesOfParts>
    <vt:vector size="10" baseType="lpstr">
      <vt:lpstr>Arial</vt:lpstr>
      <vt:lpstr>Arial Black</vt:lpstr>
      <vt:lpstr>Calibri</vt:lpstr>
      <vt:lpstr>Calibri Light</vt:lpstr>
      <vt:lpstr>Times New Roman</vt:lpstr>
      <vt:lpstr>نسق Office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hamad</dc:creator>
  <cp:lastModifiedBy>hamad</cp:lastModifiedBy>
  <cp:revision>15</cp:revision>
  <dcterms:created xsi:type="dcterms:W3CDTF">2021-02-09T21:06:38Z</dcterms:created>
  <dcterms:modified xsi:type="dcterms:W3CDTF">2021-02-12T14:33:21Z</dcterms:modified>
</cp:coreProperties>
</file>