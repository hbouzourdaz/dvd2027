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459" r:id="rId2"/>
    <p:sldId id="382" r:id="rId3"/>
    <p:sldId id="495" r:id="rId4"/>
    <p:sldId id="383" r:id="rId5"/>
    <p:sldId id="385" r:id="rId6"/>
    <p:sldId id="415" r:id="rId7"/>
    <p:sldId id="496" r:id="rId8"/>
    <p:sldId id="416" r:id="rId9"/>
    <p:sldId id="463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1EB2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106" autoAdjust="0"/>
  </p:normalViewPr>
  <p:slideViewPr>
    <p:cSldViewPr>
      <p:cViewPr varScale="1">
        <p:scale>
          <a:sx n="80" d="100"/>
          <a:sy n="80" d="100"/>
        </p:scale>
        <p:origin x="-127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87FE-0F3E-4A04-A23C-3D4654F67010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83891-557C-4A99-A13D-8B03C753E80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6147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83891-557C-4A99-A13D-8B03C753E80C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83891-557C-4A99-A13D-8B03C753E80C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8224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fr-FR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Cliquez sur l'icône pour ajouter une image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net_11_16_f3f0_5d482b7f4d78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à coins arrondis 2"/>
          <p:cNvSpPr/>
          <p:nvPr/>
        </p:nvSpPr>
        <p:spPr>
          <a:xfrm>
            <a:off x="2339752" y="1124744"/>
            <a:ext cx="4680520" cy="64807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مديرية التربية لولاية :........... 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0" y="1772816"/>
            <a:ext cx="9144000" cy="508518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البطاقة التقنية </a:t>
            </a:r>
            <a:endParaRPr lang="fr-FR" sz="28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الميدان :....................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مفتشية العلوم الفيزيائية المقاطعة رقم :.............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المادة : العلوم الفيزيائية والتكنولوجية 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المؤسسة :...................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المستوى الدراسي :.................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الأستـــــــــاذ(ة) :................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السنة الدراسية :....................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التوقيت :.....................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 رقم المذكرة :....................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1835696" y="0"/>
            <a:ext cx="5400600" cy="11247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الجمهورية الجزائرية الديمقراطية الشعبية 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وزارة التربية الوطنية 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6" name="Image 5" descr="image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9512" y="260648"/>
            <a:ext cx="2056234" cy="1728192"/>
          </a:xfrm>
          <a:prstGeom prst="rect">
            <a:avLst/>
          </a:prstGeom>
        </p:spPr>
      </p:pic>
      <p:pic>
        <p:nvPicPr>
          <p:cNvPr id="7" name="Image 6" descr="image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87766" y="0"/>
            <a:ext cx="2056234" cy="17281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4088394_1647892958860509_1097082149435299476_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00FF00"/>
          </a:solidFill>
        </p:spPr>
      </p:pic>
      <p:sp>
        <p:nvSpPr>
          <p:cNvPr id="3" name="Ruban courbé vers le bas 2"/>
          <p:cNvSpPr/>
          <p:nvPr/>
        </p:nvSpPr>
        <p:spPr>
          <a:xfrm>
            <a:off x="395536" y="0"/>
            <a:ext cx="8568952" cy="1124744"/>
          </a:xfrm>
          <a:prstGeom prst="ellipseRibbon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وزارة التربية الوطنية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مديرية التربية لولاية :.................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8" name="Rectangle avec flèche vers le bas 7"/>
          <p:cNvSpPr/>
          <p:nvPr/>
        </p:nvSpPr>
        <p:spPr>
          <a:xfrm>
            <a:off x="7127776" y="1124744"/>
            <a:ext cx="2016224" cy="720080"/>
          </a:xfrm>
          <a:prstGeom prst="downArrowCallou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المادة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9" name="Rectangle avec flèche vers le bas 8"/>
          <p:cNvSpPr/>
          <p:nvPr/>
        </p:nvSpPr>
        <p:spPr>
          <a:xfrm>
            <a:off x="4644008" y="1124744"/>
            <a:ext cx="2016224" cy="720080"/>
          </a:xfrm>
          <a:prstGeom prst="down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الميدان  </a:t>
            </a:r>
            <a:r>
              <a:rPr lang="ar-DZ" dirty="0" smtClean="0"/>
              <a:t> </a:t>
            </a:r>
            <a:endParaRPr lang="fr-FR" dirty="0"/>
          </a:p>
        </p:txBody>
      </p:sp>
      <p:sp>
        <p:nvSpPr>
          <p:cNvPr id="10" name="Rectangle avec flèche vers le bas 9"/>
          <p:cNvSpPr/>
          <p:nvPr/>
        </p:nvSpPr>
        <p:spPr>
          <a:xfrm>
            <a:off x="2483768" y="1124744"/>
            <a:ext cx="2016224" cy="720080"/>
          </a:xfrm>
          <a:prstGeom prst="down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 smtClean="0"/>
              <a:t> </a:t>
            </a:r>
            <a:r>
              <a:rPr lang="ar-DZ" b="1" dirty="0" smtClean="0">
                <a:solidFill>
                  <a:schemeClr val="bg1"/>
                </a:solidFill>
              </a:rPr>
              <a:t>المقطع </a:t>
            </a:r>
            <a:r>
              <a:rPr lang="ar-DZ" b="1" dirty="0" err="1" smtClean="0">
                <a:solidFill>
                  <a:schemeClr val="bg1"/>
                </a:solidFill>
              </a:rPr>
              <a:t>التعلمي</a:t>
            </a:r>
            <a:r>
              <a:rPr lang="ar-DZ" b="1" dirty="0" smtClean="0">
                <a:solidFill>
                  <a:schemeClr val="bg1"/>
                </a:solidFill>
              </a:rPr>
              <a:t>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1" name="Rectangle avec flèche vers le bas 10"/>
          <p:cNvSpPr/>
          <p:nvPr/>
        </p:nvSpPr>
        <p:spPr>
          <a:xfrm>
            <a:off x="0" y="1052736"/>
            <a:ext cx="2016224" cy="720080"/>
          </a:xfrm>
          <a:prstGeom prst="downArrowCallou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الحصة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7271792" y="1844824"/>
            <a:ext cx="1872208" cy="864096"/>
          </a:xfrm>
          <a:prstGeom prst="round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علوم فيزيائية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وتكنولوجية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3" name="Rectangle à coins arrondis 12"/>
          <p:cNvSpPr/>
          <p:nvPr/>
        </p:nvSpPr>
        <p:spPr>
          <a:xfrm>
            <a:off x="4788024" y="1844824"/>
            <a:ext cx="1872208" cy="864096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....................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4" name="Rectangle à coins arrondis 13"/>
          <p:cNvSpPr/>
          <p:nvPr/>
        </p:nvSpPr>
        <p:spPr>
          <a:xfrm>
            <a:off x="2483768" y="1844824"/>
            <a:ext cx="1872208" cy="86409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.................... 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179512" y="1700808"/>
            <a:ext cx="1872208" cy="86409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وضعية تعلم ادماج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6" name="Rectangle à coins arrondis 15"/>
          <p:cNvSpPr/>
          <p:nvPr/>
        </p:nvSpPr>
        <p:spPr>
          <a:xfrm>
            <a:off x="539552" y="2780928"/>
            <a:ext cx="6696744" cy="136815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7" name="Rectangle à coins arrondis 16"/>
          <p:cNvSpPr/>
          <p:nvPr/>
        </p:nvSpPr>
        <p:spPr>
          <a:xfrm>
            <a:off x="305780" y="4208282"/>
            <a:ext cx="7164288" cy="25649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800" b="1" dirty="0" smtClean="0">
              <a:solidFill>
                <a:schemeClr val="bg1"/>
              </a:solidFill>
            </a:endParaRPr>
          </a:p>
        </p:txBody>
      </p:sp>
      <p:sp>
        <p:nvSpPr>
          <p:cNvPr id="18" name="Rectangle avec flèche vers la gauche 17"/>
          <p:cNvSpPr/>
          <p:nvPr/>
        </p:nvSpPr>
        <p:spPr>
          <a:xfrm>
            <a:off x="7524328" y="2996952"/>
            <a:ext cx="1619672" cy="936104"/>
          </a:xfrm>
          <a:prstGeom prst="left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الكفاءة الختامية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9" name="Rectangle avec flèche vers la gauche 18"/>
          <p:cNvSpPr/>
          <p:nvPr/>
        </p:nvSpPr>
        <p:spPr>
          <a:xfrm>
            <a:off x="7539846" y="4725144"/>
            <a:ext cx="1619672" cy="936104"/>
          </a:xfrm>
          <a:prstGeom prst="leftArrowCallou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مركبات الكفاءة 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Rectangle à coins arrondis 6"/>
          <p:cNvSpPr/>
          <p:nvPr/>
        </p:nvSpPr>
        <p:spPr>
          <a:xfrm>
            <a:off x="179512" y="260648"/>
            <a:ext cx="6840760" cy="244827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b="1" dirty="0" smtClean="0">
                <a:solidFill>
                  <a:schemeClr val="bg1"/>
                </a:solidFill>
              </a:rPr>
              <a:t> </a:t>
            </a:r>
            <a:r>
              <a:rPr lang="ar-DZ" b="1" dirty="0" err="1" smtClean="0">
                <a:solidFill>
                  <a:schemeClr val="bg1"/>
                </a:solidFill>
              </a:rPr>
              <a:t>-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395536" y="4797152"/>
            <a:ext cx="6840760" cy="144016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b="1" dirty="0" err="1" smtClean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720928" y="2780928"/>
            <a:ext cx="6624736" cy="165618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avec flèche vers la gauche 10"/>
          <p:cNvSpPr/>
          <p:nvPr/>
        </p:nvSpPr>
        <p:spPr>
          <a:xfrm>
            <a:off x="7020272" y="692696"/>
            <a:ext cx="2123728" cy="1368152"/>
          </a:xfrm>
          <a:prstGeom prst="left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ar-DZ" sz="24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العقبات</a:t>
            </a:r>
          </a:p>
          <a:p>
            <a:pPr algn="ctr"/>
            <a:r>
              <a:rPr lang="ar-DZ" sz="24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الواجب</a:t>
            </a:r>
          </a:p>
          <a:p>
            <a:pPr algn="ctr"/>
            <a:r>
              <a:rPr lang="ar-DZ" sz="24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تخطيها</a:t>
            </a:r>
            <a:endParaRPr lang="fr-FR" sz="24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12" name="Rectangle avec flèche vers la gauche 11"/>
          <p:cNvSpPr/>
          <p:nvPr/>
        </p:nvSpPr>
        <p:spPr>
          <a:xfrm>
            <a:off x="7380312" y="2924944"/>
            <a:ext cx="1763688" cy="1368152"/>
          </a:xfrm>
          <a:prstGeom prst="leftArrowCallou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طبيعة</a:t>
            </a:r>
          </a:p>
          <a:p>
            <a:pPr algn="ctr"/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الوضعية </a:t>
            </a:r>
          </a:p>
          <a:p>
            <a:pPr algn="ctr"/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التعليمية </a:t>
            </a:r>
            <a:endParaRPr lang="fr-FR" sz="2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13" name="Rectangle avec flèche vers la gauche 12"/>
          <p:cNvSpPr/>
          <p:nvPr/>
        </p:nvSpPr>
        <p:spPr>
          <a:xfrm>
            <a:off x="7236296" y="5013176"/>
            <a:ext cx="1907704" cy="1368152"/>
          </a:xfrm>
          <a:prstGeom prst="leftArrowCallou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السندات</a:t>
            </a:r>
          </a:p>
          <a:p>
            <a:pPr algn="ctr"/>
            <a:r>
              <a:rPr lang="ar-DZ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التعليمية </a:t>
            </a:r>
            <a:endParaRPr lang="fr-FR" sz="2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00371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fonds-ecran-bahamas-13-768x57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Rectangle à coins arrondis 4"/>
          <p:cNvSpPr/>
          <p:nvPr/>
        </p:nvSpPr>
        <p:spPr>
          <a:xfrm>
            <a:off x="1187624" y="332656"/>
            <a:ext cx="6696744" cy="10801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نص الوضعية </a:t>
            </a:r>
            <a:r>
              <a:rPr lang="ar-DZ" sz="4000" b="1" cap="all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الإدماجية</a:t>
            </a:r>
            <a:r>
              <a:rPr lang="ar-DZ" sz="4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endParaRPr lang="fr-FR" sz="4000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79512" y="1628800"/>
            <a:ext cx="8784976" cy="50405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4034684_1647892392193899_2319202528601807845_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Flèche gauche 2"/>
          <p:cNvSpPr/>
          <p:nvPr/>
        </p:nvSpPr>
        <p:spPr>
          <a:xfrm>
            <a:off x="6660232" y="1484784"/>
            <a:ext cx="2267744" cy="1440160"/>
          </a:xfrm>
          <a:prstGeom prst="lef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أسئلة الوضعية </a:t>
            </a:r>
            <a:endParaRPr lang="fr-FR" sz="2800" dirty="0"/>
          </a:p>
        </p:txBody>
      </p:sp>
      <p:sp>
        <p:nvSpPr>
          <p:cNvPr id="4" name="Hexagone 3"/>
          <p:cNvSpPr/>
          <p:nvPr/>
        </p:nvSpPr>
        <p:spPr>
          <a:xfrm>
            <a:off x="0" y="116632"/>
            <a:ext cx="7164288" cy="6408712"/>
          </a:xfrm>
          <a:prstGeom prst="hexagon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61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2369" y="21629"/>
            <a:ext cx="9324528" cy="6858000"/>
          </a:xfrm>
          <a:prstGeom prst="rect">
            <a:avLst/>
          </a:prstGeom>
        </p:spPr>
      </p:pic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975784"/>
              </p:ext>
            </p:extLst>
          </p:nvPr>
        </p:nvGraphicFramePr>
        <p:xfrm>
          <a:off x="288031" y="188640"/>
          <a:ext cx="8748465" cy="644686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916155"/>
                <a:gridCol w="2916155"/>
                <a:gridCol w="2916155"/>
              </a:tblGrid>
              <a:tr h="594707">
                <a:tc>
                  <a:txBody>
                    <a:bodyPr/>
                    <a:lstStyle/>
                    <a:p>
                      <a:pPr algn="ctr"/>
                      <a:r>
                        <a:rPr lang="ar-DZ" sz="2400" b="1" dirty="0" smtClean="0">
                          <a:solidFill>
                            <a:schemeClr val="bg1"/>
                          </a:solidFill>
                          <a:cs typeface="Alawi Naskh" pitchFamily="2" charset="-78"/>
                        </a:rPr>
                        <a:t>الملاحظات </a:t>
                      </a:r>
                      <a:endParaRPr lang="fr-FR" sz="2400" b="1" dirty="0">
                        <a:solidFill>
                          <a:schemeClr val="bg1"/>
                        </a:solidFill>
                        <a:cs typeface="Alawi Naskh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sz="2400" b="1" dirty="0" smtClean="0">
                          <a:solidFill>
                            <a:schemeClr val="bg1"/>
                          </a:solidFill>
                          <a:cs typeface="Alawi Naskh" pitchFamily="2" charset="-78"/>
                        </a:rPr>
                        <a:t>المؤشرات</a:t>
                      </a:r>
                      <a:r>
                        <a:rPr lang="ar-DZ" sz="2400" b="1" baseline="0" dirty="0" smtClean="0">
                          <a:solidFill>
                            <a:schemeClr val="bg1"/>
                          </a:solidFill>
                          <a:cs typeface="Alawi Naskh" pitchFamily="2" charset="-78"/>
                        </a:rPr>
                        <a:t> </a:t>
                      </a:r>
                      <a:endParaRPr lang="fr-FR" sz="2400" b="1" dirty="0">
                        <a:solidFill>
                          <a:schemeClr val="bg1"/>
                        </a:solidFill>
                        <a:cs typeface="Alawi Naskh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sz="2400" b="1" dirty="0" smtClean="0">
                          <a:solidFill>
                            <a:schemeClr val="bg1"/>
                          </a:solidFill>
                          <a:cs typeface="Alawi Naskh" pitchFamily="2" charset="-78"/>
                        </a:rPr>
                        <a:t>المعايير</a:t>
                      </a:r>
                      <a:r>
                        <a:rPr lang="ar-DZ" sz="2400" b="1" baseline="0" dirty="0" smtClean="0">
                          <a:solidFill>
                            <a:schemeClr val="bg1"/>
                          </a:solidFill>
                          <a:cs typeface="Alawi Naskh" pitchFamily="2" charset="-78"/>
                        </a:rPr>
                        <a:t> </a:t>
                      </a:r>
                      <a:endParaRPr lang="fr-FR" sz="2400" b="1" dirty="0">
                        <a:solidFill>
                          <a:schemeClr val="bg1"/>
                        </a:solidFill>
                        <a:cs typeface="Alawi Naskh" pitchFamily="2" charset="-78"/>
                      </a:endParaRPr>
                    </a:p>
                  </a:txBody>
                  <a:tcPr/>
                </a:tc>
              </a:tr>
              <a:tr h="594707">
                <a:tc>
                  <a:txBody>
                    <a:bodyPr/>
                    <a:lstStyle/>
                    <a:p>
                      <a:pPr algn="ctr"/>
                      <a:endParaRPr lang="fr-FR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000" b="1" dirty="0" smtClean="0">
                        <a:cs typeface="Alawi Naskh" pitchFamily="2" charset="-78"/>
                      </a:endParaRPr>
                    </a:p>
                    <a:p>
                      <a:pPr algn="ctr"/>
                      <a:endParaRPr lang="fr-FR" sz="2000" b="1" dirty="0" smtClean="0">
                        <a:cs typeface="Alawi Naskh" pitchFamily="2" charset="-78"/>
                      </a:endParaRPr>
                    </a:p>
                    <a:p>
                      <a:pPr algn="ctr"/>
                      <a:r>
                        <a:rPr lang="ar-DZ" sz="2000" b="1" dirty="0" smtClean="0">
                          <a:solidFill>
                            <a:schemeClr val="bg1"/>
                          </a:solidFill>
                          <a:cs typeface="Alawi Naskh" pitchFamily="2" charset="-78"/>
                        </a:rPr>
                        <a:t>الترجمة</a:t>
                      </a:r>
                      <a:r>
                        <a:rPr lang="ar-DZ" sz="2000" b="1" baseline="0" dirty="0" smtClean="0">
                          <a:solidFill>
                            <a:schemeClr val="bg1"/>
                          </a:solidFill>
                          <a:cs typeface="Alawi Naskh" pitchFamily="2" charset="-78"/>
                        </a:rPr>
                        <a:t> السليمة</a:t>
                      </a:r>
                      <a:endParaRPr lang="fr-FR" sz="2000" b="1" dirty="0" smtClean="0">
                        <a:solidFill>
                          <a:schemeClr val="bg1"/>
                        </a:solidFill>
                        <a:cs typeface="Alawi Naskh" pitchFamily="2" charset="-78"/>
                      </a:endParaRPr>
                    </a:p>
                    <a:p>
                      <a:pPr algn="ctr"/>
                      <a:r>
                        <a:rPr lang="ar-DZ" sz="2000" b="1" dirty="0" smtClean="0">
                          <a:cs typeface="Alawi Naskh" pitchFamily="2" charset="-78"/>
                        </a:rPr>
                        <a:t>للوضعية </a:t>
                      </a:r>
                      <a:endParaRPr lang="fr-FR" sz="2000" b="1" dirty="0" smtClean="0">
                        <a:cs typeface="Alawi Naskh" pitchFamily="2" charset="-78"/>
                      </a:endParaRPr>
                    </a:p>
                    <a:p>
                      <a:pPr algn="ctr"/>
                      <a:endParaRPr lang="fr-FR" sz="2000" b="1" dirty="0">
                        <a:cs typeface="Alawi Naskh" pitchFamily="2" charset="-78"/>
                      </a:endParaRPr>
                    </a:p>
                  </a:txBody>
                  <a:tcPr/>
                </a:tc>
              </a:tr>
              <a:tr h="594707">
                <a:tc>
                  <a:txBody>
                    <a:bodyPr/>
                    <a:lstStyle/>
                    <a:p>
                      <a:pPr algn="ctr"/>
                      <a:endParaRPr lang="fr-FR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sz="2000" b="1" dirty="0" smtClean="0">
                          <a:cs typeface="Alawi Naskh" pitchFamily="2" charset="-78"/>
                        </a:rPr>
                        <a:t>الاستخدام </a:t>
                      </a:r>
                      <a:endParaRPr lang="fr-FR" sz="2000" b="1" dirty="0" smtClean="0">
                        <a:cs typeface="Alawi Naskh" pitchFamily="2" charset="-78"/>
                      </a:endParaRPr>
                    </a:p>
                    <a:p>
                      <a:pPr algn="ctr"/>
                      <a:r>
                        <a:rPr lang="ar-DZ" sz="2000" b="1" dirty="0" smtClean="0">
                          <a:cs typeface="Alawi Naskh" pitchFamily="2" charset="-78"/>
                        </a:rPr>
                        <a:t>السليم</a:t>
                      </a:r>
                      <a:endParaRPr lang="fr-FR" sz="2000" b="1" dirty="0" smtClean="0">
                        <a:cs typeface="Alawi Naskh" pitchFamily="2" charset="-78"/>
                      </a:endParaRPr>
                    </a:p>
                    <a:p>
                      <a:pPr algn="ctr"/>
                      <a:r>
                        <a:rPr lang="ar-DZ" sz="2000" b="1" dirty="0" smtClean="0">
                          <a:cs typeface="Alawi Naskh" pitchFamily="2" charset="-78"/>
                        </a:rPr>
                        <a:t>لأدوات المادة  </a:t>
                      </a:r>
                      <a:endParaRPr lang="fr-FR" sz="2000" b="1" dirty="0" smtClean="0">
                        <a:cs typeface="Alawi Naskh" pitchFamily="2" charset="-78"/>
                      </a:endParaRPr>
                    </a:p>
                    <a:p>
                      <a:pPr algn="ctr"/>
                      <a:endParaRPr lang="fr-FR" sz="2000" b="1" dirty="0" smtClean="0">
                        <a:cs typeface="Alawi Naskh" pitchFamily="2" charset="-78"/>
                      </a:endParaRPr>
                    </a:p>
                    <a:p>
                      <a:pPr algn="ctr"/>
                      <a:endParaRPr lang="fr-FR" sz="2000" b="1" dirty="0">
                        <a:cs typeface="Alawi Naskh" pitchFamily="2" charset="-78"/>
                      </a:endParaRPr>
                    </a:p>
                  </a:txBody>
                  <a:tcPr/>
                </a:tc>
              </a:tr>
              <a:tr h="594707">
                <a:tc>
                  <a:txBody>
                    <a:bodyPr/>
                    <a:lstStyle/>
                    <a:p>
                      <a:pPr algn="ctr"/>
                      <a:endParaRPr lang="fr-FR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000" b="1" dirty="0" smtClean="0">
                        <a:cs typeface="Alawi Naskh" pitchFamily="2" charset="-78"/>
                      </a:endParaRPr>
                    </a:p>
                    <a:p>
                      <a:pPr algn="ctr"/>
                      <a:r>
                        <a:rPr lang="ar-DZ" sz="2000" b="1" dirty="0" smtClean="0">
                          <a:cs typeface="Alawi Naskh" pitchFamily="2" charset="-78"/>
                        </a:rPr>
                        <a:t>الانسجام </a:t>
                      </a:r>
                      <a:endParaRPr lang="fr-FR" sz="2000" b="1" dirty="0" smtClean="0">
                        <a:cs typeface="Alawi Naskh" pitchFamily="2" charset="-78"/>
                      </a:endParaRPr>
                    </a:p>
                    <a:p>
                      <a:pPr algn="ctr"/>
                      <a:endParaRPr lang="fr-FR" sz="2000" b="1" dirty="0" smtClean="0">
                        <a:cs typeface="Alawi Naskh" pitchFamily="2" charset="-78"/>
                      </a:endParaRPr>
                    </a:p>
                    <a:p>
                      <a:pPr algn="ctr"/>
                      <a:endParaRPr lang="fr-FR" sz="2000" b="1" dirty="0">
                        <a:cs typeface="Alawi Naskh" pitchFamily="2" charset="-78"/>
                      </a:endParaRPr>
                    </a:p>
                  </a:txBody>
                  <a:tcPr/>
                </a:tc>
              </a:tr>
              <a:tr h="594707">
                <a:tc>
                  <a:txBody>
                    <a:bodyPr/>
                    <a:lstStyle/>
                    <a:p>
                      <a:pPr algn="ctr"/>
                      <a:endParaRPr lang="fr-FR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000" b="1" dirty="0" smtClean="0">
                        <a:cs typeface="Alawi Naskh" pitchFamily="2" charset="-78"/>
                      </a:endParaRPr>
                    </a:p>
                    <a:p>
                      <a:pPr algn="ctr"/>
                      <a:r>
                        <a:rPr lang="ar-DZ" sz="2000" b="1" dirty="0" smtClean="0">
                          <a:cs typeface="Alawi Naskh" pitchFamily="2" charset="-78"/>
                        </a:rPr>
                        <a:t>التميز والاتقان </a:t>
                      </a:r>
                      <a:endParaRPr lang="fr-FR" sz="2000" b="1" dirty="0" smtClean="0">
                        <a:cs typeface="Alawi Naskh" pitchFamily="2" charset="-78"/>
                      </a:endParaRPr>
                    </a:p>
                    <a:p>
                      <a:pPr algn="ctr"/>
                      <a:endParaRPr lang="fr-FR" sz="2000" b="1" dirty="0" smtClean="0">
                        <a:cs typeface="Alawi Naskh" pitchFamily="2" charset="-78"/>
                      </a:endParaRPr>
                    </a:p>
                    <a:p>
                      <a:pPr algn="ctr"/>
                      <a:endParaRPr lang="fr-FR" sz="2000" b="1" dirty="0">
                        <a:cs typeface="Alawi Naskh" pitchFamily="2" charset="-78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800px-Keukenhof-Szmurl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03648" y="476672"/>
            <a:ext cx="6336704" cy="10081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800" b="1" dirty="0" smtClean="0">
                <a:solidFill>
                  <a:srgbClr val="C00000"/>
                </a:solidFill>
                <a:cs typeface="Alawi Naskh" pitchFamily="2" charset="-78"/>
              </a:rPr>
              <a:t>الخـــــــاتمـــــــــــة </a:t>
            </a:r>
            <a:endParaRPr lang="fr-FR" sz="4800" b="1" dirty="0">
              <a:solidFill>
                <a:srgbClr val="C00000"/>
              </a:solidFill>
              <a:cs typeface="Alawi Naskh" pitchFamily="2" charset="-78"/>
            </a:endParaRPr>
          </a:p>
        </p:txBody>
      </p:sp>
      <p:sp>
        <p:nvSpPr>
          <p:cNvPr id="4" name="Hexagone 3"/>
          <p:cNvSpPr/>
          <p:nvPr/>
        </p:nvSpPr>
        <p:spPr>
          <a:xfrm>
            <a:off x="683568" y="1844824"/>
            <a:ext cx="7704856" cy="4032448"/>
          </a:xfrm>
          <a:prstGeom prst="hexagon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616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com_139004717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com_1393263268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1292</TotalTime>
  <Words>98</Words>
  <Application>Microsoft Office PowerPoint</Application>
  <PresentationFormat>Affichage à l'écran (4:3)</PresentationFormat>
  <Paragraphs>55</Paragraphs>
  <Slides>9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Apex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الجمهورية الجزائرية الديمقراطية الشعبية  وزارة التربية الوظنية   </dc:title>
  <dc:creator>HMI</dc:creator>
  <cp:lastModifiedBy>djelloul</cp:lastModifiedBy>
  <cp:revision>811</cp:revision>
  <dcterms:created xsi:type="dcterms:W3CDTF">2016-05-13T17:44:12Z</dcterms:created>
  <dcterms:modified xsi:type="dcterms:W3CDTF">2018-07-19T14:04:41Z</dcterms:modified>
</cp:coreProperties>
</file>