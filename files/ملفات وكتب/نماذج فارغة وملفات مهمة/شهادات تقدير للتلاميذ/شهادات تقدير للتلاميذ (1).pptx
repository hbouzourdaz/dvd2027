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</p:sldIdLst>
  <p:sldSz cx="9902825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68" d="100"/>
          <a:sy n="68" d="100"/>
        </p:scale>
        <p:origin x="12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712" y="1122363"/>
            <a:ext cx="841740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7853" y="3602038"/>
            <a:ext cx="74271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6384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16020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662" y="1709740"/>
            <a:ext cx="85411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662" y="4589465"/>
            <a:ext cx="85411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17192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819" y="1825625"/>
            <a:ext cx="4208701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3305" y="1825625"/>
            <a:ext cx="4208701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4817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365127"/>
            <a:ext cx="8541187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110" y="1681163"/>
            <a:ext cx="418935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110" y="2505075"/>
            <a:ext cx="4189358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3306" y="1681163"/>
            <a:ext cx="42099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3306" y="2505075"/>
            <a:ext cx="4209990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65234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8635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92446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457200"/>
            <a:ext cx="31939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9991" y="987427"/>
            <a:ext cx="50133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109" y="2057400"/>
            <a:ext cx="31939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035546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457200"/>
            <a:ext cx="31939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09991" y="987427"/>
            <a:ext cx="50133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109" y="2057400"/>
            <a:ext cx="31939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9566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329086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710" y="365125"/>
            <a:ext cx="2135297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820" y="365125"/>
            <a:ext cx="6282105" cy="5811838"/>
          </a:xfrm>
        </p:spPr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00252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819" y="365127"/>
            <a:ext cx="85411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819" y="1825625"/>
            <a:ext cx="85411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0819" y="6356352"/>
            <a:ext cx="2228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311" y="6356352"/>
            <a:ext cx="3342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3870" y="6356352"/>
            <a:ext cx="2228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82218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31D50B69-1DCE-4370-BC36-77B5AF8E8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902824" cy="6858000"/>
          </a:xfrm>
          <a:prstGeom prst="rect">
            <a:avLst/>
          </a:prstGeom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8C076C69-42A2-461C-A0AD-148A4A96B34E}"/>
              </a:ext>
            </a:extLst>
          </p:cNvPr>
          <p:cNvSpPr/>
          <p:nvPr/>
        </p:nvSpPr>
        <p:spPr>
          <a:xfrm>
            <a:off x="6392400" y="4775568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الأستاذ: اسم الاستاذ</a:t>
            </a:r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EE75928-B349-486C-BC39-B10AA1C14D84}"/>
              </a:ext>
            </a:extLst>
          </p:cNvPr>
          <p:cNvSpPr/>
          <p:nvPr/>
        </p:nvSpPr>
        <p:spPr>
          <a:xfrm>
            <a:off x="974395" y="4775569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المدير: اسم المدير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FA12EA52-4D65-4233-897D-568673E6829B}"/>
              </a:ext>
            </a:extLst>
          </p:cNvPr>
          <p:cNvSpPr/>
          <p:nvPr/>
        </p:nvSpPr>
        <p:spPr>
          <a:xfrm>
            <a:off x="581211" y="2569063"/>
            <a:ext cx="8740402" cy="206210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يسر أستاذ الرياضيات: </a:t>
            </a:r>
            <a:r>
              <a:rPr lang="ar-DZ" sz="2400" dirty="0">
                <a:solidFill>
                  <a:srgbClr val="00B050"/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اسم الأستاذ </a:t>
            </a: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أن يمنح التلميذ: </a:t>
            </a:r>
            <a:r>
              <a:rPr lang="ar-DZ" sz="2400" dirty="0">
                <a:solidFill>
                  <a:srgbClr val="00B050"/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اسم التلميذ</a:t>
            </a:r>
          </a:p>
          <a:p>
            <a:pPr algn="ctr">
              <a:lnSpc>
                <a:spcPct val="200000"/>
              </a:lnSpc>
            </a:pPr>
            <a:r>
              <a:rPr lang="ar-D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هذه الشهادة </a:t>
            </a:r>
            <a:r>
              <a:rPr lang="ar-DZ" sz="2000" dirty="0">
                <a:solidFill>
                  <a:srgbClr val="00B050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عرفانا وتقديرا لتفوقه في اختبار الفصل الثاني .</a:t>
            </a:r>
          </a:p>
          <a:p>
            <a:pPr algn="ctr">
              <a:lnSpc>
                <a:spcPct val="200000"/>
              </a:lnSpc>
            </a:pPr>
            <a:r>
              <a:rPr lang="ar-DZ" sz="2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 مع أطيب التمنيات بدوام التفوق.  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2B81E48C-875D-46A9-9A53-58F0E1E2814E}"/>
              </a:ext>
            </a:extLst>
          </p:cNvPr>
          <p:cNvSpPr/>
          <p:nvPr/>
        </p:nvSpPr>
        <p:spPr>
          <a:xfrm>
            <a:off x="6586966" y="987595"/>
            <a:ext cx="2367957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الجمهورية الجزائرية الديمقراطية الشعبية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...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 اسم المتوسطة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4B838F08-C45F-42EC-B3A2-74C7951AAA83}"/>
              </a:ext>
            </a:extLst>
          </p:cNvPr>
          <p:cNvSpPr/>
          <p:nvPr/>
        </p:nvSpPr>
        <p:spPr>
          <a:xfrm>
            <a:off x="1105207" y="938282"/>
            <a:ext cx="1778670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2019/2018</a:t>
            </a:r>
          </a:p>
        </p:txBody>
      </p:sp>
    </p:spTree>
    <p:extLst>
      <p:ext uri="{BB962C8B-B14F-4D97-AF65-F5344CB8AC3E}">
        <p14:creationId xmlns:p14="http://schemas.microsoft.com/office/powerpoint/2010/main" val="3424652495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نسق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نسق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نسق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56</Words>
  <Application>Microsoft Office PowerPoint</Application>
  <PresentationFormat>مخصص</PresentationFormat>
  <Paragraphs>10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8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10" baseType="lpstr">
      <vt:lpstr>AbdoMaster-Medium</vt:lpstr>
      <vt:lpstr>Aljazeera</vt:lpstr>
      <vt:lpstr>Arial</vt:lpstr>
      <vt:lpstr>Calibri</vt:lpstr>
      <vt:lpstr>Calibri Light</vt:lpstr>
      <vt:lpstr>GE SS Two Medium</vt:lpstr>
      <vt:lpstr>Khalid Art bold</vt:lpstr>
      <vt:lpstr>Times New Roman</vt:lpstr>
      <vt:lpstr>نسق Office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hamzahamidimath@hotmail.com</dc:creator>
  <cp:lastModifiedBy>hamzahamidimath@hotmail.com</cp:lastModifiedBy>
  <cp:revision>5</cp:revision>
  <cp:lastPrinted>2018-11-24T15:11:19Z</cp:lastPrinted>
  <dcterms:created xsi:type="dcterms:W3CDTF">2018-11-24T15:07:32Z</dcterms:created>
  <dcterms:modified xsi:type="dcterms:W3CDTF">2018-11-24T15:59:37Z</dcterms:modified>
</cp:coreProperties>
</file>