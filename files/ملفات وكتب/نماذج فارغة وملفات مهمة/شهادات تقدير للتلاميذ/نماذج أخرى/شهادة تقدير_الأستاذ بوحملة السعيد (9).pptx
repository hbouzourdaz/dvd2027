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1F75"/>
    <a:srgbClr val="F24C70"/>
    <a:srgbClr val="A5CC32"/>
    <a:srgbClr val="05AAE1"/>
    <a:srgbClr val="A8662C"/>
    <a:srgbClr val="FBB03B"/>
    <a:srgbClr val="14ACA3"/>
    <a:srgbClr val="EA5479"/>
    <a:srgbClr val="5C1982"/>
    <a:srgbClr val="84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435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2BA43-A867-4612-BE57-F398E930F363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41BF9-81E0-4EDB-9245-672ADF82725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96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41BF9-81E0-4EDB-9245-672ADF82725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26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9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06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40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0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2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83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7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43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46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3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0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4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289B6-CCD7-43CE-886C-1750E049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378" y="3"/>
            <a:ext cx="9905995" cy="68579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CE092EB-D852-4801-AEEE-74CC1EDD9623}"/>
              </a:ext>
            </a:extLst>
          </p:cNvPr>
          <p:cNvSpPr/>
          <p:nvPr/>
        </p:nvSpPr>
        <p:spPr>
          <a:xfrm>
            <a:off x="5704341" y="5394630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حرر في :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DB4BAA-32A0-468B-AFF7-8DE66FDA1E3E}"/>
              </a:ext>
            </a:extLst>
          </p:cNvPr>
          <p:cNvSpPr/>
          <p:nvPr/>
        </p:nvSpPr>
        <p:spPr>
          <a:xfrm>
            <a:off x="1505065" y="5393428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6" name="مستطيل 9">
            <a:extLst>
              <a:ext uri="{FF2B5EF4-FFF2-40B4-BE49-F238E27FC236}">
                <a16:creationId xmlns:a16="http://schemas.microsoft.com/office/drawing/2014/main" id="{DB835AE5-5CAF-4A6A-87E9-DE5D449120DD}"/>
              </a:ext>
            </a:extLst>
          </p:cNvPr>
          <p:cNvSpPr/>
          <p:nvPr/>
        </p:nvSpPr>
        <p:spPr>
          <a:xfrm>
            <a:off x="4950619" y="363138"/>
            <a:ext cx="4572000" cy="99642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</a:t>
            </a:r>
          </a:p>
          <a:p>
            <a:pPr algn="r" rtl="1">
              <a:lnSpc>
                <a:spcPct val="150000"/>
              </a:lnSpc>
            </a:pPr>
            <a:r>
              <a:rPr lang="ar-DZ" sz="100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 </a:t>
            </a:r>
            <a:endParaRPr lang="ar-DZ" sz="100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5400000" scaled="1"/>
                <a:tileRect/>
              </a:gradFill>
              <a:latin typeface="GE SS Two Medium" panose="020A0503020102020204" pitchFamily="18" charset="-78"/>
              <a:ea typeface="GE SS Two Medium" panose="020A0503020102020204" pitchFamily="18" charset="-78"/>
              <a:cs typeface="Khalid Art bold" pitchFamily="2" charset="-78"/>
            </a:endParaRPr>
          </a:p>
        </p:txBody>
      </p:sp>
      <p:sp>
        <p:nvSpPr>
          <p:cNvPr id="8" name="مستطيل 28">
            <a:extLst>
              <a:ext uri="{FF2B5EF4-FFF2-40B4-BE49-F238E27FC236}">
                <a16:creationId xmlns:a16="http://schemas.microsoft.com/office/drawing/2014/main" id="{50A68BC0-E681-4BDF-A2A9-4486433025FC}"/>
              </a:ext>
            </a:extLst>
          </p:cNvPr>
          <p:cNvSpPr/>
          <p:nvPr/>
        </p:nvSpPr>
        <p:spPr>
          <a:xfrm>
            <a:off x="206081" y="1930075"/>
            <a:ext cx="1889065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2023/2022</a:t>
            </a:r>
          </a:p>
        </p:txBody>
      </p:sp>
      <p:sp>
        <p:nvSpPr>
          <p:cNvPr id="2" name="مستطيل 27">
            <a:extLst>
              <a:ext uri="{FF2B5EF4-FFF2-40B4-BE49-F238E27FC236}">
                <a16:creationId xmlns:a16="http://schemas.microsoft.com/office/drawing/2014/main" id="{18FAF4A7-34E5-4C97-98EB-1BCB897E453E}"/>
              </a:ext>
            </a:extLst>
          </p:cNvPr>
          <p:cNvSpPr/>
          <p:nvPr/>
        </p:nvSpPr>
        <p:spPr>
          <a:xfrm>
            <a:off x="-47509" y="2207941"/>
            <a:ext cx="9996256" cy="318548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العلوم الفيزيائية والتكنولوجيا أن</a:t>
            </a:r>
            <a:b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يمنح </a:t>
            </a:r>
            <a:r>
              <a:rPr lang="ar-DZ" sz="2800" dirty="0" err="1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التلميذ:</a:t>
            </a:r>
            <a:r>
              <a:rPr lang="ar-DZ" sz="2800" dirty="0" err="1">
                <a:solidFill>
                  <a:srgbClr val="E61F75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اسم</a:t>
            </a:r>
            <a:r>
              <a:rPr lang="ar-DZ" sz="2800" dirty="0">
                <a:solidFill>
                  <a:srgbClr val="E61F75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 التلميذ        </a:t>
            </a: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القسم : </a:t>
            </a:r>
            <a:r>
              <a:rPr lang="ar-DZ" sz="2800" dirty="0">
                <a:solidFill>
                  <a:srgbClr val="E61F75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الثانية متوسط</a:t>
            </a:r>
            <a:b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تقديرا للنتائج المتميزة التي حققها خلال الثلاثي الأول </a:t>
            </a:r>
          </a:p>
          <a:p>
            <a:pPr algn="ctr" rtl="1">
              <a:lnSpc>
                <a:spcPct val="150000"/>
              </a:lnSpc>
            </a:pPr>
            <a: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من العام الدراسي: 2023/2022 مع اطيب التمنيات و دوام التفوق</a:t>
            </a:r>
            <a:br>
              <a:rPr lang="ar-DZ" sz="28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endParaRPr lang="ar-DZ" sz="2400" dirty="0">
              <a:gradFill flip="none" rotWithShape="1">
                <a:gsLst>
                  <a:gs pos="0">
                    <a:prstClr val="black">
                      <a:lumMod val="75000"/>
                      <a:lumOff val="25000"/>
                      <a:shade val="30000"/>
                      <a:satMod val="115000"/>
                    </a:prstClr>
                  </a:gs>
                  <a:gs pos="50000">
                    <a:prstClr val="black">
                      <a:lumMod val="75000"/>
                      <a:lumOff val="25000"/>
                      <a:shade val="67500"/>
                      <a:satMod val="115000"/>
                    </a:prstClr>
                  </a:gs>
                  <a:gs pos="100000">
                    <a:prstClr val="black">
                      <a:lumMod val="75000"/>
                      <a:lumOff val="25000"/>
                      <a:shade val="100000"/>
                      <a:satMod val="115000"/>
                    </a:prstClr>
                  </a:gs>
                </a:gsLst>
                <a:lin ang="5400000" scaled="1"/>
                <a:tileRect/>
              </a:gradFill>
              <a:latin typeface="GE SS Two Medium" panose="020A0503020102020204" pitchFamily="18" charset="-78"/>
              <a:ea typeface="GE SS Two Medium" panose="020A0503020102020204" pitchFamily="18" charset="-78"/>
              <a:cs typeface="Khalid Art bold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7558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64</Words>
  <Application>Microsoft Office PowerPoint</Application>
  <PresentationFormat>A4 Paper (210x297 mm)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AbdoMaster-Medium</vt:lpstr>
      <vt:lpstr>Arial</vt:lpstr>
      <vt:lpstr>Calibri</vt:lpstr>
      <vt:lpstr>Calibri Light</vt:lpstr>
      <vt:lpstr>GE SS Two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</dc:creator>
  <cp:lastModifiedBy>said</cp:lastModifiedBy>
  <cp:revision>37</cp:revision>
  <dcterms:created xsi:type="dcterms:W3CDTF">2020-09-09T11:34:44Z</dcterms:created>
  <dcterms:modified xsi:type="dcterms:W3CDTF">2022-12-09T15:49:06Z</dcterms:modified>
</cp:coreProperties>
</file>