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AB6A"/>
    <a:srgbClr val="A5CC32"/>
    <a:srgbClr val="05AAE1"/>
    <a:srgbClr val="E61F75"/>
    <a:srgbClr val="A8662C"/>
    <a:srgbClr val="FBB03B"/>
    <a:srgbClr val="14ACA3"/>
    <a:srgbClr val="EA5479"/>
    <a:srgbClr val="5C1982"/>
    <a:srgbClr val="84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5" cy="68579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C330A3-85F3-4DA8-8A39-C6FADDECA8C5}"/>
              </a:ext>
            </a:extLst>
          </p:cNvPr>
          <p:cNvSpPr/>
          <p:nvPr/>
        </p:nvSpPr>
        <p:spPr>
          <a:xfrm>
            <a:off x="6219246" y="4938261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EB95D-F463-41FC-B5BF-D744E36A29DC}"/>
              </a:ext>
            </a:extLst>
          </p:cNvPr>
          <p:cNvSpPr/>
          <p:nvPr/>
        </p:nvSpPr>
        <p:spPr>
          <a:xfrm>
            <a:off x="929666" y="4933457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87A0B9DB-1973-40F2-ADF5-B0D89DE95AF2}"/>
              </a:ext>
            </a:extLst>
          </p:cNvPr>
          <p:cNvSpPr/>
          <p:nvPr/>
        </p:nvSpPr>
        <p:spPr>
          <a:xfrm>
            <a:off x="4641542" y="691612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</a:t>
            </a:r>
          </a:p>
        </p:txBody>
      </p:sp>
      <p:sp>
        <p:nvSpPr>
          <p:cNvPr id="7" name="مستطيل 27">
            <a:extLst>
              <a:ext uri="{FF2B5EF4-FFF2-40B4-BE49-F238E27FC236}">
                <a16:creationId xmlns:a16="http://schemas.microsoft.com/office/drawing/2014/main" id="{BA0C5DBC-F8A9-4425-A38F-FB56DB502AE8}"/>
              </a:ext>
            </a:extLst>
          </p:cNvPr>
          <p:cNvSpPr/>
          <p:nvPr/>
        </p:nvSpPr>
        <p:spPr>
          <a:xfrm>
            <a:off x="580418" y="2687697"/>
            <a:ext cx="8740402" cy="19005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(ة) العلوم الفيزيائية أن يتقدم  بهذه الشهـــادة الشرفيـة للتلميذ(ة):</a:t>
            </a:r>
          </a:p>
          <a:p>
            <a:pPr algn="ctr" rtl="1">
              <a:lnSpc>
                <a:spcPct val="150000"/>
              </a:lnSpc>
            </a:pPr>
            <a:r>
              <a:rPr lang="ar-DZ" sz="2000" dirty="0">
                <a:solidFill>
                  <a:srgbClr val="FF0000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أحمد </a:t>
            </a:r>
            <a:r>
              <a:rPr lang="ar-DZ" sz="2000" dirty="0" err="1">
                <a:solidFill>
                  <a:srgbClr val="FF0000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أحمد</a:t>
            </a:r>
            <a:endParaRPr lang="ar-DZ" sz="2000" dirty="0">
              <a:solidFill>
                <a:srgbClr val="FF0000"/>
              </a:soli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  <a:p>
            <a:pPr algn="ctr" rtl="1">
              <a:lnSpc>
                <a:spcPct val="150000"/>
              </a:lnSpc>
            </a:pP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قسم .... وذلك لحصوله (هـا) على معدل ......... في مادة </a:t>
            </a:r>
            <a:b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العلوم الفيزيائية للفصل الأول من الموسم: 2023/2022</a:t>
            </a: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71D4F1F1-1B11-478D-9CF4-FE19FF28CECD}"/>
              </a:ext>
            </a:extLst>
          </p:cNvPr>
          <p:cNvSpPr/>
          <p:nvPr/>
        </p:nvSpPr>
        <p:spPr>
          <a:xfrm>
            <a:off x="745725" y="1923535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64</Words>
  <Application>Microsoft Office PowerPoint</Application>
  <PresentationFormat>A4 Paper (210x297 mm)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39</cp:revision>
  <dcterms:created xsi:type="dcterms:W3CDTF">2020-09-09T11:34:44Z</dcterms:created>
  <dcterms:modified xsi:type="dcterms:W3CDTF">2022-12-09T15:38:48Z</dcterms:modified>
</cp:coreProperties>
</file>