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CC32"/>
    <a:srgbClr val="05AAE1"/>
    <a:srgbClr val="E61F75"/>
    <a:srgbClr val="A8662C"/>
    <a:srgbClr val="FBB03B"/>
    <a:srgbClr val="14ACA3"/>
    <a:srgbClr val="EA5479"/>
    <a:srgbClr val="5C1982"/>
    <a:srgbClr val="840100"/>
    <a:srgbClr val="CF9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4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2BA43-A867-4612-BE57-F398E930F363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41BF9-81E0-4EDB-9245-672ADF82725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96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41BF9-81E0-4EDB-9245-672ADF82725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26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9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06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40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0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72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83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78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43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46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3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0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40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289B6-CCD7-43CE-886C-1750E049B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378" y="3"/>
            <a:ext cx="9905995" cy="68579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EA45743-E3CD-43EE-A293-A2611ED56909}"/>
              </a:ext>
            </a:extLst>
          </p:cNvPr>
          <p:cNvSpPr/>
          <p:nvPr/>
        </p:nvSpPr>
        <p:spPr>
          <a:xfrm>
            <a:off x="6219246" y="5382148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حرر في :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3C7984-09C6-4EED-B6E9-EA4E6E7C3F2D}"/>
              </a:ext>
            </a:extLst>
          </p:cNvPr>
          <p:cNvSpPr/>
          <p:nvPr/>
        </p:nvSpPr>
        <p:spPr>
          <a:xfrm>
            <a:off x="929666" y="5377344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المدير: اسم المدير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6" name="مستطيل 9">
            <a:extLst>
              <a:ext uri="{FF2B5EF4-FFF2-40B4-BE49-F238E27FC236}">
                <a16:creationId xmlns:a16="http://schemas.microsoft.com/office/drawing/2014/main" id="{3E41E9CC-3E43-49D3-BA48-B8BE13A0E161}"/>
              </a:ext>
            </a:extLst>
          </p:cNvPr>
          <p:cNvSpPr/>
          <p:nvPr/>
        </p:nvSpPr>
        <p:spPr>
          <a:xfrm>
            <a:off x="5334000" y="673856"/>
            <a:ext cx="4572000" cy="99642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الجمهورية الجزائرية الديمقراطية الشعبية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وزارة التربية الوطنية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مديرية التربية لولاية 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متوسطة </a:t>
            </a:r>
          </a:p>
        </p:txBody>
      </p:sp>
      <p:sp>
        <p:nvSpPr>
          <p:cNvPr id="7" name="مستطيل 27">
            <a:extLst>
              <a:ext uri="{FF2B5EF4-FFF2-40B4-BE49-F238E27FC236}">
                <a16:creationId xmlns:a16="http://schemas.microsoft.com/office/drawing/2014/main" id="{8499EC57-B3A9-4294-9157-417A2A30914F}"/>
              </a:ext>
            </a:extLst>
          </p:cNvPr>
          <p:cNvSpPr/>
          <p:nvPr/>
        </p:nvSpPr>
        <p:spPr>
          <a:xfrm>
            <a:off x="669195" y="2232711"/>
            <a:ext cx="8740402" cy="226215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يسر أستاذ العلوم الفيزيائية والتكنولوجيا أن</a:t>
            </a:r>
            <a:b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يمنح </a:t>
            </a:r>
            <a:r>
              <a:rPr lang="ar-DZ" sz="2400" dirty="0" err="1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التلميذ:</a:t>
            </a:r>
            <a:r>
              <a:rPr lang="ar-DZ" sz="2400" dirty="0" err="1">
                <a:solidFill>
                  <a:srgbClr val="AF7D32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اسم</a:t>
            </a:r>
            <a:r>
              <a:rPr lang="ar-DZ" sz="2400" dirty="0">
                <a:solidFill>
                  <a:srgbClr val="AF7D32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 التلميذ        </a:t>
            </a: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القسم : </a:t>
            </a:r>
            <a:r>
              <a:rPr lang="ar-DZ" sz="2400" dirty="0">
                <a:solidFill>
                  <a:srgbClr val="AF7D32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الثانية متوسط</a:t>
            </a:r>
            <a:b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هذه الشهادة تقديرا للنتائج المتميزة التي حققها خلال الثلاثي الأول </a:t>
            </a:r>
          </a:p>
          <a:p>
            <a:pPr algn="ctr" rtl="1">
              <a:lnSpc>
                <a:spcPct val="150000"/>
              </a:lnSpc>
            </a:pP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من العام الدراسي: 2023/2022 مع اطيب التمنيات و دوام التفوق</a:t>
            </a:r>
            <a:endParaRPr lang="ar-DZ" sz="200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5400000" scaled="1"/>
                <a:tileRect/>
              </a:gradFill>
              <a:latin typeface="GE SS Two Medium" panose="020A0503020102020204" pitchFamily="18" charset="-78"/>
              <a:ea typeface="GE SS Two Medium" panose="020A0503020102020204" pitchFamily="18" charset="-78"/>
              <a:cs typeface="Khalid Art bold" pitchFamily="2" charset="-78"/>
            </a:endParaRPr>
          </a:p>
        </p:txBody>
      </p:sp>
      <p:sp>
        <p:nvSpPr>
          <p:cNvPr id="8" name="مستطيل 28">
            <a:extLst>
              <a:ext uri="{FF2B5EF4-FFF2-40B4-BE49-F238E27FC236}">
                <a16:creationId xmlns:a16="http://schemas.microsoft.com/office/drawing/2014/main" id="{223AC788-CAED-4820-8107-FAD3D54F1849}"/>
              </a:ext>
            </a:extLst>
          </p:cNvPr>
          <p:cNvSpPr/>
          <p:nvPr/>
        </p:nvSpPr>
        <p:spPr>
          <a:xfrm>
            <a:off x="230820" y="1766406"/>
            <a:ext cx="1889065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12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الدراسية: </a:t>
            </a:r>
            <a:r>
              <a:rPr lang="ar-DZ" sz="105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AbdoMaster-Medium" panose="02000500030000020004" pitchFamily="50" charset="-78"/>
                <a:ea typeface="GE SS Two Medium" panose="020A0503020102020204" pitchFamily="18" charset="-78"/>
                <a:cs typeface="AbdoMaster-Medium" panose="02000500030000020004" pitchFamily="50" charset="-78"/>
              </a:rPr>
              <a:t>2023/2022</a:t>
            </a:r>
          </a:p>
        </p:txBody>
      </p:sp>
    </p:spTree>
    <p:extLst>
      <p:ext uri="{BB962C8B-B14F-4D97-AF65-F5344CB8AC3E}">
        <p14:creationId xmlns:p14="http://schemas.microsoft.com/office/powerpoint/2010/main" val="407558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63</Words>
  <Application>Microsoft Office PowerPoint</Application>
  <PresentationFormat>A4 Paper (210x297 mm)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AbdoMaster-Medium</vt:lpstr>
      <vt:lpstr>Arial</vt:lpstr>
      <vt:lpstr>Calibri</vt:lpstr>
      <vt:lpstr>Calibri Light</vt:lpstr>
      <vt:lpstr>GE SS Two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</dc:creator>
  <cp:lastModifiedBy>said</cp:lastModifiedBy>
  <cp:revision>36</cp:revision>
  <dcterms:created xsi:type="dcterms:W3CDTF">2020-09-09T11:34:44Z</dcterms:created>
  <dcterms:modified xsi:type="dcterms:W3CDTF">2022-12-09T15:46:11Z</dcterms:modified>
</cp:coreProperties>
</file>