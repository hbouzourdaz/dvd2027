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958"/>
    <a:srgbClr val="A5CC32"/>
    <a:srgbClr val="05AAE1"/>
    <a:srgbClr val="E61F75"/>
    <a:srgbClr val="A8662C"/>
    <a:srgbClr val="FBB03B"/>
    <a:srgbClr val="14ACA3"/>
    <a:srgbClr val="EA5479"/>
    <a:srgbClr val="5C1982"/>
    <a:srgbClr val="84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4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2BA43-A867-4612-BE57-F398E930F363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41BF9-81E0-4EDB-9245-672ADF82725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962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41BF9-81E0-4EDB-9245-672ADF8272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2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9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006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540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0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0723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83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78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43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46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32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09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6966F-83DC-465D-B5F0-EB0E7EB0BB58}" type="datetimeFigureOut">
              <a:rPr lang="fr-FR" smtClean="0"/>
              <a:t>09/12/2022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0B7C1-D3C4-4E63-B2E7-EEE602CA90A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40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3289B6-CCD7-43CE-886C-1750E049B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2378" y="3"/>
            <a:ext cx="9905995" cy="685799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F60F62-C7F6-44B1-ABDC-DF5ADD352FAC}"/>
              </a:ext>
            </a:extLst>
          </p:cNvPr>
          <p:cNvSpPr/>
          <p:nvPr/>
        </p:nvSpPr>
        <p:spPr>
          <a:xfrm>
            <a:off x="6219246" y="5053671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حرر في :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04DAC3-6224-4E31-8542-41C3D9765A63}"/>
              </a:ext>
            </a:extLst>
          </p:cNvPr>
          <p:cNvSpPr/>
          <p:nvPr/>
        </p:nvSpPr>
        <p:spPr>
          <a:xfrm>
            <a:off x="929666" y="5048867"/>
            <a:ext cx="2757088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r>
              <a:rPr lang="fr-FR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 </a:t>
            </a:r>
            <a:r>
              <a:rPr lang="ar-DZ" sz="1200" dirty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5400000" scaled="1"/>
                  <a:tileRect/>
                </a:gradFill>
                <a:cs typeface="Khalid Art bold" pitchFamily="2" charset="-78"/>
              </a:rPr>
              <a:t>المدير: اسم المدير </a:t>
            </a:r>
            <a:endParaRPr lang="fr-FR" sz="1200" dirty="0">
              <a:gradFill flip="none" rotWithShape="1">
                <a:gsLst>
                  <a:gs pos="0">
                    <a:schemeClr val="tx1">
                      <a:lumMod val="75000"/>
                      <a:lumOff val="25000"/>
                      <a:shade val="30000"/>
                      <a:satMod val="115000"/>
                    </a:schemeClr>
                  </a:gs>
                  <a:gs pos="50000">
                    <a:schemeClr val="tx1">
                      <a:lumMod val="75000"/>
                      <a:lumOff val="25000"/>
                      <a:shade val="67500"/>
                      <a:satMod val="115000"/>
                    </a:schemeClr>
                  </a:gs>
                  <a:gs pos="100000">
                    <a:schemeClr val="tx1">
                      <a:lumMod val="75000"/>
                      <a:lumOff val="25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cs typeface="Khalid Art bold" pitchFamily="2" charset="-78"/>
            </a:endParaRPr>
          </a:p>
        </p:txBody>
      </p:sp>
      <p:sp>
        <p:nvSpPr>
          <p:cNvPr id="6" name="مستطيل 9">
            <a:extLst>
              <a:ext uri="{FF2B5EF4-FFF2-40B4-BE49-F238E27FC236}">
                <a16:creationId xmlns:a16="http://schemas.microsoft.com/office/drawing/2014/main" id="{78F575A1-F840-4DA5-ACAB-C1E54EDD57F2}"/>
              </a:ext>
            </a:extLst>
          </p:cNvPr>
          <p:cNvSpPr/>
          <p:nvPr/>
        </p:nvSpPr>
        <p:spPr>
          <a:xfrm>
            <a:off x="4748820" y="656100"/>
            <a:ext cx="4572000" cy="996427"/>
          </a:xfrm>
          <a:prstGeom prst="rect">
            <a:avLst/>
          </a:prstGeom>
        </p:spPr>
        <p:txBody>
          <a:bodyPr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الجمهورية الجزائرية الديمقراطية الشعبية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وزارة التربية الوطنية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مديرية التربية لولاية </a:t>
            </a:r>
          </a:p>
          <a:p>
            <a:pPr algn="r" rtl="1">
              <a:lnSpc>
                <a:spcPct val="150000"/>
              </a:lnSpc>
            </a:pPr>
            <a:r>
              <a:rPr lang="ar-DZ" sz="10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متوسطة</a:t>
            </a:r>
          </a:p>
        </p:txBody>
      </p:sp>
      <p:sp>
        <p:nvSpPr>
          <p:cNvPr id="8" name="مستطيل 28">
            <a:extLst>
              <a:ext uri="{FF2B5EF4-FFF2-40B4-BE49-F238E27FC236}">
                <a16:creationId xmlns:a16="http://schemas.microsoft.com/office/drawing/2014/main" id="{94D11EBB-4C59-4C89-8766-C524994BFF8B}"/>
              </a:ext>
            </a:extLst>
          </p:cNvPr>
          <p:cNvSpPr/>
          <p:nvPr/>
        </p:nvSpPr>
        <p:spPr>
          <a:xfrm>
            <a:off x="490167" y="2109967"/>
            <a:ext cx="1889065" cy="34624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12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الدراسية: </a:t>
            </a:r>
            <a:r>
              <a:rPr lang="ar-DZ" sz="105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AbdoMaster-Medium" panose="02000500030000020004" pitchFamily="50" charset="-78"/>
                <a:ea typeface="GE SS Two Medium" panose="020A0503020102020204" pitchFamily="18" charset="-78"/>
                <a:cs typeface="AbdoMaster-Medium" panose="02000500030000020004" pitchFamily="50" charset="-78"/>
              </a:rPr>
              <a:t>2023/2022</a:t>
            </a:r>
          </a:p>
        </p:txBody>
      </p:sp>
      <p:sp>
        <p:nvSpPr>
          <p:cNvPr id="2" name="مستطيل 27">
            <a:extLst>
              <a:ext uri="{FF2B5EF4-FFF2-40B4-BE49-F238E27FC236}">
                <a16:creationId xmlns:a16="http://schemas.microsoft.com/office/drawing/2014/main" id="{7E71E06D-98B3-4D45-9086-DEDF8F84CABF}"/>
              </a:ext>
            </a:extLst>
          </p:cNvPr>
          <p:cNvSpPr/>
          <p:nvPr/>
        </p:nvSpPr>
        <p:spPr>
          <a:xfrm>
            <a:off x="580418" y="2456216"/>
            <a:ext cx="8740402" cy="226215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يسر أستاذ العلوم الفيزيائية </a:t>
            </a:r>
            <a:r>
              <a:rPr lang="ar-DZ" sz="240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والتكنولوجيا أن يمنح </a:t>
            </a:r>
            <a:b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التلميذ: </a:t>
            </a:r>
            <a:r>
              <a:rPr lang="ar-DZ" sz="24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اسم التلميذ        </a:t>
            </a: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القسم : </a:t>
            </a:r>
            <a:r>
              <a:rPr lang="ar-DZ" sz="2400" dirty="0">
                <a:solidFill>
                  <a:srgbClr val="AF7D32"/>
                </a:soli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السنة الثانية متوسط</a:t>
            </a:r>
            <a:b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</a:b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هذه الشهادة تقديرا للنتائج المتميزة التي حققها خلال الثلاثي الأول </a:t>
            </a:r>
          </a:p>
          <a:p>
            <a:pPr algn="ctr" rtl="1">
              <a:lnSpc>
                <a:spcPct val="150000"/>
              </a:lnSpc>
            </a:pPr>
            <a:r>
              <a:rPr lang="ar-DZ" sz="2400" dirty="0">
                <a:gradFill flip="none" rotWithShape="1">
                  <a:gsLst>
                    <a:gs pos="0">
                      <a:prstClr val="black">
                        <a:lumMod val="75000"/>
                        <a:lumOff val="25000"/>
                        <a:shade val="30000"/>
                        <a:satMod val="115000"/>
                      </a:prstClr>
                    </a:gs>
                    <a:gs pos="50000">
                      <a:prstClr val="black">
                        <a:lumMod val="75000"/>
                        <a:lumOff val="25000"/>
                        <a:shade val="67500"/>
                        <a:satMod val="115000"/>
                      </a:prstClr>
                    </a:gs>
                    <a:gs pos="100000">
                      <a:prstClr val="black">
                        <a:lumMod val="75000"/>
                        <a:lumOff val="25000"/>
                        <a:shade val="100000"/>
                        <a:satMod val="115000"/>
                      </a:prstClr>
                    </a:gs>
                  </a:gsLst>
                  <a:lin ang="5400000" scaled="1"/>
                  <a:tileRect/>
                </a:gradFill>
                <a:latin typeface="GE SS Two Medium" panose="020A0503020102020204" pitchFamily="18" charset="-78"/>
                <a:ea typeface="GE SS Two Medium" panose="020A0503020102020204" pitchFamily="18" charset="-78"/>
                <a:cs typeface="Khalid Art bold" pitchFamily="2" charset="-78"/>
              </a:rPr>
              <a:t>من العام الدراسي: 2023/2022 مع اطيب التمنيات و دوام التفوق</a:t>
            </a:r>
          </a:p>
        </p:txBody>
      </p:sp>
    </p:spTree>
    <p:extLst>
      <p:ext uri="{BB962C8B-B14F-4D97-AF65-F5344CB8AC3E}">
        <p14:creationId xmlns:p14="http://schemas.microsoft.com/office/powerpoint/2010/main" val="407558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63</Words>
  <Application>Microsoft Office PowerPoint</Application>
  <PresentationFormat>A4 Paper (210x297 mm)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AbdoMaster-Medium</vt:lpstr>
      <vt:lpstr>Arial</vt:lpstr>
      <vt:lpstr>Calibri</vt:lpstr>
      <vt:lpstr>Calibri Light</vt:lpstr>
      <vt:lpstr>GE SS Two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</dc:creator>
  <cp:lastModifiedBy>said</cp:lastModifiedBy>
  <cp:revision>40</cp:revision>
  <dcterms:created xsi:type="dcterms:W3CDTF">2020-09-09T11:34:44Z</dcterms:created>
  <dcterms:modified xsi:type="dcterms:W3CDTF">2022-12-09T15:44:17Z</dcterms:modified>
</cp:coreProperties>
</file>