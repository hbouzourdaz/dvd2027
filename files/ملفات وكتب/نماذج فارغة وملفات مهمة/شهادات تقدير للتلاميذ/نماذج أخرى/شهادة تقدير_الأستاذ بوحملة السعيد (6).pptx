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B4C9"/>
    <a:srgbClr val="A5CC32"/>
    <a:srgbClr val="D0DE7C"/>
    <a:srgbClr val="05AAE1"/>
    <a:srgbClr val="E61F75"/>
    <a:srgbClr val="A8662C"/>
    <a:srgbClr val="FBB03B"/>
    <a:srgbClr val="14ACA3"/>
    <a:srgbClr val="EA5479"/>
    <a:srgbClr val="5C1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05C3A2-A652-45D9-8F2C-434EAC768A87}"/>
              </a:ext>
            </a:extLst>
          </p:cNvPr>
          <p:cNvSpPr/>
          <p:nvPr/>
        </p:nvSpPr>
        <p:spPr>
          <a:xfrm>
            <a:off x="6219246" y="5284493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FEF2E-4B69-4287-AE10-A00AA35A6D14}"/>
              </a:ext>
            </a:extLst>
          </p:cNvPr>
          <p:cNvSpPr/>
          <p:nvPr/>
        </p:nvSpPr>
        <p:spPr>
          <a:xfrm>
            <a:off x="929666" y="5279689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EE0BB90F-839A-44DB-8169-35F8E60F0B7E}"/>
              </a:ext>
            </a:extLst>
          </p:cNvPr>
          <p:cNvSpPr/>
          <p:nvPr/>
        </p:nvSpPr>
        <p:spPr>
          <a:xfrm>
            <a:off x="5103181" y="463761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</a:p>
        </p:txBody>
      </p:sp>
      <p:sp>
        <p:nvSpPr>
          <p:cNvPr id="7" name="مستطيل 27">
            <a:extLst>
              <a:ext uri="{FF2B5EF4-FFF2-40B4-BE49-F238E27FC236}">
                <a16:creationId xmlns:a16="http://schemas.microsoft.com/office/drawing/2014/main" id="{A12DD358-AC12-4695-8D8E-55469E4270DF}"/>
              </a:ext>
            </a:extLst>
          </p:cNvPr>
          <p:cNvSpPr/>
          <p:nvPr/>
        </p:nvSpPr>
        <p:spPr>
          <a:xfrm>
            <a:off x="580418" y="2458230"/>
            <a:ext cx="8740402" cy="22621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العلوم الفيزيائية والتكنولوجيا أن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يمنح </a:t>
            </a:r>
            <a:r>
              <a:rPr lang="ar-DZ" sz="2400" dirty="0" err="1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التلميذ:</a:t>
            </a:r>
            <a:r>
              <a:rPr lang="ar-DZ" sz="2400" dirty="0" err="1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التلميذ        </a:t>
            </a: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الثلاثي الأول </a:t>
            </a:r>
          </a:p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العام الدراسي: 2023/2022 مع اطيب التمنيات و دوام التفوق</a:t>
            </a:r>
            <a:endParaRPr lang="ar-DZ" sz="2000" dirty="0">
              <a:solidFill>
                <a:schemeClr val="tx1">
                  <a:lumMod val="95000"/>
                  <a:lumOff val="5000"/>
                </a:schemeClr>
              </a:soli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A70B9F8E-434F-408A-A29D-F163B97DE695}"/>
              </a:ext>
            </a:extLst>
          </p:cNvPr>
          <p:cNvSpPr/>
          <p:nvPr/>
        </p:nvSpPr>
        <p:spPr>
          <a:xfrm>
            <a:off x="346230" y="1991091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63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37</cp:revision>
  <dcterms:created xsi:type="dcterms:W3CDTF">2020-09-09T11:34:44Z</dcterms:created>
  <dcterms:modified xsi:type="dcterms:W3CDTF">2022-12-09T15:45:03Z</dcterms:modified>
</cp:coreProperties>
</file>