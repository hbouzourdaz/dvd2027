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86A2"/>
    <a:srgbClr val="0B97DA"/>
    <a:srgbClr val="A5CC32"/>
    <a:srgbClr val="05AAE1"/>
    <a:srgbClr val="E61F75"/>
    <a:srgbClr val="A8662C"/>
    <a:srgbClr val="FBB03B"/>
    <a:srgbClr val="14ACA3"/>
    <a:srgbClr val="EA5479"/>
    <a:srgbClr val="5C19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4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32BA43-A867-4612-BE57-F398E930F363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41BF9-81E0-4EDB-9245-672ADF82725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96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41BF9-81E0-4EDB-9245-672ADF82725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926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97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06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5408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0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0723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83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478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0438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646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732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109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740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3289B6-CCD7-43CE-886C-1750E049BD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378" y="2"/>
            <a:ext cx="9905995" cy="68579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07785BF-0EB0-4AEE-877D-7D1916E6069E}"/>
              </a:ext>
            </a:extLst>
          </p:cNvPr>
          <p:cNvSpPr/>
          <p:nvPr/>
        </p:nvSpPr>
        <p:spPr>
          <a:xfrm>
            <a:off x="6219246" y="5737254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حرر في : 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D17813-7D80-40D4-9AC5-5B6C5830E5D4}"/>
              </a:ext>
            </a:extLst>
          </p:cNvPr>
          <p:cNvSpPr/>
          <p:nvPr/>
        </p:nvSpPr>
        <p:spPr>
          <a:xfrm>
            <a:off x="929666" y="5732450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fr-FR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 </a:t>
            </a:r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المدير: اسم المدير 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6" name="مستطيل 9">
            <a:extLst>
              <a:ext uri="{FF2B5EF4-FFF2-40B4-BE49-F238E27FC236}">
                <a16:creationId xmlns:a16="http://schemas.microsoft.com/office/drawing/2014/main" id="{9BBEDB84-BA40-4D0E-A425-56BA010F31F1}"/>
              </a:ext>
            </a:extLst>
          </p:cNvPr>
          <p:cNvSpPr/>
          <p:nvPr/>
        </p:nvSpPr>
        <p:spPr>
          <a:xfrm>
            <a:off x="5311790" y="1055818"/>
            <a:ext cx="4572000" cy="765594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وزارة التربية الوطنية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مديرية التربية لولاية 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متوسطة </a:t>
            </a:r>
          </a:p>
        </p:txBody>
      </p:sp>
      <p:sp>
        <p:nvSpPr>
          <p:cNvPr id="7" name="مستطيل 27">
            <a:extLst>
              <a:ext uri="{FF2B5EF4-FFF2-40B4-BE49-F238E27FC236}">
                <a16:creationId xmlns:a16="http://schemas.microsoft.com/office/drawing/2014/main" id="{4D0BCD43-3EA5-44DD-9F75-AEC388BE8BA9}"/>
              </a:ext>
            </a:extLst>
          </p:cNvPr>
          <p:cNvSpPr/>
          <p:nvPr/>
        </p:nvSpPr>
        <p:spPr>
          <a:xfrm>
            <a:off x="1047557" y="2397779"/>
            <a:ext cx="7649182" cy="281615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</a:pP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يسر أستاذ (ة) العلوم الفيزيائية أن يتقدم  بهذه الشهــــــــــــــــادة الشرفيــــــــــــــــــــــــة للتلميذ(ة):</a:t>
            </a:r>
          </a:p>
          <a:p>
            <a:pPr algn="ctr" rtl="1">
              <a:lnSpc>
                <a:spcPct val="150000"/>
              </a:lnSpc>
            </a:pP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أحمد </a:t>
            </a:r>
            <a:r>
              <a:rPr lang="ar-DZ" sz="2400" dirty="0" err="1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أحمد</a:t>
            </a:r>
            <a:endParaRPr lang="ar-DZ" sz="240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5400000" scaled="1"/>
                <a:tileRect/>
              </a:gradFill>
              <a:latin typeface="GE SS Two Medium" panose="020A0503020102020204" pitchFamily="18" charset="-78"/>
              <a:ea typeface="GE SS Two Medium" panose="020A0503020102020204" pitchFamily="18" charset="-78"/>
              <a:cs typeface="Khalid Art bold" pitchFamily="2" charset="-78"/>
            </a:endParaRPr>
          </a:p>
          <a:p>
            <a:pPr algn="ctr" rtl="1">
              <a:lnSpc>
                <a:spcPct val="150000"/>
              </a:lnSpc>
            </a:pP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من قسم .... وذلك لحصوله (هـا) على معدل ......... في مادة العلوم الفيزيائية للفصل الأول من الموسم: 2023/2022</a:t>
            </a:r>
          </a:p>
        </p:txBody>
      </p:sp>
      <p:sp>
        <p:nvSpPr>
          <p:cNvPr id="8" name="مستطيل 28">
            <a:extLst>
              <a:ext uri="{FF2B5EF4-FFF2-40B4-BE49-F238E27FC236}">
                <a16:creationId xmlns:a16="http://schemas.microsoft.com/office/drawing/2014/main" id="{EA31638C-FC9C-4B7D-A509-DFAAD9254702}"/>
              </a:ext>
            </a:extLst>
          </p:cNvPr>
          <p:cNvSpPr/>
          <p:nvPr/>
        </p:nvSpPr>
        <p:spPr>
          <a:xfrm>
            <a:off x="163914" y="1753344"/>
            <a:ext cx="1889065" cy="3462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</a:pPr>
            <a:r>
              <a:rPr lang="ar-DZ" sz="12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السنة الدراسية: </a:t>
            </a:r>
            <a:r>
              <a:rPr lang="ar-DZ" sz="105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AbdoMaster-Medium" panose="02000500030000020004" pitchFamily="50" charset="-78"/>
                <a:ea typeface="GE SS Two Medium" panose="020A0503020102020204" pitchFamily="18" charset="-78"/>
                <a:cs typeface="AbdoMaster-Medium" panose="02000500030000020004" pitchFamily="50" charset="-78"/>
              </a:rPr>
              <a:t>2023/2022</a:t>
            </a:r>
          </a:p>
        </p:txBody>
      </p:sp>
    </p:spTree>
    <p:extLst>
      <p:ext uri="{BB962C8B-B14F-4D97-AF65-F5344CB8AC3E}">
        <p14:creationId xmlns:p14="http://schemas.microsoft.com/office/powerpoint/2010/main" val="4075580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59</Words>
  <Application>Microsoft Office PowerPoint</Application>
  <PresentationFormat>A4 Paper (210x297 mm)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AbdoMaster-Medium</vt:lpstr>
      <vt:lpstr>Arial</vt:lpstr>
      <vt:lpstr>Calibri</vt:lpstr>
      <vt:lpstr>Calibri Light</vt:lpstr>
      <vt:lpstr>GE SS Two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</dc:creator>
  <cp:lastModifiedBy>said</cp:lastModifiedBy>
  <cp:revision>41</cp:revision>
  <dcterms:created xsi:type="dcterms:W3CDTF">2020-09-09T11:34:44Z</dcterms:created>
  <dcterms:modified xsi:type="dcterms:W3CDTF">2022-12-09T15:36:26Z</dcterms:modified>
</cp:coreProperties>
</file>