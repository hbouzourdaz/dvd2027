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CC32"/>
    <a:srgbClr val="05AAE1"/>
    <a:srgbClr val="E61F75"/>
    <a:srgbClr val="A8662C"/>
    <a:srgbClr val="FBB03B"/>
    <a:srgbClr val="14ACA3"/>
    <a:srgbClr val="EA5479"/>
    <a:srgbClr val="5C1982"/>
    <a:srgbClr val="840100"/>
    <a:srgbClr val="CF91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4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32BA43-A867-4612-BE57-F398E930F363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241BF9-81E0-4EDB-9245-672ADF82725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962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241BF9-81E0-4EDB-9245-672ADF82725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2926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097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006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5408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100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0723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837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4786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0438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6460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7329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109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740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3289B6-CCD7-43CE-886C-1750E049BD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378" y="3"/>
            <a:ext cx="9905995" cy="685799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94D1F3C-EAAD-41FA-9B2B-7F50F5F1ABD6}"/>
              </a:ext>
            </a:extLst>
          </p:cNvPr>
          <p:cNvSpPr/>
          <p:nvPr/>
        </p:nvSpPr>
        <p:spPr>
          <a:xfrm>
            <a:off x="6219246" y="5408780"/>
            <a:ext cx="2757088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DZ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حرر في : </a:t>
            </a:r>
            <a:endParaRPr lang="fr-FR" sz="120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cs typeface="Khalid Art bold" pitchFamily="2" charset="-7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4F9EA8-05F5-44EE-8605-9CB905C88CF5}"/>
              </a:ext>
            </a:extLst>
          </p:cNvPr>
          <p:cNvSpPr/>
          <p:nvPr/>
        </p:nvSpPr>
        <p:spPr>
          <a:xfrm>
            <a:off x="929666" y="5403976"/>
            <a:ext cx="2757088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fr-FR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 </a:t>
            </a:r>
            <a:r>
              <a:rPr lang="ar-DZ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المدير: اسم المدير </a:t>
            </a:r>
            <a:endParaRPr lang="fr-FR" sz="120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cs typeface="Khalid Art bold" pitchFamily="2" charset="-78"/>
            </a:endParaRPr>
          </a:p>
        </p:txBody>
      </p:sp>
      <p:sp>
        <p:nvSpPr>
          <p:cNvPr id="6" name="مستطيل 9">
            <a:extLst>
              <a:ext uri="{FF2B5EF4-FFF2-40B4-BE49-F238E27FC236}">
                <a16:creationId xmlns:a16="http://schemas.microsoft.com/office/drawing/2014/main" id="{8FE2D177-9CD9-44FD-9E46-812517DB22BD}"/>
              </a:ext>
            </a:extLst>
          </p:cNvPr>
          <p:cNvSpPr/>
          <p:nvPr/>
        </p:nvSpPr>
        <p:spPr>
          <a:xfrm>
            <a:off x="5039396" y="426991"/>
            <a:ext cx="4572000" cy="996427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الجمهورية الجزائرية الديمقراطية الشعبية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وزارة التربية الوطنية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مديرية التربية لولاية 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متوسطة </a:t>
            </a:r>
          </a:p>
        </p:txBody>
      </p:sp>
      <p:sp>
        <p:nvSpPr>
          <p:cNvPr id="7" name="مستطيل 27">
            <a:extLst>
              <a:ext uri="{FF2B5EF4-FFF2-40B4-BE49-F238E27FC236}">
                <a16:creationId xmlns:a16="http://schemas.microsoft.com/office/drawing/2014/main" id="{57214F34-B414-485B-B976-A8E0762575AE}"/>
              </a:ext>
            </a:extLst>
          </p:cNvPr>
          <p:cNvSpPr/>
          <p:nvPr/>
        </p:nvSpPr>
        <p:spPr>
          <a:xfrm>
            <a:off x="746453" y="2568064"/>
            <a:ext cx="8740402" cy="226215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>
              <a:lnSpc>
                <a:spcPct val="150000"/>
              </a:lnSpc>
            </a:pPr>
            <a:r>
              <a:rPr lang="ar-DZ" sz="24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يسر أستاذ العلوم الفيزيائية والتكنولوجيا أن</a:t>
            </a:r>
            <a:br>
              <a:rPr lang="ar-DZ" sz="24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</a:br>
            <a:r>
              <a:rPr lang="ar-DZ" sz="24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يمنح التلميذ: </a:t>
            </a:r>
            <a:r>
              <a:rPr lang="ar-DZ" sz="2400" dirty="0">
                <a:solidFill>
                  <a:srgbClr val="FF0000"/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اسم التلميذ</a:t>
            </a:r>
            <a:r>
              <a:rPr lang="ar-DZ" sz="2400" dirty="0">
                <a:solidFill>
                  <a:srgbClr val="AF7D32"/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        </a:t>
            </a:r>
            <a:r>
              <a:rPr lang="ar-DZ" sz="24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القسم : </a:t>
            </a:r>
            <a:r>
              <a:rPr lang="ar-DZ" sz="2400" dirty="0">
                <a:solidFill>
                  <a:srgbClr val="FF0000"/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السنة الثانية متوسط</a:t>
            </a:r>
            <a:br>
              <a:rPr lang="ar-DZ" sz="24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</a:br>
            <a:r>
              <a:rPr lang="ar-DZ" sz="24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هذه الشهادة تقديرا للنتائج المتميزة التي حققها خلال الثلاثي الأول </a:t>
            </a:r>
          </a:p>
          <a:p>
            <a:pPr algn="ctr" rtl="1">
              <a:lnSpc>
                <a:spcPct val="150000"/>
              </a:lnSpc>
            </a:pPr>
            <a:r>
              <a:rPr lang="ar-DZ" sz="24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من العام الدراسي: 2023/2022 مع اطيب التمنيات و دوام التفوق</a:t>
            </a:r>
            <a:endParaRPr lang="ar-DZ" sz="2000" dirty="0">
              <a:gradFill flip="none" rotWithShape="1">
                <a:gsLst>
                  <a:gs pos="0">
                    <a:prstClr val="black">
                      <a:lumMod val="75000"/>
                      <a:lumOff val="25000"/>
                      <a:shade val="30000"/>
                      <a:satMod val="115000"/>
                    </a:prstClr>
                  </a:gs>
                  <a:gs pos="50000">
                    <a:prstClr val="black">
                      <a:lumMod val="75000"/>
                      <a:lumOff val="25000"/>
                      <a:shade val="67500"/>
                      <a:satMod val="115000"/>
                    </a:prstClr>
                  </a:gs>
                  <a:gs pos="100000">
                    <a:prstClr val="black">
                      <a:lumMod val="75000"/>
                      <a:lumOff val="25000"/>
                      <a:shade val="100000"/>
                      <a:satMod val="115000"/>
                    </a:prstClr>
                  </a:gs>
                </a:gsLst>
                <a:lin ang="5400000" scaled="1"/>
                <a:tileRect/>
              </a:gradFill>
              <a:latin typeface="GE SS Two Medium" panose="020A0503020102020204" pitchFamily="18" charset="-78"/>
              <a:ea typeface="GE SS Two Medium" panose="020A0503020102020204" pitchFamily="18" charset="-78"/>
              <a:cs typeface="Khalid Art bold" pitchFamily="2" charset="-78"/>
            </a:endParaRPr>
          </a:p>
        </p:txBody>
      </p:sp>
      <p:sp>
        <p:nvSpPr>
          <p:cNvPr id="8" name="مستطيل 28">
            <a:extLst>
              <a:ext uri="{FF2B5EF4-FFF2-40B4-BE49-F238E27FC236}">
                <a16:creationId xmlns:a16="http://schemas.microsoft.com/office/drawing/2014/main" id="{F8B62A89-7852-4AF2-9995-6D504FB6D74F}"/>
              </a:ext>
            </a:extLst>
          </p:cNvPr>
          <p:cNvSpPr/>
          <p:nvPr/>
        </p:nvSpPr>
        <p:spPr>
          <a:xfrm>
            <a:off x="419145" y="2456195"/>
            <a:ext cx="1889065" cy="34624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>
              <a:lnSpc>
                <a:spcPct val="150000"/>
              </a:lnSpc>
            </a:pPr>
            <a:r>
              <a:rPr lang="ar-DZ" sz="12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السنة الدراسية: </a:t>
            </a:r>
            <a:r>
              <a:rPr lang="ar-DZ" sz="105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AbdoMaster-Medium" panose="02000500030000020004" pitchFamily="50" charset="-78"/>
                <a:ea typeface="GE SS Two Medium" panose="020A0503020102020204" pitchFamily="18" charset="-78"/>
                <a:cs typeface="AbdoMaster-Medium" panose="02000500030000020004" pitchFamily="50" charset="-78"/>
              </a:rPr>
              <a:t>2023/2022</a:t>
            </a:r>
          </a:p>
        </p:txBody>
      </p:sp>
    </p:spTree>
    <p:extLst>
      <p:ext uri="{BB962C8B-B14F-4D97-AF65-F5344CB8AC3E}">
        <p14:creationId xmlns:p14="http://schemas.microsoft.com/office/powerpoint/2010/main" val="4075580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63</Words>
  <Application>Microsoft Office PowerPoint</Application>
  <PresentationFormat>A4 Paper (210x297 mm)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AbdoMaster-Medium</vt:lpstr>
      <vt:lpstr>Arial</vt:lpstr>
      <vt:lpstr>Calibri</vt:lpstr>
      <vt:lpstr>Calibri Light</vt:lpstr>
      <vt:lpstr>GE SS Two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</dc:creator>
  <cp:lastModifiedBy>said</cp:lastModifiedBy>
  <cp:revision>36</cp:revision>
  <dcterms:created xsi:type="dcterms:W3CDTF">2020-09-09T11:34:44Z</dcterms:created>
  <dcterms:modified xsi:type="dcterms:W3CDTF">2022-12-09T15:48:04Z</dcterms:modified>
</cp:coreProperties>
</file>