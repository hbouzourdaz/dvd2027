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</p:sldIdLst>
  <p:sldSz cx="9902825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68" d="100"/>
          <a:sy n="68" d="100"/>
        </p:scale>
        <p:origin x="1284" y="7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712" y="1122363"/>
            <a:ext cx="841740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853" y="3602038"/>
            <a:ext cx="74271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384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6020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662" y="1709740"/>
            <a:ext cx="85411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662" y="4589465"/>
            <a:ext cx="85411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17192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819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05" y="1825625"/>
            <a:ext cx="4208701" cy="435133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4817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365127"/>
            <a:ext cx="8541187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10" y="1681163"/>
            <a:ext cx="41893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10" y="2505075"/>
            <a:ext cx="4189358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306" y="1681163"/>
            <a:ext cx="42099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306" y="2505075"/>
            <a:ext cx="4209990" cy="3684588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6523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8635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392446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991" y="987427"/>
            <a:ext cx="501330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35546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09" y="457200"/>
            <a:ext cx="31939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9991" y="987427"/>
            <a:ext cx="501330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09" y="2057400"/>
            <a:ext cx="31939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409566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329086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710" y="365125"/>
            <a:ext cx="2135297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20" y="365125"/>
            <a:ext cx="6282105" cy="5811838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00252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19" y="365127"/>
            <a:ext cx="8541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19" y="1825625"/>
            <a:ext cx="8541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19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DF8F6-C12A-4281-9199-65CF80F1C80A}" type="datetimeFigureOut">
              <a:rPr lang="fr-DZ" smtClean="0"/>
              <a:t>25/11/2018</a:t>
            </a:fld>
            <a:endParaRPr lang="f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311" y="6356352"/>
            <a:ext cx="3342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3870" y="6356352"/>
            <a:ext cx="22281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0C992-8174-4DD7-8FDC-B7168C279F03}" type="slidenum">
              <a:rPr lang="fr-DZ" smtClean="0"/>
              <a:t>‹#›</a:t>
            </a:fld>
            <a:endParaRPr lang="fr-DZ"/>
          </a:p>
        </p:txBody>
      </p:sp>
    </p:spTree>
    <p:extLst>
      <p:ext uri="{BB962C8B-B14F-4D97-AF65-F5344CB8AC3E}">
        <p14:creationId xmlns:p14="http://schemas.microsoft.com/office/powerpoint/2010/main" val="1822180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DB38FD59-1C2E-4867-99E3-73D0CB3B3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902824" cy="6858000"/>
          </a:xfrm>
          <a:prstGeom prst="rect">
            <a:avLst/>
          </a:prstGeom>
        </p:spPr>
      </p:pic>
      <p:sp>
        <p:nvSpPr>
          <p:cNvPr id="3" name="Rectangle 14">
            <a:extLst>
              <a:ext uri="{FF2B5EF4-FFF2-40B4-BE49-F238E27FC236}">
                <a16:creationId xmlns:a16="http://schemas.microsoft.com/office/drawing/2014/main" id="{3D56D6CA-1D6F-4BB1-AF58-43F0A05A9A1E}"/>
              </a:ext>
            </a:extLst>
          </p:cNvPr>
          <p:cNvSpPr/>
          <p:nvPr/>
        </p:nvSpPr>
        <p:spPr>
          <a:xfrm>
            <a:off x="6287830" y="4867657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الأستاذ: اسم الاستاذ</a:t>
            </a:r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39A3D38-3BFB-4194-8E2D-EC37BACF1B0D}"/>
              </a:ext>
            </a:extLst>
          </p:cNvPr>
          <p:cNvSpPr/>
          <p:nvPr/>
        </p:nvSpPr>
        <p:spPr>
          <a:xfrm>
            <a:off x="994050" y="4839521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1BA6E80-E39F-4081-BF0A-F661B95DF825}"/>
              </a:ext>
            </a:extLst>
          </p:cNvPr>
          <p:cNvSpPr/>
          <p:nvPr/>
        </p:nvSpPr>
        <p:spPr>
          <a:xfrm>
            <a:off x="6985485" y="669633"/>
            <a:ext cx="2367957" cy="10156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...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اسم المتوسطة</a:t>
            </a: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A3A5ECB-C5CD-445A-82A2-A3E0CA09B6B2}"/>
              </a:ext>
            </a:extLst>
          </p:cNvPr>
          <p:cNvSpPr/>
          <p:nvPr/>
        </p:nvSpPr>
        <p:spPr>
          <a:xfrm>
            <a:off x="994050" y="1931209"/>
            <a:ext cx="1820873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2019/2018</a:t>
            </a: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C02F569-7CBA-4FBC-A4C9-A21895F888E7}"/>
              </a:ext>
            </a:extLst>
          </p:cNvPr>
          <p:cNvSpPr/>
          <p:nvPr/>
        </p:nvSpPr>
        <p:spPr>
          <a:xfrm>
            <a:off x="613040" y="2397948"/>
            <a:ext cx="8740402" cy="206210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ctr">
              <a:lnSpc>
                <a:spcPct val="200000"/>
              </a:lnSpc>
            </a:pP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الرياضيات: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الأستاذ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 </a:t>
            </a:r>
            <a:r>
              <a:rPr lang="ar-D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أن يمنح التلميذ: </a:t>
            </a:r>
            <a:r>
              <a:rPr lang="ar-DZ" sz="2400" dirty="0">
                <a:solidFill>
                  <a:srgbClr val="C0940A"/>
                </a:solidFill>
                <a:latin typeface="Aljazeera" panose="02000000000000000000" pitchFamily="2" charset="-78"/>
                <a:ea typeface="GE SS Two Medium" panose="020A0503020102020204" pitchFamily="18" charset="-78"/>
                <a:cs typeface="Khalid Art bold" pitchFamily="2" charset="-78"/>
              </a:rPr>
              <a:t>اسم التلميذ</a:t>
            </a:r>
            <a:endParaRPr lang="ar-DZ" sz="2400" dirty="0">
              <a:solidFill>
                <a:schemeClr val="tx1">
                  <a:lumMod val="85000"/>
                  <a:lumOff val="15000"/>
                </a:schemeClr>
              </a:solidFill>
              <a:latin typeface="Aljazeera" panose="02000000000000000000" pitchFamily="2" charset="-78"/>
              <a:ea typeface="GE SS Two Medium" panose="020A0503020102020204" pitchFamily="18" charset="-78"/>
              <a:cs typeface="Khalid Art bold" pitchFamily="2" charset="-78"/>
            </a:endParaRPr>
          </a:p>
          <a:p>
            <a:pPr algn="ctr">
              <a:lnSpc>
                <a:spcPct val="200000"/>
              </a:lnSpc>
            </a:pPr>
            <a:r>
              <a:rPr lang="ar-D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</a:t>
            </a:r>
            <a:r>
              <a:rPr lang="ar-DZ" sz="2000" dirty="0">
                <a:solidFill>
                  <a:srgbClr val="C0940A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عرفانا وتقديرا لتفوقه في اختبار الفصل الثاني .</a:t>
            </a:r>
          </a:p>
          <a:p>
            <a:pPr algn="ctr">
              <a:lnSpc>
                <a:spcPct val="200000"/>
              </a:lnSpc>
            </a:pPr>
            <a:r>
              <a:rPr lang="ar-DZ" sz="2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مع أطيب التمنيات بدوام التفوق.  </a:t>
            </a:r>
          </a:p>
        </p:txBody>
      </p:sp>
    </p:spTree>
    <p:extLst>
      <p:ext uri="{BB962C8B-B14F-4D97-AF65-F5344CB8AC3E}">
        <p14:creationId xmlns:p14="http://schemas.microsoft.com/office/powerpoint/2010/main" val="3424652495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نسق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56</Words>
  <Application>Microsoft Office PowerPoint</Application>
  <PresentationFormat>مخصص</PresentationFormat>
  <Paragraphs>10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8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10" baseType="lpstr">
      <vt:lpstr>AbdoMaster-Medium</vt:lpstr>
      <vt:lpstr>Aljazeera</vt:lpstr>
      <vt:lpstr>Arial</vt:lpstr>
      <vt:lpstr>Calibri</vt:lpstr>
      <vt:lpstr>Calibri Light</vt:lpstr>
      <vt:lpstr>GE SS Two Medium</vt:lpstr>
      <vt:lpstr>Khalid Art bold</vt:lpstr>
      <vt:lpstr>Times New Roman</vt:lpstr>
      <vt:lpstr>نسق Office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hamzahamidimath@hotmail.com</dc:creator>
  <cp:lastModifiedBy>hamzahamidimath@hotmail.com</cp:lastModifiedBy>
  <cp:revision>14</cp:revision>
  <cp:lastPrinted>2018-11-24T15:11:19Z</cp:lastPrinted>
  <dcterms:created xsi:type="dcterms:W3CDTF">2018-11-24T15:07:32Z</dcterms:created>
  <dcterms:modified xsi:type="dcterms:W3CDTF">2018-11-25T16:00:56Z</dcterms:modified>
</cp:coreProperties>
</file>