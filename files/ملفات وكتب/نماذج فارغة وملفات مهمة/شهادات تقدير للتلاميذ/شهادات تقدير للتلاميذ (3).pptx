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9902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68" d="100"/>
          <a:sy n="68" d="100"/>
        </p:scale>
        <p:origin x="1284" y="7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1122363"/>
            <a:ext cx="84174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38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2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2" y="1709740"/>
            <a:ext cx="85411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7192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819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05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481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365127"/>
            <a:ext cx="8541187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10" y="1681163"/>
            <a:ext cx="41893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0" y="2505075"/>
            <a:ext cx="418935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523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8635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244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991" y="987427"/>
            <a:ext cx="50133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355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9991" y="987427"/>
            <a:ext cx="50133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9566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2908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7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20" y="365125"/>
            <a:ext cx="6282105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0252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19" y="365127"/>
            <a:ext cx="8541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19" y="1825625"/>
            <a:ext cx="8541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19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F8F6-C12A-4281-9199-65CF80F1C80A}" type="datetimeFigureOut">
              <a:rPr lang="fr-DZ" smtClean="0"/>
              <a:t>24/11/2018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311" y="6356352"/>
            <a:ext cx="334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3870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8221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11041408-D1A6-4A28-B44E-21DD44CAA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2825" cy="6858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B82CE2A3-7486-4EB4-BC70-50F31A0AE3F2}"/>
              </a:ext>
            </a:extLst>
          </p:cNvPr>
          <p:cNvSpPr/>
          <p:nvPr/>
        </p:nvSpPr>
        <p:spPr>
          <a:xfrm>
            <a:off x="6330033" y="4897098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الأستاذ: اسم الاستاذ</a:t>
            </a:r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980E0ED-5FD7-483F-B746-F415D38D9A80}"/>
              </a:ext>
            </a:extLst>
          </p:cNvPr>
          <p:cNvSpPr/>
          <p:nvPr/>
        </p:nvSpPr>
        <p:spPr>
          <a:xfrm>
            <a:off x="1327270" y="4897098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70BB3C6E-7CF5-437E-9D2F-02B3E0748B5A}"/>
              </a:ext>
            </a:extLst>
          </p:cNvPr>
          <p:cNvSpPr/>
          <p:nvPr/>
        </p:nvSpPr>
        <p:spPr>
          <a:xfrm>
            <a:off x="6953656" y="874455"/>
            <a:ext cx="236795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...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اسم المتوسطة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E1653282-213B-4FB6-82AA-2B3DE768DDCE}"/>
              </a:ext>
            </a:extLst>
          </p:cNvPr>
          <p:cNvSpPr/>
          <p:nvPr/>
        </p:nvSpPr>
        <p:spPr>
          <a:xfrm>
            <a:off x="1035812" y="937695"/>
            <a:ext cx="1792738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2019/2018</a:t>
            </a: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35C6677D-7E1F-4F72-800E-842AC99998BB}"/>
              </a:ext>
            </a:extLst>
          </p:cNvPr>
          <p:cNvSpPr/>
          <p:nvPr/>
        </p:nvSpPr>
        <p:spPr>
          <a:xfrm>
            <a:off x="721887" y="2672677"/>
            <a:ext cx="8740402" cy="206210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الرياضيات: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الأستاذ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 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أن يمنح التلميذ: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  <a:endParaRPr lang="ar-DZ" sz="2400" dirty="0">
              <a:solidFill>
                <a:schemeClr val="tx1">
                  <a:lumMod val="85000"/>
                  <a:lumOff val="15000"/>
                </a:schemeClr>
              </a:solidFill>
              <a:latin typeface="Aljazeera" panose="02000000000000000000" pitchFamily="2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>
              <a:lnSpc>
                <a:spcPct val="200000"/>
              </a:lnSpc>
            </a:pPr>
            <a:r>
              <a:rPr lang="ar-D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</a:t>
            </a:r>
            <a:r>
              <a:rPr lang="ar-DZ" sz="2000" dirty="0">
                <a:solidFill>
                  <a:srgbClr val="C0940A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عرفانا وتقديرا لتفوقه في اختبار الفصل الثاني .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مع أطيب التمنيات بدوام التفوق.  </a:t>
            </a:r>
          </a:p>
        </p:txBody>
      </p:sp>
    </p:spTree>
    <p:extLst>
      <p:ext uri="{BB962C8B-B14F-4D97-AF65-F5344CB8AC3E}">
        <p14:creationId xmlns:p14="http://schemas.microsoft.com/office/powerpoint/2010/main" val="342465249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56</Words>
  <Application>Microsoft Office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AbdoMaster-Medium</vt:lpstr>
      <vt:lpstr>Aljazeera</vt:lpstr>
      <vt:lpstr>Arial</vt:lpstr>
      <vt:lpstr>Calibri</vt:lpstr>
      <vt:lpstr>Calibri Light</vt:lpstr>
      <vt:lpstr>GE SS Two Medium</vt:lpstr>
      <vt:lpstr>Khalid Art bold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hamzahamidimath@hotmail.com</dc:creator>
  <cp:lastModifiedBy>hamzahamidimath@hotmail.com</cp:lastModifiedBy>
  <cp:revision>4</cp:revision>
  <cp:lastPrinted>2018-11-24T15:11:19Z</cp:lastPrinted>
  <dcterms:created xsi:type="dcterms:W3CDTF">2018-11-24T15:07:32Z</dcterms:created>
  <dcterms:modified xsi:type="dcterms:W3CDTF">2018-11-24T16:01:34Z</dcterms:modified>
</cp:coreProperties>
</file>