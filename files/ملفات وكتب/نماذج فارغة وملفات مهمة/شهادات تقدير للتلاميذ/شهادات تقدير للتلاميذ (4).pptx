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9902825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8" d="100"/>
          <a:sy n="68" d="100"/>
        </p:scale>
        <p:origin x="1284" y="7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1122363"/>
            <a:ext cx="84174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384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020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662" y="1709740"/>
            <a:ext cx="85411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7192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819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3305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4817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365127"/>
            <a:ext cx="8541187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110" y="1681163"/>
            <a:ext cx="418935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10" y="2505075"/>
            <a:ext cx="4189358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3306" y="1681163"/>
            <a:ext cx="42099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3306" y="2505075"/>
            <a:ext cx="4209990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5234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8635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9244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991" y="987427"/>
            <a:ext cx="50133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3554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9991" y="987427"/>
            <a:ext cx="50133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9566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32908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7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820" y="365125"/>
            <a:ext cx="6282105" cy="5811838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0252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819" y="365127"/>
            <a:ext cx="85411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819" y="1825625"/>
            <a:ext cx="8541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819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311" y="6356352"/>
            <a:ext cx="3342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3870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82218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4A0623C-EA15-4C29-96C2-7570427F4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2825" cy="6858000"/>
          </a:xfrm>
          <a:prstGeom prst="rect">
            <a:avLst/>
          </a:prstGeom>
        </p:spPr>
      </p:pic>
      <p:sp>
        <p:nvSpPr>
          <p:cNvPr id="4" name="Rectangle 14">
            <a:extLst>
              <a:ext uri="{FF2B5EF4-FFF2-40B4-BE49-F238E27FC236}">
                <a16:creationId xmlns:a16="http://schemas.microsoft.com/office/drawing/2014/main" id="{3D56D6CA-1D6F-4BB1-AF58-43F0A05A9A1E}"/>
              </a:ext>
            </a:extLst>
          </p:cNvPr>
          <p:cNvSpPr/>
          <p:nvPr/>
        </p:nvSpPr>
        <p:spPr>
          <a:xfrm>
            <a:off x="6217493" y="4609240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الأستاذ: اسم الاستاذ</a:t>
            </a:r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39A3D38-3BFB-4194-8E2D-EC37BACF1B0D}"/>
              </a:ext>
            </a:extLst>
          </p:cNvPr>
          <p:cNvSpPr/>
          <p:nvPr/>
        </p:nvSpPr>
        <p:spPr>
          <a:xfrm>
            <a:off x="192195" y="4609239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المديرة: اسم المدير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81BA6E80-E39F-4081-BF0A-F661B95DF825}"/>
              </a:ext>
            </a:extLst>
          </p:cNvPr>
          <p:cNvSpPr/>
          <p:nvPr/>
        </p:nvSpPr>
        <p:spPr>
          <a:xfrm>
            <a:off x="7421583" y="151226"/>
            <a:ext cx="2367957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...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اسم المتوسطة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AA3A5ECB-C5CD-445A-82A2-A3E0CA09B6B2}"/>
              </a:ext>
            </a:extLst>
          </p:cNvPr>
          <p:cNvSpPr/>
          <p:nvPr/>
        </p:nvSpPr>
        <p:spPr>
          <a:xfrm>
            <a:off x="1442832" y="1901017"/>
            <a:ext cx="1778670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2019/2018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8C02F569-7CBA-4FBC-A4C9-A21895F888E7}"/>
              </a:ext>
            </a:extLst>
          </p:cNvPr>
          <p:cNvSpPr/>
          <p:nvPr/>
        </p:nvSpPr>
        <p:spPr>
          <a:xfrm>
            <a:off x="914318" y="2397948"/>
            <a:ext cx="8740402" cy="206210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الرياضيات: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الأستاذ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 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أن يمنح التلميذ: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التلميذ</a:t>
            </a:r>
            <a:endParaRPr lang="ar-DZ" sz="2400" dirty="0">
              <a:solidFill>
                <a:schemeClr val="tx1">
                  <a:lumMod val="85000"/>
                  <a:lumOff val="15000"/>
                </a:schemeClr>
              </a:solidFill>
              <a:latin typeface="Aljazeera" panose="02000000000000000000" pitchFamily="2" charset="-78"/>
              <a:ea typeface="GE SS Two Medium" panose="020A0503020102020204" pitchFamily="18" charset="-78"/>
              <a:cs typeface="Khalid Art bold" pitchFamily="2" charset="-78"/>
            </a:endParaRPr>
          </a:p>
          <a:p>
            <a:pPr algn="ctr">
              <a:lnSpc>
                <a:spcPct val="200000"/>
              </a:lnSpc>
            </a:pPr>
            <a:r>
              <a:rPr lang="ar-D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</a:t>
            </a:r>
            <a:r>
              <a:rPr lang="ar-DZ" sz="2000" dirty="0">
                <a:solidFill>
                  <a:srgbClr val="C0940A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عرفانا وتقديرا لتفوقه في اختبار الفصل الثاني .</a:t>
            </a:r>
          </a:p>
          <a:p>
            <a:pPr algn="ctr">
              <a:lnSpc>
                <a:spcPct val="200000"/>
              </a:lnSpc>
            </a:pP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مع أطيب التمنيات بدوام التفوق.  </a:t>
            </a:r>
          </a:p>
        </p:txBody>
      </p:sp>
    </p:spTree>
    <p:extLst>
      <p:ext uri="{BB962C8B-B14F-4D97-AF65-F5344CB8AC3E}">
        <p14:creationId xmlns:p14="http://schemas.microsoft.com/office/powerpoint/2010/main" val="342465249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56</Words>
  <Application>Microsoft Office PowerPoint</Application>
  <PresentationFormat>مخصص</PresentationFormat>
  <Paragraphs>10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10" baseType="lpstr">
      <vt:lpstr>AbdoMaster-Medium</vt:lpstr>
      <vt:lpstr>Aljazeera</vt:lpstr>
      <vt:lpstr>Arial</vt:lpstr>
      <vt:lpstr>Calibri</vt:lpstr>
      <vt:lpstr>Calibri Light</vt:lpstr>
      <vt:lpstr>GE SS Two Medium</vt:lpstr>
      <vt:lpstr>Khalid Art bold</vt:lpstr>
      <vt:lpstr>Times New Roman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hamzahamidimath@hotmail.com</dc:creator>
  <cp:lastModifiedBy>hamzahamidimath@hotmail.com</cp:lastModifiedBy>
  <cp:revision>5</cp:revision>
  <cp:lastPrinted>2018-11-24T15:11:19Z</cp:lastPrinted>
  <dcterms:created xsi:type="dcterms:W3CDTF">2018-11-24T15:07:32Z</dcterms:created>
  <dcterms:modified xsi:type="dcterms:W3CDTF">2018-11-24T16:19:43Z</dcterms:modified>
</cp:coreProperties>
</file>