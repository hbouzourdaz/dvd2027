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embeddedFontLst>
    <p:embeddedFont>
      <p:font typeface="beIN Normal " panose="02000000000000000000" pitchFamily="2" charset="-78"/>
      <p:regular r:id="rId31"/>
    </p:embeddedFont>
    <p:embeddedFont>
      <p:font typeface="Raleway" panose="020B0604020202020204" charset="0"/>
      <p:regular r:id="rId32"/>
      <p:bold r:id="rId33"/>
      <p:italic r:id="rId34"/>
      <p:boldItalic r:id="rId35"/>
    </p:embeddedFont>
    <p:embeddedFont>
      <p:font typeface="Merriweather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94B5C0-3082-4B90-BFFA-B4FDD14C136A}">
  <a:tblStyle styleId="{4194B5C0-3082-4B90-BFFA-B4FDD14C13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391553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037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17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394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559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044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044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017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9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321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2496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109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540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064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138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038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7071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622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819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877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563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9935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Shape 2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698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902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Shape 2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1897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Shape 2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703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61694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1615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Shape 5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19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5F1E0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100" y="3440900"/>
            <a:ext cx="9144000" cy="3417000"/>
          </a:xfrm>
          <a:prstGeom prst="rect">
            <a:avLst/>
          </a:prstGeom>
          <a:solidFill>
            <a:srgbClr val="A8122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" name="Shape 10"/>
          <p:cNvSpPr/>
          <p:nvPr/>
        </p:nvSpPr>
        <p:spPr>
          <a:xfrm>
            <a:off x="1880400" y="2382450"/>
            <a:ext cx="5383200" cy="2093100"/>
          </a:xfrm>
          <a:prstGeom prst="rect">
            <a:avLst/>
          </a:prstGeom>
          <a:noFill/>
          <a:ln w="19050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1944450" y="2441850"/>
            <a:ext cx="5255100" cy="1974300"/>
          </a:xfrm>
          <a:prstGeom prst="rect">
            <a:avLst/>
          </a:prstGeom>
          <a:solidFill>
            <a:srgbClr val="222222"/>
          </a:solidFill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100" y="3440900"/>
            <a:ext cx="9144000" cy="34170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48150" y="2830500"/>
            <a:ext cx="7847700" cy="11970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685800" y="2862150"/>
            <a:ext cx="7772400" cy="11337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2400"/>
            </a:lvl1pPr>
            <a:lvl2pPr lvl="1" algn="ctr" rtl="0">
              <a:spcBef>
                <a:spcPts val="0"/>
              </a:spcBef>
              <a:buSzPct val="100000"/>
              <a:defRPr sz="2400"/>
            </a:lvl2pPr>
            <a:lvl3pPr lvl="2" algn="ctr" rtl="0">
              <a:spcBef>
                <a:spcPts val="0"/>
              </a:spcBef>
              <a:buSzPct val="100000"/>
              <a:defRPr sz="2400"/>
            </a:lvl3pPr>
            <a:lvl4pPr lvl="3" algn="ctr" rtl="0">
              <a:spcBef>
                <a:spcPts val="0"/>
              </a:spcBef>
              <a:buSzPct val="100000"/>
              <a:defRPr sz="2400"/>
            </a:lvl4pPr>
            <a:lvl5pPr lvl="4" algn="ctr" rtl="0">
              <a:spcBef>
                <a:spcPts val="0"/>
              </a:spcBef>
              <a:buSzPct val="100000"/>
              <a:defRPr sz="2400"/>
            </a:lvl5pPr>
            <a:lvl6pPr lvl="5" algn="ctr" rtl="0">
              <a:spcBef>
                <a:spcPts val="0"/>
              </a:spcBef>
              <a:buSzPct val="100000"/>
              <a:defRPr sz="2400"/>
            </a:lvl6pPr>
            <a:lvl7pPr lvl="6" algn="ctr" rtl="0">
              <a:spcBef>
                <a:spcPts val="0"/>
              </a:spcBef>
              <a:buSzPct val="100000"/>
              <a:defRPr sz="2400"/>
            </a:lvl7pPr>
            <a:lvl8pPr lvl="7" algn="ctr" rtl="0">
              <a:spcBef>
                <a:spcPts val="0"/>
              </a:spcBef>
              <a:buSzPct val="100000"/>
              <a:defRPr sz="2400"/>
            </a:lvl8pPr>
            <a:lvl9pPr lvl="8" algn="ctr" rtl="0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685800" y="4196813"/>
            <a:ext cx="7772400" cy="104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A8122A"/>
              </a:buClr>
              <a:buSzPct val="100000"/>
              <a:buFont typeface="Merriweather"/>
              <a:buNone/>
              <a:defRPr sz="1800"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buClr>
                <a:srgbClr val="A8122A"/>
              </a:buClr>
              <a:buSzPct val="100000"/>
              <a:buFont typeface="Merriweather"/>
              <a:buNone/>
              <a:defRPr sz="1800"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buClr>
                <a:srgbClr val="A8122A"/>
              </a:buClr>
              <a:buSzPct val="100000"/>
              <a:buFont typeface="Merriweather"/>
              <a:buNone/>
              <a:defRPr sz="1800"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buClr>
                <a:srgbClr val="A8122A"/>
              </a:buClr>
              <a:buFont typeface="Merriweather"/>
              <a:buNone/>
              <a:defRPr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buClr>
                <a:srgbClr val="A8122A"/>
              </a:buClr>
              <a:buFont typeface="Merriweather"/>
              <a:buNone/>
              <a:defRPr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buClr>
                <a:srgbClr val="A8122A"/>
              </a:buClr>
              <a:buFont typeface="Merriweather"/>
              <a:buNone/>
              <a:defRPr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buClr>
                <a:srgbClr val="A8122A"/>
              </a:buClr>
              <a:buFont typeface="Merriweather"/>
              <a:buNone/>
              <a:defRPr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buClr>
                <a:srgbClr val="A8122A"/>
              </a:buClr>
              <a:buFont typeface="Merriweather"/>
              <a:buNone/>
              <a:defRPr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buClr>
                <a:srgbClr val="A8122A"/>
              </a:buClr>
              <a:buFont typeface="Merriweather"/>
              <a:buNone/>
              <a:defRPr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bg>
      <p:bgPr>
        <a:solidFill>
          <a:srgbClr val="22222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100" y="0"/>
            <a:ext cx="9144000" cy="2188200"/>
          </a:xfrm>
          <a:prstGeom prst="rect">
            <a:avLst/>
          </a:prstGeom>
          <a:solidFill>
            <a:srgbClr val="A8122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" name="Shape 19"/>
          <p:cNvSpPr/>
          <p:nvPr/>
        </p:nvSpPr>
        <p:spPr>
          <a:xfrm>
            <a:off x="4073400" y="1696213"/>
            <a:ext cx="997200" cy="997200"/>
          </a:xfrm>
          <a:prstGeom prst="rect">
            <a:avLst/>
          </a:prstGeom>
          <a:noFill/>
          <a:ln w="9525" cap="flat" cmpd="sng">
            <a:solidFill>
              <a:srgbClr val="F5F1E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" name="Shape 20"/>
          <p:cNvSpPr/>
          <p:nvPr/>
        </p:nvSpPr>
        <p:spPr>
          <a:xfrm>
            <a:off x="4135950" y="1758763"/>
            <a:ext cx="872100" cy="8721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1568100" y="2882400"/>
            <a:ext cx="6007800" cy="1093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Font typeface="Merriweather"/>
              <a:defRPr i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3593400" y="1727625"/>
            <a:ext cx="1957200" cy="871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9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100" y="0"/>
            <a:ext cx="9144000" cy="10623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Shape 25"/>
          <p:cNvSpPr/>
          <p:nvPr/>
        </p:nvSpPr>
        <p:spPr>
          <a:xfrm>
            <a:off x="1765350" y="697300"/>
            <a:ext cx="5613300" cy="7293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57200" y="1871075"/>
            <a:ext cx="8229600" cy="4696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57200" y="1863150"/>
            <a:ext cx="3994500" cy="4704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2"/>
          </p:nvPr>
        </p:nvSpPr>
        <p:spPr>
          <a:xfrm>
            <a:off x="4692274" y="1863150"/>
            <a:ext cx="3994500" cy="4704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100" y="0"/>
            <a:ext cx="9144000" cy="10623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" name="Shape 32"/>
          <p:cNvSpPr/>
          <p:nvPr/>
        </p:nvSpPr>
        <p:spPr>
          <a:xfrm>
            <a:off x="1765350" y="697300"/>
            <a:ext cx="5613300" cy="7293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457200" y="1950375"/>
            <a:ext cx="2631900" cy="4617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3223964" y="1950375"/>
            <a:ext cx="2631900" cy="4617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3"/>
          </p:nvPr>
        </p:nvSpPr>
        <p:spPr>
          <a:xfrm>
            <a:off x="5990727" y="1950375"/>
            <a:ext cx="2631900" cy="4617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100" y="0"/>
            <a:ext cx="9144000" cy="10623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" name="Shape 39"/>
          <p:cNvSpPr/>
          <p:nvPr/>
        </p:nvSpPr>
        <p:spPr>
          <a:xfrm>
            <a:off x="1765350" y="697300"/>
            <a:ext cx="5613300" cy="7293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100" y="0"/>
            <a:ext cx="9144000" cy="10623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" name="Shape 43"/>
          <p:cNvSpPr/>
          <p:nvPr/>
        </p:nvSpPr>
        <p:spPr>
          <a:xfrm>
            <a:off x="1765350" y="697300"/>
            <a:ext cx="5613300" cy="7293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100" y="5795700"/>
            <a:ext cx="9144000" cy="1062300"/>
          </a:xfrm>
          <a:prstGeom prst="rect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457200" y="5795700"/>
            <a:ext cx="8229600" cy="1062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360"/>
              </a:spcBef>
              <a:buClr>
                <a:srgbClr val="A8122A"/>
              </a:buClr>
              <a:buSzPct val="100000"/>
              <a:buFont typeface="Merriweather"/>
              <a:buNone/>
              <a:defRPr sz="1400" i="1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light">
    <p:bg>
      <p:bgPr>
        <a:solidFill>
          <a:srgbClr val="F5F1E0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450900" y="438000"/>
            <a:ext cx="8242200" cy="59820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" name="Shape 50"/>
          <p:cNvSpPr/>
          <p:nvPr/>
        </p:nvSpPr>
        <p:spPr>
          <a:xfrm>
            <a:off x="528600" y="519300"/>
            <a:ext cx="8086800" cy="5819400"/>
          </a:xfrm>
          <a:prstGeom prst="rect">
            <a:avLst/>
          </a:prstGeom>
          <a:noFill/>
          <a:ln w="2857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22222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450900" y="438000"/>
            <a:ext cx="8242200" cy="5982000"/>
          </a:xfrm>
          <a:prstGeom prst="rect">
            <a:avLst/>
          </a:prstGeom>
          <a:noFill/>
          <a:ln w="9525" cap="flat" cmpd="sng">
            <a:solidFill>
              <a:srgbClr val="F5F1E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>
            <a:off x="528600" y="519300"/>
            <a:ext cx="8086800" cy="5819400"/>
          </a:xfrm>
          <a:prstGeom prst="rect">
            <a:avLst/>
          </a:prstGeom>
          <a:noFill/>
          <a:ln w="28575" cap="flat" cmpd="sng">
            <a:solidFill>
              <a:srgbClr val="F5F1E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buFont typeface="Merriweather"/>
              <a:buNone/>
              <a:defRPr sz="1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222222"/>
              </a:buClr>
              <a:buSzPct val="100000"/>
              <a:buFont typeface="Raleway"/>
              <a:buChar char="◉"/>
              <a:defRPr sz="2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480"/>
              </a:spcBef>
              <a:buClr>
                <a:srgbClr val="222222"/>
              </a:buClr>
              <a:buSzPct val="100000"/>
              <a:buFont typeface="Raleway"/>
              <a:buChar char="○"/>
              <a:defRPr sz="20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480"/>
              </a:spcBef>
              <a:buClr>
                <a:srgbClr val="222222"/>
              </a:buClr>
              <a:buSzPct val="100000"/>
              <a:buFont typeface="Raleway"/>
              <a:buChar char="■"/>
              <a:defRPr sz="20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360"/>
              </a:spcBef>
              <a:buClr>
                <a:srgbClr val="222222"/>
              </a:buClr>
              <a:buSzPct val="100000"/>
              <a:buFont typeface="Raleway"/>
              <a:buChar char="●"/>
              <a:defRPr sz="1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360"/>
              </a:spcBef>
              <a:buClr>
                <a:srgbClr val="222222"/>
              </a:buClr>
              <a:buSzPct val="100000"/>
              <a:buFont typeface="Raleway"/>
              <a:buChar char="○"/>
              <a:defRPr sz="1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360"/>
              </a:spcBef>
              <a:buClr>
                <a:srgbClr val="222222"/>
              </a:buClr>
              <a:buSzPct val="100000"/>
              <a:buFont typeface="Raleway"/>
              <a:buChar char="■"/>
              <a:defRPr sz="1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360"/>
              </a:spcBef>
              <a:buClr>
                <a:srgbClr val="222222"/>
              </a:buClr>
              <a:buSzPct val="100000"/>
              <a:buFont typeface="Raleway"/>
              <a:buChar char="●"/>
              <a:defRPr sz="1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360"/>
              </a:spcBef>
              <a:buClr>
                <a:srgbClr val="222222"/>
              </a:buClr>
              <a:buSzPct val="100000"/>
              <a:buFont typeface="Raleway"/>
              <a:buChar char="○"/>
              <a:defRPr sz="1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360"/>
              </a:spcBef>
              <a:buClr>
                <a:srgbClr val="222222"/>
              </a:buClr>
              <a:buSzPct val="100000"/>
              <a:buFont typeface="Raleway"/>
              <a:buChar char="■"/>
              <a:defRPr sz="1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#slide=id.g35ed75ccf_0141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creativecommons.org/licenses/by/4.0/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heets/about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unsplash.com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fonts#UsePlace:use/Collection:Merriweather:400,400italic,700,700italic%7CRaleway:400,700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ctrTitle"/>
          </p:nvPr>
        </p:nvSpPr>
        <p:spPr>
          <a:xfrm>
            <a:off x="218364" y="2292825"/>
            <a:ext cx="8734567" cy="22518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91425" tIns="91425" rIns="91425" bIns="91425" anchor="ctr" anchorCtr="0">
            <a:noAutofit/>
          </a:bodyPr>
          <a:lstStyle/>
          <a:p>
            <a:pPr rtl="1"/>
            <a:r>
              <a:rPr lang="ar-DZ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  <a:t>قراءة </a:t>
            </a:r>
            <a:r>
              <a:rPr lang="ar-DZ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  <a:t>في منهاج الطور الثاني من التعليم المتوسط</a:t>
            </a:r>
            <a:r>
              <a:rPr lang="ar-DZ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  <a:t/>
            </a:r>
            <a:br>
              <a:rPr lang="ar-DZ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</a:br>
            <a:r>
              <a:rPr lang="ar-DZ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  <a:t>18 سبتمبر </a:t>
            </a:r>
            <a:r>
              <a:rPr lang="ar-DZ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  <a:t>2017</a:t>
            </a:r>
            <a:endParaRPr lang="en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eIN Normal " panose="02000000000000000000" pitchFamily="2" charset="-78"/>
              <a:cs typeface="beIN Normal " panose="02000000000000000000" pitchFamily="2" charset="-78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830825" y="4410728"/>
            <a:ext cx="7902052" cy="197642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1"/>
            <a:endParaRPr lang="ar-DZ" sz="1800" b="1" dirty="0" smtClean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56596" y="95535"/>
            <a:ext cx="429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IN Normal " panose="02000000000000000000" pitchFamily="2" charset="-78"/>
                <a:cs typeface="beIN Normal " panose="02000000000000000000" pitchFamily="2" charset="-78"/>
              </a:rPr>
              <a:t>متوسطة القيزي بن زيان بحاسي بحبح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About this template</a:t>
            </a:r>
          </a:p>
        </p:txBody>
      </p:sp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Instructions for use</a:t>
            </a:r>
          </a:p>
        </p:txBody>
      </p:sp>
      <p:sp>
        <p:nvSpPr>
          <p:cNvPr id="65" name="Shape 65"/>
          <p:cNvSpPr txBox="1"/>
          <p:nvPr/>
        </p:nvSpPr>
        <p:spPr>
          <a:xfrm>
            <a:off x="457200" y="2416350"/>
            <a:ext cx="3776700" cy="2207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600"/>
              </a:spcBef>
              <a:buNone/>
            </a:pPr>
            <a:r>
              <a:rPr lang="en" b="1" dirty="0">
                <a:solidFill>
                  <a:srgbClr val="A8122A"/>
                </a:solidFill>
                <a:latin typeface="Raleway"/>
                <a:ea typeface="Raleway"/>
                <a:cs typeface="Raleway"/>
                <a:sym typeface="Raleway"/>
              </a:rPr>
              <a:t>EDIT IN GOOGLE SLIDES</a:t>
            </a:r>
          </a:p>
          <a:p>
            <a:pPr lvl="0" rtl="0">
              <a:spcBef>
                <a:spcPts val="600"/>
              </a:spcBef>
              <a:buClr>
                <a:schemeClr val="dk1"/>
              </a:buClr>
              <a:buFont typeface="Arial"/>
              <a:buNone/>
            </a:pPr>
            <a:r>
              <a:rPr lang="en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Click on the button under the presentation preview that says "Use as Google Slides Theme".</a:t>
            </a:r>
          </a:p>
          <a:p>
            <a:pPr lvl="0" rtl="0">
              <a:spcBef>
                <a:spcPts val="600"/>
              </a:spcBef>
              <a:buClr>
                <a:schemeClr val="dk1"/>
              </a:buClr>
              <a:buFont typeface="Arial"/>
              <a:buNone/>
            </a:pPr>
            <a:r>
              <a:rPr lang="en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You will get a copy of this document on your Google Drive and will be able to edit, add or delete slides.</a:t>
            </a:r>
          </a:p>
          <a:p>
            <a:pPr lvl="0" rtl="0">
              <a:spcBef>
                <a:spcPts val="600"/>
              </a:spcBef>
              <a:buClr>
                <a:schemeClr val="dk1"/>
              </a:buClr>
              <a:buFont typeface="Arial"/>
              <a:buNone/>
            </a:pPr>
            <a:r>
              <a:rPr lang="en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You have to be signed in to your Google account.</a:t>
            </a:r>
          </a:p>
          <a:p>
            <a:pPr lvl="0" rtl="0">
              <a:spcBef>
                <a:spcPts val="600"/>
              </a:spcBef>
              <a:buNone/>
            </a:pPr>
            <a:endParaRPr dirty="0"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" name="Shape 66"/>
          <p:cNvSpPr txBox="1"/>
          <p:nvPr/>
        </p:nvSpPr>
        <p:spPr>
          <a:xfrm>
            <a:off x="4744975" y="2416350"/>
            <a:ext cx="3941700" cy="2207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600"/>
              </a:spcBef>
              <a:buNone/>
            </a:pPr>
            <a:r>
              <a:rPr lang="en" b="1" dirty="0">
                <a:solidFill>
                  <a:srgbClr val="A8122A"/>
                </a:solidFill>
                <a:latin typeface="Raleway"/>
                <a:ea typeface="Raleway"/>
                <a:cs typeface="Raleway"/>
                <a:sym typeface="Raleway"/>
              </a:rPr>
              <a:t>EDIT IN POWERPOINT®</a:t>
            </a:r>
          </a:p>
          <a:p>
            <a:pPr lvl="0" rtl="0">
              <a:spcBef>
                <a:spcPts val="600"/>
              </a:spcBef>
              <a:buNone/>
            </a:pPr>
            <a:r>
              <a:rPr lang="en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Click on the button under the presentation preview that says "Download as PowerPoint template". You will get a .pptx file that you can edit in PowerPoint. </a:t>
            </a:r>
          </a:p>
          <a:p>
            <a:pPr lvl="0" rtl="0">
              <a:spcBef>
                <a:spcPts val="600"/>
              </a:spcBef>
              <a:buNone/>
            </a:pPr>
            <a:r>
              <a:rPr lang="en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Remember to download and install the fonts used in this presentation (you’ll find the links to the font files needed in the </a:t>
            </a:r>
            <a:r>
              <a:rPr lang="en" u="sng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Presentation design slide</a:t>
            </a:r>
            <a:r>
              <a:rPr lang="en" dirty="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457200" y="5429925"/>
            <a:ext cx="8229600" cy="826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b="1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More info on how to use this template at </a:t>
            </a:r>
            <a:r>
              <a:rPr lang="en" sz="1200" b="1" u="sng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www.slidescarnival.com/help-use-presentation-template</a:t>
            </a:r>
          </a:p>
          <a:p>
            <a:pPr lvl="0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This template is free to use under </a:t>
            </a:r>
            <a:r>
              <a:rPr lang="en" sz="1200" u="sng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Creative Commons Attribution license</a:t>
            </a:r>
            <a:r>
              <a:rPr lang="en" sz="12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. You can keep the Credits slide or mention SlidesCarnival and other resources used in a slide footer.</a:t>
            </a:r>
          </a:p>
          <a:p>
            <a:pPr lvl="0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ctrTitle" idx="4294967295"/>
          </p:nvPr>
        </p:nvSpPr>
        <p:spPr>
          <a:xfrm>
            <a:off x="685800" y="1413975"/>
            <a:ext cx="7772400" cy="9369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>
                <a:solidFill>
                  <a:srgbClr val="A8122A"/>
                </a:solidFill>
              </a:rPr>
              <a:t>Hello!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subTitle" idx="4294967295"/>
          </p:nvPr>
        </p:nvSpPr>
        <p:spPr>
          <a:xfrm>
            <a:off x="685800" y="2186550"/>
            <a:ext cx="7772400" cy="104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3600" b="1"/>
              <a:t>I AM JAYDEN SMITH</a:t>
            </a:r>
          </a:p>
        </p:txBody>
      </p:sp>
      <p:sp>
        <p:nvSpPr>
          <p:cNvPr id="74" name="Shape 74"/>
          <p:cNvSpPr txBox="1">
            <a:spLocks noGrp="1"/>
          </p:cNvSpPr>
          <p:nvPr>
            <p:ph type="body" idx="4294967295"/>
          </p:nvPr>
        </p:nvSpPr>
        <p:spPr>
          <a:xfrm>
            <a:off x="685800" y="3826225"/>
            <a:ext cx="7772400" cy="222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I am here because I love to give presentations. </a:t>
            </a:r>
          </a:p>
          <a:p>
            <a:pPr lvl="0" algn="ctr" rtl="0">
              <a:spcBef>
                <a:spcPts val="0"/>
              </a:spcBef>
              <a:buNone/>
            </a:pPr>
            <a:endParaRPr sz="1800"/>
          </a:p>
          <a:p>
            <a:pPr lvl="0" algn="ctr" rtl="0">
              <a:spcBef>
                <a:spcPts val="0"/>
              </a:spcBef>
              <a:buNone/>
            </a:pPr>
            <a:r>
              <a:rPr lang="en" sz="1800"/>
              <a:t>You can find me at:</a:t>
            </a:r>
          </a:p>
          <a:p>
            <a:pPr lvl="0" algn="ctr">
              <a:spcBef>
                <a:spcPts val="0"/>
              </a:spcBef>
              <a:buNone/>
            </a:pPr>
            <a:r>
              <a:rPr lang="en" sz="1800"/>
              <a:t>@username</a:t>
            </a:r>
          </a:p>
        </p:txBody>
      </p:sp>
      <p:pic>
        <p:nvPicPr>
          <p:cNvPr id="75" name="Shape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000" y="338872"/>
            <a:ext cx="1164000" cy="1164000"/>
          </a:xfrm>
          <a:prstGeom prst="diamond">
            <a:avLst/>
          </a:prstGeom>
          <a:noFill/>
          <a:ln w="38100" cap="flat" cmpd="sng">
            <a:solidFill>
              <a:srgbClr val="F5F1E0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76" name="Shape 76"/>
          <p:cNvCxnSpPr/>
          <p:nvPr/>
        </p:nvCxnSpPr>
        <p:spPr>
          <a:xfrm>
            <a:off x="3927600" y="3429000"/>
            <a:ext cx="1288800" cy="0"/>
          </a:xfrm>
          <a:prstGeom prst="straightConnector1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7" name="Shape 77"/>
          <p:cNvSpPr/>
          <p:nvPr/>
        </p:nvSpPr>
        <p:spPr>
          <a:xfrm>
            <a:off x="4529400" y="3386400"/>
            <a:ext cx="85200" cy="85200"/>
          </a:xfrm>
          <a:prstGeom prst="diamond">
            <a:avLst/>
          </a:prstGeom>
          <a:solidFill>
            <a:srgbClr val="2222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ctrTitle"/>
          </p:nvPr>
        </p:nvSpPr>
        <p:spPr>
          <a:xfrm>
            <a:off x="685800" y="2862150"/>
            <a:ext cx="7772400" cy="1133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1.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Transition headline</a:t>
            </a:r>
          </a:p>
        </p:txBody>
      </p:sp>
      <p:sp>
        <p:nvSpPr>
          <p:cNvPr id="83" name="Shape 83"/>
          <p:cNvSpPr txBox="1">
            <a:spLocks noGrp="1"/>
          </p:cNvSpPr>
          <p:nvPr>
            <p:ph type="subTitle" idx="1"/>
          </p:nvPr>
        </p:nvSpPr>
        <p:spPr>
          <a:xfrm>
            <a:off x="685800" y="4196813"/>
            <a:ext cx="7772400" cy="104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Let’s start with the first set of 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568100" y="2882400"/>
            <a:ext cx="6007800" cy="1093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Quotations are commonly printed as a means of inspiration and to invoke philosophical thoughts from the reader.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This is a slide title</a:t>
            </a:r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871075"/>
            <a:ext cx="8229600" cy="4696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Here you have a list of items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And some text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But remember not to overload your slides with content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>
              <a:spcBef>
                <a:spcPts val="0"/>
              </a:spcBef>
              <a:buNone/>
            </a:pPr>
            <a:r>
              <a:rPr lang="en"/>
              <a:t>Your audience will listen to you or read the content, but won’t do both.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ctrTitle" idx="4294967295"/>
          </p:nvPr>
        </p:nvSpPr>
        <p:spPr>
          <a:xfrm>
            <a:off x="1442100" y="3025525"/>
            <a:ext cx="6259800" cy="15465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6000" b="1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BIG CONCEPT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subTitle" idx="4294967295"/>
          </p:nvPr>
        </p:nvSpPr>
        <p:spPr>
          <a:xfrm>
            <a:off x="1442100" y="4396348"/>
            <a:ext cx="6259800" cy="104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A8122A"/>
                </a:solidFill>
                <a:latin typeface="Merriweather"/>
                <a:ea typeface="Merriweather"/>
                <a:cs typeface="Merriweather"/>
                <a:sym typeface="Merriweather"/>
              </a:rPr>
              <a:t>Bring the attention of your audience over a key concept using icons or illustrations</a:t>
            </a:r>
          </a:p>
        </p:txBody>
      </p:sp>
      <p:sp>
        <p:nvSpPr>
          <p:cNvPr id="101" name="Shape 101"/>
          <p:cNvSpPr/>
          <p:nvPr/>
        </p:nvSpPr>
        <p:spPr>
          <a:xfrm>
            <a:off x="3125100" y="259400"/>
            <a:ext cx="2893800" cy="2893800"/>
          </a:xfrm>
          <a:prstGeom prst="diamond">
            <a:avLst/>
          </a:prstGeom>
          <a:solidFill>
            <a:srgbClr val="222222"/>
          </a:solidFill>
          <a:ln w="38100" cap="flat" cmpd="sng">
            <a:solidFill>
              <a:srgbClr val="F5F1E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102" name="Shape 102"/>
          <p:cNvGrpSpPr/>
          <p:nvPr/>
        </p:nvGrpSpPr>
        <p:grpSpPr>
          <a:xfrm>
            <a:off x="4128476" y="1233755"/>
            <a:ext cx="887048" cy="945101"/>
            <a:chOff x="5970800" y="1619250"/>
            <a:chExt cx="428650" cy="456725"/>
          </a:xfrm>
        </p:grpSpPr>
        <p:sp>
          <p:nvSpPr>
            <p:cNvPr id="103" name="Shape 103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457200" y="1863150"/>
            <a:ext cx="3994500" cy="4704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WHITE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color of milk and fresh snow, the color produced by the combination of all the colors of the visible spectrum.</a:t>
            </a:r>
          </a:p>
        </p:txBody>
      </p:sp>
      <p:sp>
        <p:nvSpPr>
          <p:cNvPr id="113" name="Shape 113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You can also split your content</a:t>
            </a:r>
          </a:p>
        </p:txBody>
      </p:sp>
      <p:sp>
        <p:nvSpPr>
          <p:cNvPr id="114" name="Shape 114"/>
          <p:cNvSpPr txBox="1">
            <a:spLocks noGrp="1"/>
          </p:cNvSpPr>
          <p:nvPr>
            <p:ph type="body" idx="2"/>
          </p:nvPr>
        </p:nvSpPr>
        <p:spPr>
          <a:xfrm>
            <a:off x="4692274" y="1863150"/>
            <a:ext cx="3994500" cy="4704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BLACK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</a:p>
        </p:txBody>
      </p:sp>
      <p:sp>
        <p:nvSpPr>
          <p:cNvPr id="115" name="Shape 115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You can also split your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 two or three columns</a:t>
            </a:r>
          </a:p>
        </p:txBody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457200" y="1950375"/>
            <a:ext cx="2631900" cy="4617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YELLOW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color of gold, butter and ripe lemons. In the spectrum of visible light, yellow is found between green and orange.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2"/>
          </p:nvPr>
        </p:nvSpPr>
        <p:spPr>
          <a:xfrm>
            <a:off x="3223964" y="1950375"/>
            <a:ext cx="2631900" cy="4617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BLUE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colour of the clear sky and the deep sea. It is located between violet and green on the optical spectrum.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body" idx="3"/>
          </p:nvPr>
        </p:nvSpPr>
        <p:spPr>
          <a:xfrm>
            <a:off x="5990727" y="1950375"/>
            <a:ext cx="2631900" cy="4617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RED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Is the color of blood, and because of this it has historically been associated with sacrifice, danger and courage. </a:t>
            </a:r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 two or three columns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 picture is worth a thousand words</a:t>
            </a: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36300" y="2026600"/>
            <a:ext cx="3026100" cy="94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A complex idea can be conveyed with just a single still image, namely making it possible to absorb large amounts of data quickly.</a:t>
            </a:r>
          </a:p>
        </p:txBody>
      </p:sp>
      <p:pic>
        <p:nvPicPr>
          <p:cNvPr id="131" name="Shape 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075" y="2381650"/>
            <a:ext cx="3969600" cy="3969600"/>
          </a:xfrm>
          <a:prstGeom prst="diamond">
            <a:avLst/>
          </a:prstGeom>
          <a:noFill/>
          <a:ln>
            <a:noFill/>
          </a:ln>
        </p:spPr>
      </p:pic>
      <p:pic>
        <p:nvPicPr>
          <p:cNvPr id="132" name="Shape 132" descr="coffe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4950" y="1947550"/>
            <a:ext cx="2363400" cy="2363400"/>
          </a:xfrm>
          <a:prstGeom prst="diamond">
            <a:avLst/>
          </a:prstGeom>
          <a:noFill/>
          <a:ln>
            <a:noFill/>
          </a:ln>
        </p:spPr>
      </p:pic>
      <p:pic>
        <p:nvPicPr>
          <p:cNvPr id="133" name="Shape 133" descr="offic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4825" y="4064525"/>
            <a:ext cx="1921200" cy="1921200"/>
          </a:xfrm>
          <a:prstGeom prst="diamond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hape 138"/>
          <p:cNvPicPr preferRelativeResize="0"/>
          <p:nvPr/>
        </p:nvPicPr>
        <p:blipFill rotWithShape="1">
          <a:blip r:embed="rId3">
            <a:alphaModFix/>
          </a:blip>
          <a:srcRect t="20672" b="432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Shape 139"/>
          <p:cNvSpPr/>
          <p:nvPr/>
        </p:nvSpPr>
        <p:spPr>
          <a:xfrm>
            <a:off x="2367000" y="1224000"/>
            <a:ext cx="4410000" cy="4410000"/>
          </a:xfrm>
          <a:prstGeom prst="diamond">
            <a:avLst/>
          </a:prstGeom>
          <a:solidFill>
            <a:srgbClr val="A8122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Want big impact?</a:t>
            </a:r>
          </a:p>
          <a:p>
            <a:pPr lvl="0" algn="ctr" rtl="0">
              <a:spcBef>
                <a:spcPts val="600"/>
              </a:spcBef>
              <a:buNone/>
            </a:pPr>
            <a:r>
              <a:rPr lang="en" sz="2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 big image.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Use charts to explain your ideas</a:t>
            </a:r>
          </a:p>
        </p:txBody>
      </p:sp>
      <p:sp>
        <p:nvSpPr>
          <p:cNvPr id="145" name="Shape 145"/>
          <p:cNvSpPr/>
          <p:nvPr/>
        </p:nvSpPr>
        <p:spPr>
          <a:xfrm>
            <a:off x="733350" y="2524050"/>
            <a:ext cx="2724300" cy="27243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8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White</a:t>
            </a:r>
          </a:p>
        </p:txBody>
      </p:sp>
      <p:sp>
        <p:nvSpPr>
          <p:cNvPr id="146" name="Shape 146"/>
          <p:cNvSpPr/>
          <p:nvPr/>
        </p:nvSpPr>
        <p:spPr>
          <a:xfrm>
            <a:off x="5686350" y="2524050"/>
            <a:ext cx="2724300" cy="27243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8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Black</a:t>
            </a:r>
          </a:p>
        </p:txBody>
      </p:sp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Use charts to explain your ideas</a:t>
            </a:r>
          </a:p>
        </p:txBody>
      </p:sp>
      <p:sp>
        <p:nvSpPr>
          <p:cNvPr id="148" name="Shape 148"/>
          <p:cNvSpPr/>
          <p:nvPr/>
        </p:nvSpPr>
        <p:spPr>
          <a:xfrm>
            <a:off x="2895300" y="2209500"/>
            <a:ext cx="3353400" cy="3353400"/>
          </a:xfrm>
          <a:prstGeom prst="diamond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800" b="1">
                <a:latin typeface="Raleway"/>
                <a:ea typeface="Raleway"/>
                <a:cs typeface="Raleway"/>
                <a:sym typeface="Raleway"/>
              </a:rPr>
              <a:t>Gray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And tables to compare data</a:t>
            </a:r>
          </a:p>
        </p:txBody>
      </p:sp>
      <p:graphicFrame>
        <p:nvGraphicFramePr>
          <p:cNvPr id="154" name="Shape 154"/>
          <p:cNvGraphicFramePr/>
          <p:nvPr/>
        </p:nvGraphicFramePr>
        <p:xfrm>
          <a:off x="952500" y="254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{4194B5C0-3082-4B90-BFFA-B4FDD14C136A}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73692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endParaRPr>
                        <a:solidFill>
                          <a:srgbClr val="222222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0"/>
                    </a:solidFill>
                  </a:tcPr>
                </a:tc>
              </a:tr>
              <a:tr h="736925"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Yellow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925"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Blue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925">
                <a:tc>
                  <a:txBody>
                    <a:bodyPr/>
                    <a:lstStyle/>
                    <a:p>
                      <a:pPr lvl="0" algn="r" rtl="0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Orange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 b="1">
                          <a:solidFill>
                            <a:srgbClr val="22222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And tables to compare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Shape 160" descr="mapa_linea_n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8216"/>
            <a:ext cx="9144000" cy="46207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Shape 161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Maps</a:t>
            </a:r>
          </a:p>
        </p:txBody>
      </p:sp>
      <p:sp>
        <p:nvSpPr>
          <p:cNvPr id="162" name="Shape 162"/>
          <p:cNvSpPr/>
          <p:nvPr/>
        </p:nvSpPr>
        <p:spPr>
          <a:xfrm>
            <a:off x="1588200" y="2977875"/>
            <a:ext cx="702000" cy="2700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rgbClr val="A8122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our office</a:t>
            </a:r>
          </a:p>
        </p:txBody>
      </p:sp>
      <p:sp>
        <p:nvSpPr>
          <p:cNvPr id="163" name="Shape 163"/>
          <p:cNvSpPr/>
          <p:nvPr/>
        </p:nvSpPr>
        <p:spPr>
          <a:xfrm rot="8100000">
            <a:off x="3818435" y="2963277"/>
            <a:ext cx="146795" cy="146795"/>
          </a:xfrm>
          <a:prstGeom prst="teardrop">
            <a:avLst>
              <a:gd name="adj" fmla="val 100000"/>
            </a:avLst>
          </a:prstGeom>
          <a:solidFill>
            <a:srgbClr val="222222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4" name="Shape 164"/>
          <p:cNvSpPr/>
          <p:nvPr/>
        </p:nvSpPr>
        <p:spPr>
          <a:xfrm rot="8100000">
            <a:off x="730835" y="3039477"/>
            <a:ext cx="146795" cy="146795"/>
          </a:xfrm>
          <a:prstGeom prst="teardrop">
            <a:avLst>
              <a:gd name="adj" fmla="val 100000"/>
            </a:avLst>
          </a:prstGeom>
          <a:solidFill>
            <a:srgbClr val="222222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5" name="Shape 165"/>
          <p:cNvSpPr/>
          <p:nvPr/>
        </p:nvSpPr>
        <p:spPr>
          <a:xfrm rot="8100000">
            <a:off x="2325810" y="5420352"/>
            <a:ext cx="146795" cy="146795"/>
          </a:xfrm>
          <a:prstGeom prst="teardrop">
            <a:avLst>
              <a:gd name="adj" fmla="val 100000"/>
            </a:avLst>
          </a:prstGeom>
          <a:solidFill>
            <a:srgbClr val="222222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6" name="Shape 166"/>
          <p:cNvSpPr/>
          <p:nvPr/>
        </p:nvSpPr>
        <p:spPr>
          <a:xfrm rot="8100000">
            <a:off x="4136785" y="4007702"/>
            <a:ext cx="146795" cy="146795"/>
          </a:xfrm>
          <a:prstGeom prst="teardrop">
            <a:avLst>
              <a:gd name="adj" fmla="val 100000"/>
            </a:avLst>
          </a:prstGeom>
          <a:solidFill>
            <a:srgbClr val="222222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/>
          <p:nvPr/>
        </p:nvSpPr>
        <p:spPr>
          <a:xfrm rot="8100000">
            <a:off x="6981460" y="3458102"/>
            <a:ext cx="146795" cy="146795"/>
          </a:xfrm>
          <a:prstGeom prst="teardrop">
            <a:avLst>
              <a:gd name="adj" fmla="val 100000"/>
            </a:avLst>
          </a:prstGeom>
          <a:solidFill>
            <a:srgbClr val="222222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8" name="Shape 168"/>
          <p:cNvSpPr/>
          <p:nvPr/>
        </p:nvSpPr>
        <p:spPr>
          <a:xfrm rot="8100000">
            <a:off x="7511860" y="5199652"/>
            <a:ext cx="146795" cy="146795"/>
          </a:xfrm>
          <a:prstGeom prst="teardrop">
            <a:avLst>
              <a:gd name="adj" fmla="val 100000"/>
            </a:avLst>
          </a:prstGeom>
          <a:solidFill>
            <a:srgbClr val="222222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9" name="Shape 169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Maps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ctrTitle" idx="4294967295"/>
          </p:nvPr>
        </p:nvSpPr>
        <p:spPr>
          <a:xfrm>
            <a:off x="938700" y="2111125"/>
            <a:ext cx="7266600" cy="15465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9600">
                <a:solidFill>
                  <a:srgbClr val="F5F1E0"/>
                </a:solidFill>
              </a:rPr>
              <a:t>89,526,124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subTitle" idx="4294967295"/>
          </p:nvPr>
        </p:nvSpPr>
        <p:spPr>
          <a:xfrm>
            <a:off x="938700" y="3786746"/>
            <a:ext cx="7266600" cy="104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A8122A"/>
                </a:solidFill>
              </a:rPr>
              <a:t>Whoa! That’s a big number, aren’t you proud?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ctrTitle" idx="4294967295"/>
          </p:nvPr>
        </p:nvSpPr>
        <p:spPr>
          <a:xfrm>
            <a:off x="1080600" y="787800"/>
            <a:ext cx="6982800" cy="11934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7200">
                <a:solidFill>
                  <a:srgbClr val="A8122A"/>
                </a:solidFill>
              </a:rPr>
              <a:t>89,526,124$</a:t>
            </a:r>
          </a:p>
        </p:txBody>
      </p:sp>
      <p:sp>
        <p:nvSpPr>
          <p:cNvPr id="181" name="Shape 181"/>
          <p:cNvSpPr txBox="1">
            <a:spLocks noGrp="1"/>
          </p:cNvSpPr>
          <p:nvPr>
            <p:ph type="subTitle" idx="4294967295"/>
          </p:nvPr>
        </p:nvSpPr>
        <p:spPr>
          <a:xfrm>
            <a:off x="1080600" y="1805546"/>
            <a:ext cx="6982800" cy="61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2400"/>
              <a:t>That’s a lot of money</a:t>
            </a:r>
          </a:p>
        </p:txBody>
      </p:sp>
      <p:sp>
        <p:nvSpPr>
          <p:cNvPr id="182" name="Shape 182"/>
          <p:cNvSpPr txBox="1">
            <a:spLocks noGrp="1"/>
          </p:cNvSpPr>
          <p:nvPr>
            <p:ph type="ctrTitle" idx="4294967295"/>
          </p:nvPr>
        </p:nvSpPr>
        <p:spPr>
          <a:xfrm>
            <a:off x="1080600" y="4293003"/>
            <a:ext cx="6982800" cy="11934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7200">
                <a:solidFill>
                  <a:srgbClr val="A8122A"/>
                </a:solidFill>
              </a:rPr>
              <a:t>100%</a:t>
            </a:r>
          </a:p>
        </p:txBody>
      </p:sp>
      <p:sp>
        <p:nvSpPr>
          <p:cNvPr id="183" name="Shape 183"/>
          <p:cNvSpPr txBox="1">
            <a:spLocks noGrp="1"/>
          </p:cNvSpPr>
          <p:nvPr>
            <p:ph type="subTitle" idx="4294967295"/>
          </p:nvPr>
        </p:nvSpPr>
        <p:spPr>
          <a:xfrm>
            <a:off x="1080600" y="5310750"/>
            <a:ext cx="6982800" cy="61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2400"/>
              <a:t>Total success!</a:t>
            </a:r>
          </a:p>
        </p:txBody>
      </p:sp>
      <p:sp>
        <p:nvSpPr>
          <p:cNvPr id="184" name="Shape 184"/>
          <p:cNvSpPr txBox="1">
            <a:spLocks noGrp="1"/>
          </p:cNvSpPr>
          <p:nvPr>
            <p:ph type="ctrTitle" idx="4294967295"/>
          </p:nvPr>
        </p:nvSpPr>
        <p:spPr>
          <a:xfrm>
            <a:off x="1080600" y="2540402"/>
            <a:ext cx="6982800" cy="11934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7200">
                <a:solidFill>
                  <a:srgbClr val="A8122A"/>
                </a:solidFill>
              </a:rPr>
              <a:t>185,244</a:t>
            </a:r>
            <a:r>
              <a:rPr lang="en" sz="4800">
                <a:solidFill>
                  <a:srgbClr val="A8122A"/>
                </a:solidFill>
              </a:rPr>
              <a:t> users</a:t>
            </a:r>
          </a:p>
        </p:txBody>
      </p:sp>
      <p:sp>
        <p:nvSpPr>
          <p:cNvPr id="185" name="Shape 185"/>
          <p:cNvSpPr txBox="1">
            <a:spLocks noGrp="1"/>
          </p:cNvSpPr>
          <p:nvPr>
            <p:ph type="subTitle" idx="4294967295"/>
          </p:nvPr>
        </p:nvSpPr>
        <p:spPr>
          <a:xfrm>
            <a:off x="1080600" y="3558148"/>
            <a:ext cx="6982800" cy="61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2400"/>
              <a:t>And a lot of users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/>
        </p:nvSpPr>
        <p:spPr>
          <a:xfrm>
            <a:off x="5742457" y="2554050"/>
            <a:ext cx="2676000" cy="1749900"/>
          </a:xfrm>
          <a:prstGeom prst="rightArrowCallout">
            <a:avLst>
              <a:gd name="adj1" fmla="val 12817"/>
              <a:gd name="adj2" fmla="val 14101"/>
              <a:gd name="adj3" fmla="val 18037"/>
              <a:gd name="adj4" fmla="val 78813"/>
            </a:avLst>
          </a:prstGeom>
          <a:solidFill>
            <a:srgbClr val="FFFFFF"/>
          </a:solidFill>
          <a:ln w="38100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last</a:t>
            </a:r>
          </a:p>
        </p:txBody>
      </p:sp>
      <p:sp>
        <p:nvSpPr>
          <p:cNvPr id="191" name="Shape 191"/>
          <p:cNvSpPr/>
          <p:nvPr/>
        </p:nvSpPr>
        <p:spPr>
          <a:xfrm>
            <a:off x="3249264" y="2554050"/>
            <a:ext cx="2676000" cy="1749900"/>
          </a:xfrm>
          <a:prstGeom prst="rightArrowCallout">
            <a:avLst>
              <a:gd name="adj1" fmla="val 12817"/>
              <a:gd name="adj2" fmla="val 14101"/>
              <a:gd name="adj3" fmla="val 18037"/>
              <a:gd name="adj4" fmla="val 78813"/>
            </a:avLst>
          </a:prstGeom>
          <a:solidFill>
            <a:srgbClr val="FFFFFF"/>
          </a:solidFill>
          <a:ln w="19050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second</a:t>
            </a:r>
          </a:p>
        </p:txBody>
      </p:sp>
      <p:sp>
        <p:nvSpPr>
          <p:cNvPr id="192" name="Shape 192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Our process is easy</a:t>
            </a:r>
          </a:p>
        </p:txBody>
      </p:sp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Our process is easy</a:t>
            </a:r>
          </a:p>
        </p:txBody>
      </p:sp>
      <p:sp>
        <p:nvSpPr>
          <p:cNvPr id="194" name="Shape 194"/>
          <p:cNvSpPr/>
          <p:nvPr/>
        </p:nvSpPr>
        <p:spPr>
          <a:xfrm>
            <a:off x="725542" y="2554050"/>
            <a:ext cx="2676000" cy="1749900"/>
          </a:xfrm>
          <a:prstGeom prst="rightArrowCallout">
            <a:avLst>
              <a:gd name="adj1" fmla="val 12817"/>
              <a:gd name="adj2" fmla="val 14101"/>
              <a:gd name="adj3" fmla="val 18037"/>
              <a:gd name="adj4" fmla="val 78813"/>
            </a:avLst>
          </a:prstGeom>
          <a:solidFill>
            <a:srgbClr val="FFFFFF"/>
          </a:solidFill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first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title" idx="4294967295"/>
          </p:nvPr>
        </p:nvSpPr>
        <p:spPr>
          <a:xfrm>
            <a:off x="1810300" y="74240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Let’s review some concepts</a:t>
            </a:r>
          </a:p>
        </p:txBody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457200" y="2362200"/>
            <a:ext cx="2631900" cy="174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YELLOW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</a:p>
        </p:txBody>
      </p:sp>
      <p:sp>
        <p:nvSpPr>
          <p:cNvPr id="201" name="Shape 201"/>
          <p:cNvSpPr txBox="1">
            <a:spLocks noGrp="1"/>
          </p:cNvSpPr>
          <p:nvPr>
            <p:ph type="body" idx="2"/>
          </p:nvPr>
        </p:nvSpPr>
        <p:spPr>
          <a:xfrm>
            <a:off x="3223964" y="2362200"/>
            <a:ext cx="2631900" cy="174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BLUE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200"/>
              <a:t>Is the colour of the clear sky and the deep sea. It is located between violet and green on the optical spectrum.</a:t>
            </a:r>
          </a:p>
        </p:txBody>
      </p:sp>
      <p:sp>
        <p:nvSpPr>
          <p:cNvPr id="202" name="Shape 202"/>
          <p:cNvSpPr txBox="1">
            <a:spLocks noGrp="1"/>
          </p:cNvSpPr>
          <p:nvPr>
            <p:ph type="body" idx="3"/>
          </p:nvPr>
        </p:nvSpPr>
        <p:spPr>
          <a:xfrm>
            <a:off x="5990727" y="2362200"/>
            <a:ext cx="2631900" cy="174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RED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</a:p>
          <a:p>
            <a:pPr lvl="0" algn="ctr" rtl="0">
              <a:spcBef>
                <a:spcPts val="0"/>
              </a:spcBef>
              <a:buNone/>
            </a:pPr>
            <a:endParaRPr sz="1200"/>
          </a:p>
        </p:txBody>
      </p:sp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457200" y="4876800"/>
            <a:ext cx="2631900" cy="174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YELLOW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body" idx="2"/>
          </p:nvPr>
        </p:nvSpPr>
        <p:spPr>
          <a:xfrm>
            <a:off x="3223964" y="4876800"/>
            <a:ext cx="2631900" cy="174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BLUE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200"/>
              <a:t>Is the colour of the clear sky and the deep sea. It is located between violet and green on the optical spectrum.</a:t>
            </a:r>
          </a:p>
        </p:txBody>
      </p:sp>
      <p:sp>
        <p:nvSpPr>
          <p:cNvPr id="205" name="Shape 205"/>
          <p:cNvSpPr txBox="1">
            <a:spLocks noGrp="1"/>
          </p:cNvSpPr>
          <p:nvPr>
            <p:ph type="body" idx="3"/>
          </p:nvPr>
        </p:nvSpPr>
        <p:spPr>
          <a:xfrm>
            <a:off x="5990727" y="4876800"/>
            <a:ext cx="2631900" cy="174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>
                <a:solidFill>
                  <a:srgbClr val="A8122A"/>
                </a:solidFill>
              </a:rPr>
              <a:t>RED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</a:p>
          <a:p>
            <a:pPr lvl="0" algn="ctr" rtl="0">
              <a:spcBef>
                <a:spcPts val="0"/>
              </a:spcBef>
              <a:buNone/>
            </a:pPr>
            <a:endParaRPr sz="1200"/>
          </a:p>
        </p:txBody>
      </p:sp>
      <p:sp>
        <p:nvSpPr>
          <p:cNvPr id="206" name="Shape 206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Let’s review some concepts</a:t>
            </a:r>
          </a:p>
        </p:txBody>
      </p:sp>
      <p:grpSp>
        <p:nvGrpSpPr>
          <p:cNvPr id="207" name="Shape 207"/>
          <p:cNvGrpSpPr/>
          <p:nvPr/>
        </p:nvGrpSpPr>
        <p:grpSpPr>
          <a:xfrm>
            <a:off x="1577523" y="1977740"/>
            <a:ext cx="401438" cy="401438"/>
            <a:chOff x="2594325" y="1627175"/>
            <a:chExt cx="440850" cy="440850"/>
          </a:xfrm>
        </p:grpSpPr>
        <p:sp>
          <p:nvSpPr>
            <p:cNvPr id="208" name="Shape 208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0" t="0" r="0" b="0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" name="Shape 20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0" t="0" r="0" b="0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0" t="0" r="0" b="0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211" name="Shape 211"/>
          <p:cNvSpPr/>
          <p:nvPr/>
        </p:nvSpPr>
        <p:spPr>
          <a:xfrm>
            <a:off x="4389163" y="1995534"/>
            <a:ext cx="365879" cy="365856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A8122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212" name="Shape 212"/>
          <p:cNvGrpSpPr/>
          <p:nvPr/>
        </p:nvGrpSpPr>
        <p:grpSpPr>
          <a:xfrm>
            <a:off x="4343646" y="4508019"/>
            <a:ext cx="382543" cy="353632"/>
            <a:chOff x="5975075" y="2327500"/>
            <a:chExt cx="420100" cy="388350"/>
          </a:xfrm>
        </p:grpSpPr>
        <p:sp>
          <p:nvSpPr>
            <p:cNvPr id="213" name="Shape 213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0" t="0" r="0" b="0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4" name="Shape 214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0" t="0" r="0" b="0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15" name="Shape 215"/>
          <p:cNvGrpSpPr/>
          <p:nvPr/>
        </p:nvGrpSpPr>
        <p:grpSpPr>
          <a:xfrm>
            <a:off x="7114862" y="4503034"/>
            <a:ext cx="383636" cy="363625"/>
            <a:chOff x="5300400" y="3670175"/>
            <a:chExt cx="421300" cy="399325"/>
          </a:xfrm>
        </p:grpSpPr>
        <p:sp>
          <p:nvSpPr>
            <p:cNvPr id="216" name="Shape 216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0" t="0" r="0" b="0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7" name="Shape 217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0" t="0" r="0" b="0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8" name="Shape 218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0" t="0" r="0" b="0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9" name="Shape 219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0" t="0" r="0" b="0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0" name="Shape 220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0" t="0" r="0" b="0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21" name="Shape 221"/>
          <p:cNvGrpSpPr/>
          <p:nvPr/>
        </p:nvGrpSpPr>
        <p:grpSpPr>
          <a:xfrm>
            <a:off x="1584994" y="4548726"/>
            <a:ext cx="391421" cy="328066"/>
            <a:chOff x="2599825" y="3689700"/>
            <a:chExt cx="429850" cy="360275"/>
          </a:xfrm>
        </p:grpSpPr>
        <p:sp>
          <p:nvSpPr>
            <p:cNvPr id="222" name="Shape 222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0" t="0" r="0" b="0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3" name="Shape 223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0" t="0" r="0" b="0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24" name="Shape 224"/>
          <p:cNvGrpSpPr/>
          <p:nvPr/>
        </p:nvGrpSpPr>
        <p:grpSpPr>
          <a:xfrm>
            <a:off x="7100903" y="1995524"/>
            <a:ext cx="390329" cy="415894"/>
            <a:chOff x="5970800" y="1619250"/>
            <a:chExt cx="428650" cy="456725"/>
          </a:xfrm>
        </p:grpSpPr>
        <p:sp>
          <p:nvSpPr>
            <p:cNvPr id="225" name="Shape 225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7" name="Shape 227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8" name="Shape 228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9" name="Shape 229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A8122A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457200" y="5795700"/>
            <a:ext cx="8229600" cy="10623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You can copy&amp;paste graphs from </a:t>
            </a:r>
            <a:r>
              <a:rPr lang="en" u="sng">
                <a:hlinkClick r:id="rId3"/>
              </a:rPr>
              <a:t>Google Sheets</a:t>
            </a:r>
          </a:p>
        </p:txBody>
      </p:sp>
      <p:pic>
        <p:nvPicPr>
          <p:cNvPr id="235" name="Shape 2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238" y="152400"/>
            <a:ext cx="6867525" cy="56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/>
        </p:nvSpPr>
        <p:spPr>
          <a:xfrm>
            <a:off x="5378992" y="861575"/>
            <a:ext cx="2559056" cy="5134813"/>
          </a:xfrm>
          <a:custGeom>
            <a:avLst/>
            <a:gdLst/>
            <a:ahLst/>
            <a:cxnLst/>
            <a:rect l="0" t="0" r="0" b="0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5F1E0"/>
          </a:solidFill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1" name="Shape 241"/>
          <p:cNvSpPr txBox="1">
            <a:spLocks noGrp="1"/>
          </p:cNvSpPr>
          <p:nvPr>
            <p:ph type="body" idx="4294967295"/>
          </p:nvPr>
        </p:nvSpPr>
        <p:spPr>
          <a:xfrm>
            <a:off x="932225" y="980875"/>
            <a:ext cx="3627000" cy="48963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>
                <a:latin typeface="Merriweather"/>
                <a:ea typeface="Merriweather"/>
                <a:cs typeface="Merriweather"/>
                <a:sym typeface="Merriweather"/>
              </a:rPr>
              <a:t>Android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/>
              <a:t>Show and explain your web, app or software projects using these gadget templates.</a:t>
            </a:r>
          </a:p>
        </p:txBody>
      </p:sp>
      <p:sp>
        <p:nvSpPr>
          <p:cNvPr id="242" name="Shape 242"/>
          <p:cNvSpPr/>
          <p:nvPr/>
        </p:nvSpPr>
        <p:spPr>
          <a:xfrm>
            <a:off x="5492116" y="1292184"/>
            <a:ext cx="2339100" cy="41388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000">
                <a:solidFill>
                  <a:srgbClr val="999999"/>
                </a:solidFill>
              </a:rPr>
              <a:t>Place your screenshot here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/>
          <p:nvPr/>
        </p:nvSpPr>
        <p:spPr>
          <a:xfrm>
            <a:off x="5568225" y="1026050"/>
            <a:ext cx="2283232" cy="4804896"/>
          </a:xfrm>
          <a:custGeom>
            <a:avLst/>
            <a:gdLst/>
            <a:ahLst/>
            <a:cxnLst/>
            <a:rect l="0" t="0" r="0" b="0"/>
            <a:pathLst>
              <a:path w="25999" h="54713" extrusionOk="0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5F1E0"/>
          </a:solidFill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/>
          <p:nvPr/>
        </p:nvSpPr>
        <p:spPr>
          <a:xfrm>
            <a:off x="5701255" y="1691703"/>
            <a:ext cx="1995000" cy="35202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000">
                <a:solidFill>
                  <a:srgbClr val="999999"/>
                </a:solidFill>
              </a:rPr>
              <a:t>Place your screenshot here</a:t>
            </a:r>
          </a:p>
        </p:txBody>
      </p:sp>
      <p:sp>
        <p:nvSpPr>
          <p:cNvPr id="249" name="Shape 249"/>
          <p:cNvSpPr txBox="1">
            <a:spLocks noGrp="1"/>
          </p:cNvSpPr>
          <p:nvPr>
            <p:ph type="body" idx="4294967295"/>
          </p:nvPr>
        </p:nvSpPr>
        <p:spPr>
          <a:xfrm>
            <a:off x="932225" y="980875"/>
            <a:ext cx="3627000" cy="48963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>
                <a:latin typeface="Merriweather"/>
                <a:ea typeface="Merriweather"/>
                <a:cs typeface="Merriweather"/>
                <a:sym typeface="Merriweather"/>
              </a:rPr>
              <a:t>iPhone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/>
              <a:t>Show and explain your web, app or software projects using these gadget templates.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/>
        </p:nvSpPr>
        <p:spPr>
          <a:xfrm>
            <a:off x="4787725" y="1048661"/>
            <a:ext cx="3372806" cy="4769999"/>
          </a:xfrm>
          <a:custGeom>
            <a:avLst/>
            <a:gdLst/>
            <a:ahLst/>
            <a:cxnLst/>
            <a:rect l="0" t="0" r="0" b="0"/>
            <a:pathLst>
              <a:path w="60958" h="86210" extrusionOk="0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F5F1E0"/>
          </a:solidFill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/>
          <p:nvPr/>
        </p:nvSpPr>
        <p:spPr>
          <a:xfrm>
            <a:off x="5011251" y="1477772"/>
            <a:ext cx="2926800" cy="39096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000">
                <a:solidFill>
                  <a:srgbClr val="999999"/>
                </a:solidFill>
              </a:rPr>
              <a:t>Place your screenshot here</a:t>
            </a:r>
          </a:p>
        </p:txBody>
      </p:sp>
      <p:sp>
        <p:nvSpPr>
          <p:cNvPr id="256" name="Shape 256"/>
          <p:cNvSpPr txBox="1">
            <a:spLocks noGrp="1"/>
          </p:cNvSpPr>
          <p:nvPr>
            <p:ph type="body" idx="4294967295"/>
          </p:nvPr>
        </p:nvSpPr>
        <p:spPr>
          <a:xfrm>
            <a:off x="932225" y="980875"/>
            <a:ext cx="3627000" cy="48963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>
                <a:latin typeface="Merriweather"/>
                <a:ea typeface="Merriweather"/>
                <a:cs typeface="Merriweather"/>
                <a:sym typeface="Merriweather"/>
              </a:rPr>
              <a:t>Tablet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/>
              <a:t>Show and explain your web, app or software projects using these gadget templates.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/>
        </p:nvSpPr>
        <p:spPr>
          <a:xfrm>
            <a:off x="3590536" y="977900"/>
            <a:ext cx="4543630" cy="3537268"/>
          </a:xfrm>
          <a:custGeom>
            <a:avLst/>
            <a:gdLst/>
            <a:ahLst/>
            <a:cxnLst/>
            <a:rect l="0" t="0" r="0" b="0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5F1E0"/>
          </a:solidFill>
          <a:ln w="9525" cap="flat" cmpd="sng">
            <a:solidFill>
              <a:srgbClr val="22222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2" name="Shape 262"/>
          <p:cNvSpPr/>
          <p:nvPr/>
        </p:nvSpPr>
        <p:spPr>
          <a:xfrm>
            <a:off x="3773043" y="1164218"/>
            <a:ext cx="4174200" cy="26610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000">
                <a:solidFill>
                  <a:srgbClr val="999999"/>
                </a:solidFill>
              </a:rPr>
              <a:t>Place your screenshot here</a:t>
            </a:r>
          </a:p>
        </p:txBody>
      </p:sp>
      <p:sp>
        <p:nvSpPr>
          <p:cNvPr id="263" name="Shape 263"/>
          <p:cNvSpPr txBox="1">
            <a:spLocks noGrp="1"/>
          </p:cNvSpPr>
          <p:nvPr>
            <p:ph type="body" idx="4294967295"/>
          </p:nvPr>
        </p:nvSpPr>
        <p:spPr>
          <a:xfrm>
            <a:off x="932225" y="4492550"/>
            <a:ext cx="7230900" cy="13620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>
                <a:latin typeface="Merriweather"/>
                <a:ea typeface="Merriweather"/>
                <a:cs typeface="Merriweather"/>
                <a:sym typeface="Merriweather"/>
              </a:rPr>
              <a:t>Desktop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/>
              <a:t>Show and explain your web, app or software projects using these gadget templates.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>
            <a:spLocks noGrp="1"/>
          </p:cNvSpPr>
          <p:nvPr>
            <p:ph type="ctrTitle" idx="4294967295"/>
          </p:nvPr>
        </p:nvSpPr>
        <p:spPr>
          <a:xfrm>
            <a:off x="685800" y="1142999"/>
            <a:ext cx="7772400" cy="990600"/>
          </a:xfrm>
          <a:prstGeom prst="rect">
            <a:avLst/>
          </a:prstGeom>
          <a:noFill/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A8122A"/>
                </a:solidFill>
              </a:rPr>
              <a:t>Thanks!</a:t>
            </a:r>
          </a:p>
        </p:txBody>
      </p:sp>
      <p:sp>
        <p:nvSpPr>
          <p:cNvPr id="269" name="Shape 269"/>
          <p:cNvSpPr txBox="1">
            <a:spLocks noGrp="1"/>
          </p:cNvSpPr>
          <p:nvPr>
            <p:ph type="subTitle" idx="4294967295"/>
          </p:nvPr>
        </p:nvSpPr>
        <p:spPr>
          <a:xfrm>
            <a:off x="1275150" y="1957950"/>
            <a:ext cx="6593700" cy="104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b="1">
                <a:solidFill>
                  <a:srgbClr val="FFFFFF"/>
                </a:solidFill>
              </a:rPr>
              <a:t>ANY QUESTIONS?</a:t>
            </a:r>
          </a:p>
        </p:txBody>
      </p:sp>
      <p:sp>
        <p:nvSpPr>
          <p:cNvPr id="270" name="Shape 270"/>
          <p:cNvSpPr txBox="1">
            <a:spLocks noGrp="1"/>
          </p:cNvSpPr>
          <p:nvPr>
            <p:ph type="body" idx="4294967295"/>
          </p:nvPr>
        </p:nvSpPr>
        <p:spPr>
          <a:xfrm>
            <a:off x="1275150" y="4093725"/>
            <a:ext cx="6593700" cy="1718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>
                <a:solidFill>
                  <a:srgbClr val="FFFFFF"/>
                </a:solidFill>
              </a:rPr>
              <a:t>You can find me at: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800">
                <a:solidFill>
                  <a:srgbClr val="FFFFFF"/>
                </a:solidFill>
              </a:rPr>
              <a:t>@username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1800">
                <a:solidFill>
                  <a:srgbClr val="FFFFFF"/>
                </a:solidFill>
              </a:rPr>
              <a:t>user@mail.me</a:t>
            </a:r>
          </a:p>
        </p:txBody>
      </p:sp>
      <p:cxnSp>
        <p:nvCxnSpPr>
          <p:cNvPr id="271" name="Shape 271"/>
          <p:cNvCxnSpPr/>
          <p:nvPr/>
        </p:nvCxnSpPr>
        <p:spPr>
          <a:xfrm>
            <a:off x="3927600" y="3429000"/>
            <a:ext cx="1288800" cy="0"/>
          </a:xfrm>
          <a:prstGeom prst="straightConnector1">
            <a:avLst/>
          </a:prstGeom>
          <a:noFill/>
          <a:ln w="9525" cap="flat" cmpd="sng">
            <a:solidFill>
              <a:srgbClr val="F5F1E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2" name="Shape 272"/>
          <p:cNvSpPr/>
          <p:nvPr/>
        </p:nvSpPr>
        <p:spPr>
          <a:xfrm>
            <a:off x="4529400" y="3386400"/>
            <a:ext cx="85200" cy="85200"/>
          </a:xfrm>
          <a:prstGeom prst="diamond">
            <a:avLst/>
          </a:pr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Credits</a:t>
            </a:r>
          </a:p>
        </p:txBody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457200" y="1871075"/>
            <a:ext cx="8229600" cy="4696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Special thanks to all the people who made and released these awesome resources for free:</a:t>
            </a: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>
            <a:spLocks noGrp="1"/>
          </p:cNvSpPr>
          <p:nvPr>
            <p:ph type="title"/>
          </p:nvPr>
        </p:nvSpPr>
        <p:spPr>
          <a:xfrm>
            <a:off x="1810200" y="743350"/>
            <a:ext cx="5523600" cy="6372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Presentation design</a:t>
            </a:r>
          </a:p>
        </p:txBody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985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This presentations uses the following typographies and colors: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1800"/>
              <a:t>Titles: </a:t>
            </a:r>
            <a:r>
              <a:rPr lang="en" sz="1800" b="1"/>
              <a:t>Merriweather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1800"/>
              <a:t>Body copy: </a:t>
            </a:r>
            <a:r>
              <a:rPr lang="en" sz="1800" b="1"/>
              <a:t>Raleway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/>
              <a:t>You can download the fonts on this page: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https://www.google.com/fonts#UsePlace:use/Collection:Merriweather:400,400italic,700,700italic|Raleway:400,700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/>
              <a:t>Click on the “arrow button” that appears on the top right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1800"/>
              <a:t>Dark gray </a:t>
            </a:r>
            <a:r>
              <a:rPr lang="en" sz="1800" b="1"/>
              <a:t>#222222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1800"/>
              <a:t>Wine </a:t>
            </a:r>
            <a:r>
              <a:rPr lang="en" sz="1800" b="1">
                <a:solidFill>
                  <a:srgbClr val="A8122A"/>
                </a:solidFill>
              </a:rPr>
              <a:t>#a8122a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1800"/>
              <a:t>Cream </a:t>
            </a:r>
            <a:r>
              <a:rPr lang="en" sz="1800" b="1">
                <a:solidFill>
                  <a:srgbClr val="F5F1E0"/>
                </a:solidFill>
                <a:highlight>
                  <a:srgbClr val="222222"/>
                </a:highlight>
              </a:rPr>
              <a:t>#f5f1e0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316275" y="6070200"/>
            <a:ext cx="8524200" cy="71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" sz="1200" i="1">
                <a:solidFill>
                  <a:srgbClr val="222222"/>
                </a:solidFill>
                <a:latin typeface="Merriweather"/>
                <a:ea typeface="Merriweather"/>
                <a:cs typeface="Merriweather"/>
                <a:sym typeface="Merriweather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200" i="1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lvl="0" rtl="0">
              <a:spcBef>
                <a:spcPts val="0"/>
              </a:spcBef>
              <a:buNone/>
            </a:pPr>
            <a:endParaRPr sz="1200" i="1">
              <a:solidFill>
                <a:srgbClr val="22222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86" name="Shape 2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075" y="3471863"/>
            <a:ext cx="8477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22A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Shape 291"/>
          <p:cNvGrpSpPr/>
          <p:nvPr/>
        </p:nvGrpSpPr>
        <p:grpSpPr>
          <a:xfrm>
            <a:off x="695579" y="1427069"/>
            <a:ext cx="319538" cy="404117"/>
            <a:chOff x="584925" y="238125"/>
            <a:chExt cx="415200" cy="525100"/>
          </a:xfrm>
        </p:grpSpPr>
        <p:sp>
          <p:nvSpPr>
            <p:cNvPr id="292" name="Shape 292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3" name="Shape 293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4" name="Shape 294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5" name="Shape 295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6" name="Shape 296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7" name="Shape 297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98" name="Shape 298"/>
          <p:cNvGrpSpPr/>
          <p:nvPr/>
        </p:nvGrpSpPr>
        <p:grpSpPr>
          <a:xfrm>
            <a:off x="1203053" y="1485790"/>
            <a:ext cx="342106" cy="284790"/>
            <a:chOff x="1244325" y="314425"/>
            <a:chExt cx="444525" cy="370050"/>
          </a:xfrm>
        </p:grpSpPr>
        <p:sp>
          <p:nvSpPr>
            <p:cNvPr id="299" name="Shape 299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0" t="0" r="0" b="0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0" name="Shape 300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0" t="0" r="0" b="0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01" name="Shape 301"/>
          <p:cNvGrpSpPr/>
          <p:nvPr/>
        </p:nvGrpSpPr>
        <p:grpSpPr>
          <a:xfrm>
            <a:off x="1729344" y="1484385"/>
            <a:ext cx="327080" cy="287600"/>
            <a:chOff x="1928175" y="312600"/>
            <a:chExt cx="425000" cy="373700"/>
          </a:xfrm>
        </p:grpSpPr>
        <p:sp>
          <p:nvSpPr>
            <p:cNvPr id="302" name="Shape 302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0" t="0" r="0" b="0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3" name="Shape 303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0" t="0" r="0" b="0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04" name="Shape 304"/>
          <p:cNvSpPr/>
          <p:nvPr/>
        </p:nvSpPr>
        <p:spPr>
          <a:xfrm>
            <a:off x="2277674" y="1474048"/>
            <a:ext cx="267859" cy="308263"/>
          </a:xfrm>
          <a:custGeom>
            <a:avLst/>
            <a:gdLst/>
            <a:ahLst/>
            <a:cxnLst/>
            <a:rect l="0" t="0" r="0" b="0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5" name="Shape 305"/>
          <p:cNvSpPr/>
          <p:nvPr/>
        </p:nvSpPr>
        <p:spPr>
          <a:xfrm>
            <a:off x="2814746" y="1474991"/>
            <a:ext cx="231226" cy="306378"/>
          </a:xfrm>
          <a:custGeom>
            <a:avLst/>
            <a:gdLst/>
            <a:ahLst/>
            <a:cxnLst/>
            <a:rect l="0" t="0" r="0" b="0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06" name="Shape 306"/>
          <p:cNvGrpSpPr/>
          <p:nvPr/>
        </p:nvGrpSpPr>
        <p:grpSpPr>
          <a:xfrm>
            <a:off x="3261214" y="1469359"/>
            <a:ext cx="375950" cy="317672"/>
            <a:chOff x="3918650" y="293075"/>
            <a:chExt cx="488500" cy="412775"/>
          </a:xfrm>
        </p:grpSpPr>
        <p:sp>
          <p:nvSpPr>
            <p:cNvPr id="307" name="Shape 307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8" name="Shape 308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9" name="Shape 309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10" name="Shape 310"/>
          <p:cNvGrpSpPr/>
          <p:nvPr/>
        </p:nvGrpSpPr>
        <p:grpSpPr>
          <a:xfrm>
            <a:off x="3813344" y="1445386"/>
            <a:ext cx="309225" cy="365598"/>
            <a:chOff x="4636075" y="261925"/>
            <a:chExt cx="401800" cy="475050"/>
          </a:xfrm>
        </p:grpSpPr>
        <p:sp>
          <p:nvSpPr>
            <p:cNvPr id="311" name="Shape 311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0" t="0" r="0" b="0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2" name="Shape 312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0" t="0" r="0" b="0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3" name="Shape 313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0" t="0" r="0" b="0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4" name="Shape 314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0" t="0" r="0" b="0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15" name="Shape 315"/>
          <p:cNvSpPr/>
          <p:nvPr/>
        </p:nvSpPr>
        <p:spPr>
          <a:xfrm>
            <a:off x="4309465" y="1473567"/>
            <a:ext cx="354324" cy="309225"/>
          </a:xfrm>
          <a:custGeom>
            <a:avLst/>
            <a:gdLst/>
            <a:ahLst/>
            <a:cxnLst/>
            <a:rect l="0" t="0" r="0" b="0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16" name="Shape 316"/>
          <p:cNvGrpSpPr/>
          <p:nvPr/>
        </p:nvGrpSpPr>
        <p:grpSpPr>
          <a:xfrm>
            <a:off x="4850418" y="1475939"/>
            <a:ext cx="310149" cy="304030"/>
            <a:chOff x="5983625" y="301625"/>
            <a:chExt cx="403000" cy="395050"/>
          </a:xfrm>
        </p:grpSpPr>
        <p:sp>
          <p:nvSpPr>
            <p:cNvPr id="317" name="Shape 317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0" t="0" r="0" b="0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8" name="Shape 318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0" t="0" r="0" b="0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9" name="Shape 319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1" name="Shape 321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2" name="Shape 322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" name="Shape 324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" name="Shape 325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" name="Shape 326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" name="Shape 327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" name="Shape 328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0" t="0" r="0" b="0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" name="Shape 329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0" t="0" r="0" b="0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" name="Shape 330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37" name="Shape 337"/>
          <p:cNvGrpSpPr/>
          <p:nvPr/>
        </p:nvGrpSpPr>
        <p:grpSpPr>
          <a:xfrm>
            <a:off x="5371534" y="1473573"/>
            <a:ext cx="305454" cy="304992"/>
            <a:chOff x="6660750" y="298550"/>
            <a:chExt cx="396900" cy="396300"/>
          </a:xfrm>
        </p:grpSpPr>
        <p:sp>
          <p:nvSpPr>
            <p:cNvPr id="338" name="Shape 338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0" t="0" r="0" b="0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" name="Shape 339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0" t="0" r="0" b="0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40" name="Shape 340"/>
          <p:cNvGrpSpPr/>
          <p:nvPr/>
        </p:nvGrpSpPr>
        <p:grpSpPr>
          <a:xfrm>
            <a:off x="695579" y="1953822"/>
            <a:ext cx="319538" cy="386743"/>
            <a:chOff x="584925" y="922575"/>
            <a:chExt cx="415200" cy="502525"/>
          </a:xfrm>
        </p:grpSpPr>
        <p:sp>
          <p:nvSpPr>
            <p:cNvPr id="341" name="Shape 341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" name="Shape 342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" name="Shape 343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0" t="0" r="0" b="0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44" name="Shape 344"/>
          <p:cNvGrpSpPr/>
          <p:nvPr/>
        </p:nvGrpSpPr>
        <p:grpSpPr>
          <a:xfrm>
            <a:off x="1204939" y="1944895"/>
            <a:ext cx="338355" cy="403193"/>
            <a:chOff x="1246775" y="910975"/>
            <a:chExt cx="439650" cy="523900"/>
          </a:xfrm>
        </p:grpSpPr>
        <p:sp>
          <p:nvSpPr>
            <p:cNvPr id="345" name="Shape 345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" name="Shape 346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0" t="0" r="0" b="0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" name="Shape 347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0" t="0" r="0" b="0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48" name="Shape 348"/>
          <p:cNvGrpSpPr/>
          <p:nvPr/>
        </p:nvGrpSpPr>
        <p:grpSpPr>
          <a:xfrm>
            <a:off x="1727940" y="2009734"/>
            <a:ext cx="329889" cy="274439"/>
            <a:chOff x="1926350" y="995225"/>
            <a:chExt cx="428650" cy="356600"/>
          </a:xfrm>
        </p:grpSpPr>
        <p:sp>
          <p:nvSpPr>
            <p:cNvPr id="349" name="Shape 349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" name="Shape 350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1" name="Shape 351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2" name="Shape 352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53" name="Shape 353"/>
          <p:cNvSpPr/>
          <p:nvPr/>
        </p:nvSpPr>
        <p:spPr>
          <a:xfrm>
            <a:off x="2250411" y="1986686"/>
            <a:ext cx="322385" cy="320500"/>
          </a:xfrm>
          <a:custGeom>
            <a:avLst/>
            <a:gdLst/>
            <a:ahLst/>
            <a:cxnLst/>
            <a:rect l="0" t="0" r="0" b="0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4" name="Shape 354"/>
          <p:cNvSpPr/>
          <p:nvPr/>
        </p:nvSpPr>
        <p:spPr>
          <a:xfrm>
            <a:off x="2769648" y="2002674"/>
            <a:ext cx="321423" cy="288542"/>
          </a:xfrm>
          <a:custGeom>
            <a:avLst/>
            <a:gdLst/>
            <a:ahLst/>
            <a:cxnLst/>
            <a:rect l="0" t="0" r="0" b="0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5" name="Shape 355"/>
          <p:cNvSpPr/>
          <p:nvPr/>
        </p:nvSpPr>
        <p:spPr>
          <a:xfrm>
            <a:off x="3293098" y="2005021"/>
            <a:ext cx="312034" cy="283828"/>
          </a:xfrm>
          <a:custGeom>
            <a:avLst/>
            <a:gdLst/>
            <a:ahLst/>
            <a:cxnLst/>
            <a:rect l="0" t="0" r="0" b="0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6" name="Shape 356"/>
          <p:cNvSpPr/>
          <p:nvPr/>
        </p:nvSpPr>
        <p:spPr>
          <a:xfrm>
            <a:off x="3822186" y="2007830"/>
            <a:ext cx="291371" cy="278210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57" name="Shape 357"/>
          <p:cNvGrpSpPr/>
          <p:nvPr/>
        </p:nvGrpSpPr>
        <p:grpSpPr>
          <a:xfrm>
            <a:off x="4326013" y="1989070"/>
            <a:ext cx="321423" cy="321885"/>
            <a:chOff x="5302225" y="968375"/>
            <a:chExt cx="417650" cy="418250"/>
          </a:xfrm>
        </p:grpSpPr>
        <p:sp>
          <p:nvSpPr>
            <p:cNvPr id="358" name="Shape 358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0" t="0" r="0" b="0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9" name="Shape 359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0" t="0" r="0" b="0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60" name="Shape 360"/>
          <p:cNvGrpSpPr/>
          <p:nvPr/>
        </p:nvGrpSpPr>
        <p:grpSpPr>
          <a:xfrm>
            <a:off x="4806243" y="1952879"/>
            <a:ext cx="398499" cy="388148"/>
            <a:chOff x="5926225" y="921350"/>
            <a:chExt cx="517800" cy="504350"/>
          </a:xfrm>
        </p:grpSpPr>
        <p:sp>
          <p:nvSpPr>
            <p:cNvPr id="361" name="Shape 361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2" name="Shape 362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63" name="Shape 363"/>
          <p:cNvGrpSpPr/>
          <p:nvPr/>
        </p:nvGrpSpPr>
        <p:grpSpPr>
          <a:xfrm>
            <a:off x="5338172" y="1960402"/>
            <a:ext cx="372179" cy="373121"/>
            <a:chOff x="6617400" y="931125"/>
            <a:chExt cx="483600" cy="484825"/>
          </a:xfrm>
        </p:grpSpPr>
        <p:sp>
          <p:nvSpPr>
            <p:cNvPr id="364" name="Shape 364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0" t="0" r="0" b="0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5" name="Shape 365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0" t="0" r="0" b="0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66" name="Shape 366"/>
          <p:cNvGrpSpPr/>
          <p:nvPr/>
        </p:nvGrpSpPr>
        <p:grpSpPr>
          <a:xfrm>
            <a:off x="675839" y="2539776"/>
            <a:ext cx="359018" cy="251890"/>
            <a:chOff x="559275" y="1683950"/>
            <a:chExt cx="466500" cy="327300"/>
          </a:xfrm>
        </p:grpSpPr>
        <p:sp>
          <p:nvSpPr>
            <p:cNvPr id="367" name="Shape 367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0" t="0" r="0" b="0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8" name="Shape 368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0" t="0" r="0" b="0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69" name="Shape 369"/>
          <p:cNvGrpSpPr/>
          <p:nvPr/>
        </p:nvGrpSpPr>
        <p:grpSpPr>
          <a:xfrm>
            <a:off x="1194607" y="2489983"/>
            <a:ext cx="359018" cy="351496"/>
            <a:chOff x="1233350" y="1619250"/>
            <a:chExt cx="466500" cy="456725"/>
          </a:xfrm>
        </p:grpSpPr>
        <p:sp>
          <p:nvSpPr>
            <p:cNvPr id="370" name="Shape 370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0" t="0" r="0" b="0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1" name="Shape 371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2" name="Shape 372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3" name="Shape 373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0" t="0" r="0" b="0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74" name="Shape 374"/>
          <p:cNvGrpSpPr/>
          <p:nvPr/>
        </p:nvGrpSpPr>
        <p:grpSpPr>
          <a:xfrm>
            <a:off x="1724650" y="2497487"/>
            <a:ext cx="336469" cy="336469"/>
            <a:chOff x="1922075" y="1629000"/>
            <a:chExt cx="437200" cy="437200"/>
          </a:xfrm>
        </p:grpSpPr>
        <p:sp>
          <p:nvSpPr>
            <p:cNvPr id="375" name="Shape 375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0" t="0" r="0" b="0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6" name="Shape 376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0" t="0" r="0" b="0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77" name="Shape 377"/>
          <p:cNvGrpSpPr/>
          <p:nvPr/>
        </p:nvGrpSpPr>
        <p:grpSpPr>
          <a:xfrm>
            <a:off x="2242013" y="2496082"/>
            <a:ext cx="339278" cy="339278"/>
            <a:chOff x="2594325" y="1627175"/>
            <a:chExt cx="440850" cy="440850"/>
          </a:xfrm>
        </p:grpSpPr>
        <p:sp>
          <p:nvSpPr>
            <p:cNvPr id="378" name="Shape 378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0" t="0" r="0" b="0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9" name="Shape 37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0" t="0" r="0" b="0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0" t="0" r="0" b="0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81" name="Shape 381"/>
          <p:cNvSpPr/>
          <p:nvPr/>
        </p:nvSpPr>
        <p:spPr>
          <a:xfrm>
            <a:off x="2775747" y="2511099"/>
            <a:ext cx="309225" cy="309206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82" name="Shape 382"/>
          <p:cNvGrpSpPr/>
          <p:nvPr/>
        </p:nvGrpSpPr>
        <p:grpSpPr>
          <a:xfrm>
            <a:off x="3311507" y="2470705"/>
            <a:ext cx="275363" cy="390033"/>
            <a:chOff x="3984000" y="1594200"/>
            <a:chExt cx="357800" cy="506800"/>
          </a:xfrm>
        </p:grpSpPr>
        <p:sp>
          <p:nvSpPr>
            <p:cNvPr id="383" name="Shape 383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0" t="0" r="0" b="0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4" name="Shape 384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0" t="0" r="0" b="0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85" name="Shape 385"/>
          <p:cNvGrpSpPr/>
          <p:nvPr/>
        </p:nvGrpSpPr>
        <p:grpSpPr>
          <a:xfrm>
            <a:off x="3786562" y="2554341"/>
            <a:ext cx="362789" cy="222761"/>
            <a:chOff x="4601275" y="1702875"/>
            <a:chExt cx="471400" cy="289450"/>
          </a:xfrm>
        </p:grpSpPr>
        <p:sp>
          <p:nvSpPr>
            <p:cNvPr id="386" name="Shape 386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7" name="Shape 387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0" t="0" r="0" b="0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9" name="Shape 389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0" name="Shape 390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0" t="0" r="0" b="0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91" name="Shape 391"/>
          <p:cNvGrpSpPr/>
          <p:nvPr/>
        </p:nvGrpSpPr>
        <p:grpSpPr>
          <a:xfrm>
            <a:off x="4322723" y="2499834"/>
            <a:ext cx="328004" cy="331775"/>
            <a:chOff x="5297950" y="1632050"/>
            <a:chExt cx="426200" cy="431100"/>
          </a:xfrm>
        </p:grpSpPr>
        <p:sp>
          <p:nvSpPr>
            <p:cNvPr id="392" name="Shape 392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0" t="0" r="0" b="0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3" name="Shape 393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0" t="0" r="0" b="0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94" name="Shape 394"/>
          <p:cNvGrpSpPr/>
          <p:nvPr/>
        </p:nvGrpSpPr>
        <p:grpSpPr>
          <a:xfrm>
            <a:off x="4840548" y="2489983"/>
            <a:ext cx="329889" cy="351496"/>
            <a:chOff x="5970800" y="1619250"/>
            <a:chExt cx="428650" cy="456725"/>
          </a:xfrm>
        </p:grpSpPr>
        <p:sp>
          <p:nvSpPr>
            <p:cNvPr id="395" name="Shape 395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6" name="Shape 396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7" name="Shape 397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8" name="Shape 398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9" name="Shape 399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00" name="Shape 400"/>
          <p:cNvGrpSpPr/>
          <p:nvPr/>
        </p:nvGrpSpPr>
        <p:grpSpPr>
          <a:xfrm>
            <a:off x="5344290" y="2485750"/>
            <a:ext cx="369812" cy="337393"/>
            <a:chOff x="6625350" y="1613750"/>
            <a:chExt cx="480525" cy="438400"/>
          </a:xfrm>
        </p:grpSpPr>
        <p:sp>
          <p:nvSpPr>
            <p:cNvPr id="401" name="Shape 401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2" name="Shape 402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3" name="Shape 403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4" name="Shape 404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5" name="Shape 405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06" name="Shape 406"/>
          <p:cNvGrpSpPr/>
          <p:nvPr/>
        </p:nvGrpSpPr>
        <p:grpSpPr>
          <a:xfrm>
            <a:off x="715781" y="3034591"/>
            <a:ext cx="279134" cy="299817"/>
            <a:chOff x="611175" y="2326900"/>
            <a:chExt cx="362700" cy="389575"/>
          </a:xfrm>
        </p:grpSpPr>
        <p:sp>
          <p:nvSpPr>
            <p:cNvPr id="407" name="Shape 407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0" t="0" r="0" b="0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8" name="Shape 408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0" t="0" r="0" b="0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9" name="Shape 40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0" t="0" r="0" b="0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0" name="Shape 410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0" t="0" r="0" b="0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11" name="Shape 411"/>
          <p:cNvSpPr/>
          <p:nvPr/>
        </p:nvSpPr>
        <p:spPr>
          <a:xfrm>
            <a:off x="1227003" y="3037358"/>
            <a:ext cx="294180" cy="294180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2" name="Shape 412"/>
          <p:cNvSpPr/>
          <p:nvPr/>
        </p:nvSpPr>
        <p:spPr>
          <a:xfrm>
            <a:off x="1745758" y="3037358"/>
            <a:ext cx="294180" cy="294180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3" name="Shape 413"/>
          <p:cNvSpPr/>
          <p:nvPr/>
        </p:nvSpPr>
        <p:spPr>
          <a:xfrm>
            <a:off x="2264514" y="3037358"/>
            <a:ext cx="294180" cy="294180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14" name="Shape 414"/>
          <p:cNvGrpSpPr/>
          <p:nvPr/>
        </p:nvGrpSpPr>
        <p:grpSpPr>
          <a:xfrm>
            <a:off x="2851940" y="2986664"/>
            <a:ext cx="156960" cy="391919"/>
            <a:chOff x="3386850" y="2264625"/>
            <a:chExt cx="203950" cy="509250"/>
          </a:xfrm>
        </p:grpSpPr>
        <p:sp>
          <p:nvSpPr>
            <p:cNvPr id="415" name="Shape 415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0" t="0" r="0" b="0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6" name="Shape 416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0" t="0" r="0" b="0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17" name="Shape 417"/>
          <p:cNvGrpSpPr/>
          <p:nvPr/>
        </p:nvGrpSpPr>
        <p:grpSpPr>
          <a:xfrm>
            <a:off x="3903579" y="3036476"/>
            <a:ext cx="128754" cy="292294"/>
            <a:chOff x="4753325" y="2329350"/>
            <a:chExt cx="167300" cy="379800"/>
          </a:xfrm>
        </p:grpSpPr>
        <p:sp>
          <p:nvSpPr>
            <p:cNvPr id="418" name="Shape 418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0" t="0" r="0" b="0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9" name="Shape 419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0" t="0" r="0" b="0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20" name="Shape 420"/>
          <p:cNvGrpSpPr/>
          <p:nvPr/>
        </p:nvGrpSpPr>
        <p:grpSpPr>
          <a:xfrm>
            <a:off x="3382445" y="2988530"/>
            <a:ext cx="133487" cy="388167"/>
            <a:chOff x="4076175" y="2267050"/>
            <a:chExt cx="173450" cy="504375"/>
          </a:xfrm>
        </p:grpSpPr>
        <p:sp>
          <p:nvSpPr>
            <p:cNvPr id="421" name="Shape 421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0" t="0" r="0" b="0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2" name="Shape 422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0" t="0" r="0" b="0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23" name="Shape 423"/>
          <p:cNvSpPr/>
          <p:nvPr/>
        </p:nvSpPr>
        <p:spPr>
          <a:xfrm>
            <a:off x="4339537" y="3029374"/>
            <a:ext cx="294180" cy="310149"/>
          </a:xfrm>
          <a:custGeom>
            <a:avLst/>
            <a:gdLst/>
            <a:ahLst/>
            <a:cxnLst/>
            <a:rect l="0" t="0" r="0" b="0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24" name="Shape 424"/>
          <p:cNvGrpSpPr/>
          <p:nvPr/>
        </p:nvGrpSpPr>
        <p:grpSpPr>
          <a:xfrm>
            <a:off x="4843838" y="3035052"/>
            <a:ext cx="323309" cy="298874"/>
            <a:chOff x="5975075" y="2327500"/>
            <a:chExt cx="420100" cy="388350"/>
          </a:xfrm>
        </p:grpSpPr>
        <p:sp>
          <p:nvSpPr>
            <p:cNvPr id="425" name="Shape 425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0" t="0" r="0" b="0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6" name="Shape 426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0" t="0" r="0" b="0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27" name="Shape 427"/>
          <p:cNvGrpSpPr/>
          <p:nvPr/>
        </p:nvGrpSpPr>
        <p:grpSpPr>
          <a:xfrm>
            <a:off x="5425098" y="3026125"/>
            <a:ext cx="198326" cy="323309"/>
            <a:chOff x="6730350" y="2315900"/>
            <a:chExt cx="257700" cy="420100"/>
          </a:xfrm>
        </p:grpSpPr>
        <p:sp>
          <p:nvSpPr>
            <p:cNvPr id="428" name="Shape 428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9" name="Shape 429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0" name="Shape 430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0" t="0" r="0" b="0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1" name="Shape 431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0" t="0" r="0" b="0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2" name="Shape 432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0" t="0" r="0" b="0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33" name="Shape 433"/>
          <p:cNvGrpSpPr/>
          <p:nvPr/>
        </p:nvGrpSpPr>
        <p:grpSpPr>
          <a:xfrm>
            <a:off x="805055" y="3519997"/>
            <a:ext cx="100587" cy="366541"/>
            <a:chOff x="727175" y="2957625"/>
            <a:chExt cx="130700" cy="476275"/>
          </a:xfrm>
        </p:grpSpPr>
        <p:sp>
          <p:nvSpPr>
            <p:cNvPr id="434" name="Shape 434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0" t="0" r="0" b="0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5" name="Shape 435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0" t="0" r="0" b="0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36" name="Shape 436"/>
          <p:cNvSpPr/>
          <p:nvPr/>
        </p:nvSpPr>
        <p:spPr>
          <a:xfrm>
            <a:off x="1738717" y="3505380"/>
            <a:ext cx="308263" cy="395671"/>
          </a:xfrm>
          <a:custGeom>
            <a:avLst/>
            <a:gdLst/>
            <a:ahLst/>
            <a:cxnLst/>
            <a:rect l="0" t="0" r="0" b="0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7" name="Shape 437"/>
          <p:cNvSpPr/>
          <p:nvPr/>
        </p:nvSpPr>
        <p:spPr>
          <a:xfrm>
            <a:off x="1259902" y="3505380"/>
            <a:ext cx="228379" cy="395671"/>
          </a:xfrm>
          <a:custGeom>
            <a:avLst/>
            <a:gdLst/>
            <a:ahLst/>
            <a:cxnLst/>
            <a:rect l="0" t="0" r="0" b="0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38" name="Shape 438"/>
          <p:cNvGrpSpPr/>
          <p:nvPr/>
        </p:nvGrpSpPr>
        <p:grpSpPr>
          <a:xfrm>
            <a:off x="2233548" y="3531733"/>
            <a:ext cx="356209" cy="343049"/>
            <a:chOff x="2583325" y="2972875"/>
            <a:chExt cx="462850" cy="445750"/>
          </a:xfrm>
        </p:grpSpPr>
        <p:sp>
          <p:nvSpPr>
            <p:cNvPr id="439" name="Shape 439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0" name="Shape 440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41" name="Shape 441"/>
          <p:cNvGrpSpPr/>
          <p:nvPr/>
        </p:nvGrpSpPr>
        <p:grpSpPr>
          <a:xfrm>
            <a:off x="2740098" y="3582969"/>
            <a:ext cx="380644" cy="240596"/>
            <a:chOff x="3241525" y="3039450"/>
            <a:chExt cx="494600" cy="312625"/>
          </a:xfrm>
        </p:grpSpPr>
        <p:sp>
          <p:nvSpPr>
            <p:cNvPr id="442" name="Shape 442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0" t="0" r="0" b="0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3" name="Shape 443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0" t="0" r="0" b="0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44" name="Shape 444"/>
          <p:cNvSpPr/>
          <p:nvPr/>
        </p:nvSpPr>
        <p:spPr>
          <a:xfrm>
            <a:off x="3804331" y="3539684"/>
            <a:ext cx="327080" cy="327061"/>
          </a:xfrm>
          <a:custGeom>
            <a:avLst/>
            <a:gdLst/>
            <a:ahLst/>
            <a:cxnLst/>
            <a:rect l="0" t="0" r="0" b="0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45" name="Shape 445"/>
          <p:cNvGrpSpPr/>
          <p:nvPr/>
        </p:nvGrpSpPr>
        <p:grpSpPr>
          <a:xfrm>
            <a:off x="4289822" y="3557592"/>
            <a:ext cx="393804" cy="291351"/>
            <a:chOff x="5255200" y="3006475"/>
            <a:chExt cx="511700" cy="378575"/>
          </a:xfrm>
        </p:grpSpPr>
        <p:sp>
          <p:nvSpPr>
            <p:cNvPr id="446" name="Shape 446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0" t="0" r="0" b="0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7" name="Shape 447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0" t="0" r="0" b="0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48" name="Shape 448"/>
          <p:cNvGrpSpPr/>
          <p:nvPr/>
        </p:nvGrpSpPr>
        <p:grpSpPr>
          <a:xfrm>
            <a:off x="3289881" y="3540680"/>
            <a:ext cx="318614" cy="325175"/>
            <a:chOff x="3955900" y="2984500"/>
            <a:chExt cx="414000" cy="422525"/>
          </a:xfrm>
        </p:grpSpPr>
        <p:sp>
          <p:nvSpPr>
            <p:cNvPr id="449" name="Shape 449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0" t="0" r="0" b="0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0" name="Shape 450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0" t="0" r="0" b="0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1" name="Shape 451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0" t="0" r="0" b="0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52" name="Shape 452"/>
          <p:cNvSpPr/>
          <p:nvPr/>
        </p:nvSpPr>
        <p:spPr>
          <a:xfrm>
            <a:off x="679118" y="4081932"/>
            <a:ext cx="356190" cy="280077"/>
          </a:xfrm>
          <a:custGeom>
            <a:avLst/>
            <a:gdLst/>
            <a:ahLst/>
            <a:cxnLst/>
            <a:rect l="0" t="0" r="0" b="0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3" name="Shape 453"/>
          <p:cNvSpPr/>
          <p:nvPr/>
        </p:nvSpPr>
        <p:spPr>
          <a:xfrm>
            <a:off x="4881322" y="3524639"/>
            <a:ext cx="248119" cy="357152"/>
          </a:xfrm>
          <a:custGeom>
            <a:avLst/>
            <a:gdLst/>
            <a:ahLst/>
            <a:cxnLst/>
            <a:rect l="0" t="0" r="0" b="0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54" name="Shape 454"/>
          <p:cNvGrpSpPr/>
          <p:nvPr/>
        </p:nvGrpSpPr>
        <p:grpSpPr>
          <a:xfrm>
            <a:off x="5402549" y="3535966"/>
            <a:ext cx="243424" cy="345877"/>
            <a:chOff x="6701050" y="2978375"/>
            <a:chExt cx="316300" cy="449425"/>
          </a:xfrm>
        </p:grpSpPr>
        <p:sp>
          <p:nvSpPr>
            <p:cNvPr id="455" name="Shape 455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0" t="0" r="0" b="0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6" name="Shape 456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0" t="0" r="0" b="0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57" name="Shape 457"/>
          <p:cNvGrpSpPr/>
          <p:nvPr/>
        </p:nvGrpSpPr>
        <p:grpSpPr>
          <a:xfrm>
            <a:off x="1200706" y="4105489"/>
            <a:ext cx="346820" cy="233093"/>
            <a:chOff x="1241275" y="3718400"/>
            <a:chExt cx="450650" cy="302875"/>
          </a:xfrm>
        </p:grpSpPr>
        <p:sp>
          <p:nvSpPr>
            <p:cNvPr id="458" name="Shape 458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0" t="0" r="0" b="0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9" name="Shape 459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0" t="0" r="0" b="0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0" name="Shape 460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0" t="0" r="0" b="0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1" name="Shape 461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0" t="0" r="0" b="0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62" name="Shape 462"/>
          <p:cNvGrpSpPr/>
          <p:nvPr/>
        </p:nvGrpSpPr>
        <p:grpSpPr>
          <a:xfrm>
            <a:off x="1724188" y="4087634"/>
            <a:ext cx="337393" cy="269264"/>
            <a:chOff x="1921475" y="3695200"/>
            <a:chExt cx="438400" cy="349875"/>
          </a:xfrm>
        </p:grpSpPr>
        <p:sp>
          <p:nvSpPr>
            <p:cNvPr id="463" name="Shape 463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0" t="0" r="0" b="0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4" name="Shape 464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0" t="0" r="0" b="0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5" name="Shape 465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0" t="0" r="0" b="0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66" name="Shape 466"/>
          <p:cNvGrpSpPr/>
          <p:nvPr/>
        </p:nvGrpSpPr>
        <p:grpSpPr>
          <a:xfrm>
            <a:off x="2246246" y="4083402"/>
            <a:ext cx="330813" cy="277268"/>
            <a:chOff x="2599825" y="3689700"/>
            <a:chExt cx="429850" cy="360275"/>
          </a:xfrm>
        </p:grpSpPr>
        <p:sp>
          <p:nvSpPr>
            <p:cNvPr id="467" name="Shape 467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0" t="0" r="0" b="0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8" name="Shape 468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0" t="0" r="0" b="0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69" name="Shape 469"/>
          <p:cNvGrpSpPr/>
          <p:nvPr/>
        </p:nvGrpSpPr>
        <p:grpSpPr>
          <a:xfrm>
            <a:off x="2780983" y="4054734"/>
            <a:ext cx="298874" cy="312034"/>
            <a:chOff x="3294650" y="3652450"/>
            <a:chExt cx="388350" cy="405450"/>
          </a:xfrm>
        </p:grpSpPr>
        <p:sp>
          <p:nvSpPr>
            <p:cNvPr id="470" name="Shape 470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0" t="0" r="0" b="0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1" name="Shape 471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0" t="0" r="0" b="0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2" name="Shape 472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0" t="0" r="0" b="0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73" name="Shape 473"/>
          <p:cNvGrpSpPr/>
          <p:nvPr/>
        </p:nvGrpSpPr>
        <p:grpSpPr>
          <a:xfrm>
            <a:off x="3274855" y="4094214"/>
            <a:ext cx="348667" cy="255642"/>
            <a:chOff x="3936375" y="3703750"/>
            <a:chExt cx="453050" cy="332175"/>
          </a:xfrm>
        </p:grpSpPr>
        <p:sp>
          <p:nvSpPr>
            <p:cNvPr id="474" name="Shape 474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5" name="Shape 475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6" name="Shape 476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7" name="Shape 477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0" t="0" r="0" b="0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8" name="Shape 478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0" t="0" r="0" b="0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79" name="Shape 479"/>
          <p:cNvGrpSpPr/>
          <p:nvPr/>
        </p:nvGrpSpPr>
        <p:grpSpPr>
          <a:xfrm>
            <a:off x="3793623" y="4094214"/>
            <a:ext cx="348667" cy="255642"/>
            <a:chOff x="4610450" y="3703750"/>
            <a:chExt cx="453050" cy="332175"/>
          </a:xfrm>
        </p:grpSpPr>
        <p:sp>
          <p:nvSpPr>
            <p:cNvPr id="480" name="Shape 480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1" name="Shape 481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0" t="0" r="0" b="0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82" name="Shape 482"/>
          <p:cNvGrpSpPr/>
          <p:nvPr/>
        </p:nvGrpSpPr>
        <p:grpSpPr>
          <a:xfrm>
            <a:off x="4324608" y="4068375"/>
            <a:ext cx="324232" cy="307321"/>
            <a:chOff x="5300400" y="3670175"/>
            <a:chExt cx="421300" cy="399325"/>
          </a:xfrm>
        </p:grpSpPr>
        <p:sp>
          <p:nvSpPr>
            <p:cNvPr id="483" name="Shape 483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0" t="0" r="0" b="0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4" name="Shape 484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0" t="0" r="0" b="0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5" name="Shape 485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0" t="0" r="0" b="0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6" name="Shape 486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0" t="0" r="0" b="0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7" name="Shape 487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0" t="0" r="0" b="0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88" name="Shape 488"/>
          <p:cNvSpPr/>
          <p:nvPr/>
        </p:nvSpPr>
        <p:spPr>
          <a:xfrm>
            <a:off x="4824931" y="4041529"/>
            <a:ext cx="360904" cy="360885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89" name="Shape 489"/>
          <p:cNvGrpSpPr/>
          <p:nvPr/>
        </p:nvGrpSpPr>
        <p:grpSpPr>
          <a:xfrm>
            <a:off x="5366839" y="4064604"/>
            <a:ext cx="314843" cy="314863"/>
            <a:chOff x="6654650" y="3665275"/>
            <a:chExt cx="409100" cy="409125"/>
          </a:xfrm>
        </p:grpSpPr>
        <p:sp>
          <p:nvSpPr>
            <p:cNvPr id="490" name="Shape 49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1" name="Shape 491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92" name="Shape 492"/>
          <p:cNvGrpSpPr/>
          <p:nvPr/>
        </p:nvGrpSpPr>
        <p:grpSpPr>
          <a:xfrm>
            <a:off x="684766" y="4570212"/>
            <a:ext cx="341164" cy="341183"/>
            <a:chOff x="570875" y="4322250"/>
            <a:chExt cx="443300" cy="443325"/>
          </a:xfrm>
        </p:grpSpPr>
        <p:sp>
          <p:nvSpPr>
            <p:cNvPr id="493" name="Shape 493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4" name="Shape 494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5" name="Shape 495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6" name="Shape 49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97" name="Shape 497"/>
          <p:cNvSpPr/>
          <p:nvPr/>
        </p:nvSpPr>
        <p:spPr>
          <a:xfrm>
            <a:off x="1189409" y="4636396"/>
            <a:ext cx="369370" cy="208658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498" name="Shape 498"/>
          <p:cNvGrpSpPr/>
          <p:nvPr/>
        </p:nvGrpSpPr>
        <p:grpSpPr>
          <a:xfrm>
            <a:off x="1768825" y="4544854"/>
            <a:ext cx="248119" cy="391900"/>
            <a:chOff x="1979475" y="4289300"/>
            <a:chExt cx="322400" cy="509225"/>
          </a:xfrm>
        </p:grpSpPr>
        <p:sp>
          <p:nvSpPr>
            <p:cNvPr id="499" name="Shape 499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0" t="0" r="0" b="0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0" name="Shape 500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0" t="0" r="0" b="0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1" name="Shape 501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0" t="0" r="0" b="0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02" name="Shape 502"/>
          <p:cNvGrpSpPr/>
          <p:nvPr/>
        </p:nvGrpSpPr>
        <p:grpSpPr>
          <a:xfrm>
            <a:off x="2265505" y="4550010"/>
            <a:ext cx="292756" cy="381587"/>
            <a:chOff x="2624850" y="4296000"/>
            <a:chExt cx="380400" cy="495825"/>
          </a:xfrm>
        </p:grpSpPr>
        <p:sp>
          <p:nvSpPr>
            <p:cNvPr id="503" name="Shape 503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0" t="0" r="0" b="0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4" name="Shape 504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0" t="0" r="0" b="0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5" name="Shape 505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0" t="0" r="0" b="0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06" name="Shape 506"/>
          <p:cNvSpPr/>
          <p:nvPr/>
        </p:nvSpPr>
        <p:spPr>
          <a:xfrm>
            <a:off x="3292636" y="4584238"/>
            <a:ext cx="312958" cy="312977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7" name="Shape 507"/>
          <p:cNvSpPr/>
          <p:nvPr/>
        </p:nvSpPr>
        <p:spPr>
          <a:xfrm>
            <a:off x="2773881" y="4603978"/>
            <a:ext cx="312958" cy="273497"/>
          </a:xfrm>
          <a:custGeom>
            <a:avLst/>
            <a:gdLst/>
            <a:ahLst/>
            <a:cxnLst/>
            <a:rect l="0" t="0" r="0" b="0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8" name="Shape 508"/>
          <p:cNvSpPr/>
          <p:nvPr/>
        </p:nvSpPr>
        <p:spPr>
          <a:xfrm>
            <a:off x="3809968" y="4582834"/>
            <a:ext cx="315805" cy="315786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509" name="Shape 509"/>
          <p:cNvGrpSpPr/>
          <p:nvPr/>
        </p:nvGrpSpPr>
        <p:grpSpPr>
          <a:xfrm>
            <a:off x="4305811" y="4587605"/>
            <a:ext cx="361827" cy="306397"/>
            <a:chOff x="5275975" y="4344850"/>
            <a:chExt cx="470150" cy="398125"/>
          </a:xfrm>
        </p:grpSpPr>
        <p:sp>
          <p:nvSpPr>
            <p:cNvPr id="510" name="Shape 510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1" name="Shape 511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2" name="Shape 512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0" t="0" r="0" b="0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13" name="Shape 513"/>
          <p:cNvSpPr/>
          <p:nvPr/>
        </p:nvSpPr>
        <p:spPr>
          <a:xfrm>
            <a:off x="4842785" y="4578139"/>
            <a:ext cx="325194" cy="325175"/>
          </a:xfrm>
          <a:custGeom>
            <a:avLst/>
            <a:gdLst/>
            <a:ahLst/>
            <a:cxnLst/>
            <a:rect l="0" t="0" r="0" b="0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514" name="Shape 514"/>
          <p:cNvGrpSpPr/>
          <p:nvPr/>
        </p:nvGrpSpPr>
        <p:grpSpPr>
          <a:xfrm>
            <a:off x="5357431" y="4562708"/>
            <a:ext cx="333660" cy="356190"/>
            <a:chOff x="6642425" y="4312500"/>
            <a:chExt cx="433550" cy="462825"/>
          </a:xfrm>
        </p:grpSpPr>
        <p:sp>
          <p:nvSpPr>
            <p:cNvPr id="515" name="Shape 515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0" t="0" r="0" b="0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6" name="Shape 516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0" t="0" r="0" b="0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7" name="Shape 517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0" t="0" r="0" b="0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18" name="Shape 518"/>
          <p:cNvSpPr/>
          <p:nvPr/>
        </p:nvSpPr>
        <p:spPr>
          <a:xfrm>
            <a:off x="641063" y="5133066"/>
            <a:ext cx="428552" cy="252833"/>
          </a:xfrm>
          <a:custGeom>
            <a:avLst/>
            <a:gdLst/>
            <a:ahLst/>
            <a:cxnLst/>
            <a:rect l="0" t="0" r="0" b="0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519" name="Shape 519"/>
          <p:cNvGrpSpPr/>
          <p:nvPr/>
        </p:nvGrpSpPr>
        <p:grpSpPr>
          <a:xfrm>
            <a:off x="1203053" y="5091347"/>
            <a:ext cx="342106" cy="336469"/>
            <a:chOff x="1244325" y="4999400"/>
            <a:chExt cx="444525" cy="437200"/>
          </a:xfrm>
        </p:grpSpPr>
        <p:sp>
          <p:nvSpPr>
            <p:cNvPr id="520" name="Shape 520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0" t="0" r="0" b="0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1" name="Shape 521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0" t="0" r="0" b="0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2" name="Shape 522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3" name="Shape 523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0" t="0" r="0" b="0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4" name="Shape 524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25" name="Shape 525"/>
          <p:cNvGrpSpPr/>
          <p:nvPr/>
        </p:nvGrpSpPr>
        <p:grpSpPr>
          <a:xfrm>
            <a:off x="1752374" y="5080534"/>
            <a:ext cx="281019" cy="358076"/>
            <a:chOff x="1958100" y="4985350"/>
            <a:chExt cx="365150" cy="465275"/>
          </a:xfrm>
        </p:grpSpPr>
        <p:sp>
          <p:nvSpPr>
            <p:cNvPr id="526" name="Shape 526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0" t="0" r="0" b="0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7" name="Shape 527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0" t="0" r="0" b="0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8" name="Shape 528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0" t="0" r="0" b="0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29" name="Shape 529"/>
          <p:cNvGrpSpPr/>
          <p:nvPr/>
        </p:nvGrpSpPr>
        <p:grpSpPr>
          <a:xfrm>
            <a:off x="2250459" y="5094156"/>
            <a:ext cx="322385" cy="331294"/>
            <a:chOff x="2605300" y="5003050"/>
            <a:chExt cx="418900" cy="430475"/>
          </a:xfrm>
        </p:grpSpPr>
        <p:sp>
          <p:nvSpPr>
            <p:cNvPr id="530" name="Shape 530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0" t="0" r="0" b="0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1" name="Shape 531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0" t="0" r="0" b="0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2" name="Shape 532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0" t="0" r="0" b="0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33" name="Shape 533"/>
          <p:cNvGrpSpPr/>
          <p:nvPr/>
        </p:nvGrpSpPr>
        <p:grpSpPr>
          <a:xfrm>
            <a:off x="2737751" y="5101217"/>
            <a:ext cx="385339" cy="316729"/>
            <a:chOff x="3238475" y="5012225"/>
            <a:chExt cx="500700" cy="411550"/>
          </a:xfrm>
        </p:grpSpPr>
        <p:sp>
          <p:nvSpPr>
            <p:cNvPr id="534" name="Shape 534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0" t="0" r="0" b="0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5" name="Shape 535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0" t="0" r="0" b="0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6" name="Shape 536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7" name="Shape 537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39" name="Shape 539"/>
          <p:cNvGrpSpPr/>
          <p:nvPr/>
        </p:nvGrpSpPr>
        <p:grpSpPr>
          <a:xfrm>
            <a:off x="3756490" y="5067374"/>
            <a:ext cx="422934" cy="384396"/>
            <a:chOff x="4562200" y="4968250"/>
            <a:chExt cx="549550" cy="499475"/>
          </a:xfrm>
        </p:grpSpPr>
        <p:sp>
          <p:nvSpPr>
            <p:cNvPr id="540" name="Shape 540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0" t="0" r="0" b="0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1" name="Shape 541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0" t="0" r="0" b="0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2" name="Shape 542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0" t="0" r="0" b="0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3" name="Shape 543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0" t="0" r="0" b="0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4" name="Shape 544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0" t="0" r="0" b="0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45" name="Shape 545"/>
          <p:cNvGrpSpPr/>
          <p:nvPr/>
        </p:nvGrpSpPr>
        <p:grpSpPr>
          <a:xfrm>
            <a:off x="3302580" y="5088999"/>
            <a:ext cx="293218" cy="340683"/>
            <a:chOff x="3972400" y="4996350"/>
            <a:chExt cx="381000" cy="442675"/>
          </a:xfrm>
        </p:grpSpPr>
        <p:sp>
          <p:nvSpPr>
            <p:cNvPr id="546" name="Shape 546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0" t="0" r="0" b="0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0" t="0" r="0" b="0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48" name="Shape 548"/>
          <p:cNvGrpSpPr/>
          <p:nvPr/>
        </p:nvGrpSpPr>
        <p:grpSpPr>
          <a:xfrm>
            <a:off x="4279029" y="5060332"/>
            <a:ext cx="415411" cy="398480"/>
            <a:chOff x="5241175" y="4959100"/>
            <a:chExt cx="539775" cy="517775"/>
          </a:xfrm>
        </p:grpSpPr>
        <p:sp>
          <p:nvSpPr>
            <p:cNvPr id="549" name="Shape 549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3" name="Shape 553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4" name="Shape 554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55" name="Shape 555"/>
          <p:cNvSpPr/>
          <p:nvPr/>
        </p:nvSpPr>
        <p:spPr>
          <a:xfrm>
            <a:off x="4822584" y="5158443"/>
            <a:ext cx="365598" cy="202078"/>
          </a:xfrm>
          <a:custGeom>
            <a:avLst/>
            <a:gdLst/>
            <a:ahLst/>
            <a:cxnLst/>
            <a:rect l="0" t="0" r="0" b="0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5F1E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556" name="Shape 556"/>
          <p:cNvGrpSpPr/>
          <p:nvPr/>
        </p:nvGrpSpPr>
        <p:grpSpPr>
          <a:xfrm>
            <a:off x="5390331" y="5119533"/>
            <a:ext cx="266455" cy="306397"/>
            <a:chOff x="6685175" y="5036025"/>
            <a:chExt cx="346225" cy="398125"/>
          </a:xfrm>
        </p:grpSpPr>
        <p:sp>
          <p:nvSpPr>
            <p:cNvPr id="557" name="Shape 557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0" t="0" r="0" b="0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8" name="Shape 558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0" t="0" r="0" b="0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9" name="Shape 559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0" t="0" r="0" b="0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0" name="Shape 560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0" t="0" r="0" b="0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1" name="Shape 561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0" t="0" r="0" b="0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5F1E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562" name="Shape 562"/>
          <p:cNvGrpSpPr/>
          <p:nvPr/>
        </p:nvGrpSpPr>
        <p:grpSpPr>
          <a:xfrm>
            <a:off x="6219251" y="3297492"/>
            <a:ext cx="398188" cy="387845"/>
            <a:chOff x="5926225" y="921350"/>
            <a:chExt cx="517800" cy="504350"/>
          </a:xfrm>
        </p:grpSpPr>
        <p:sp>
          <p:nvSpPr>
            <p:cNvPr id="563" name="Shape 563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564" name="Shape 564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565" name="Shape 565"/>
          <p:cNvSpPr/>
          <p:nvPr/>
        </p:nvSpPr>
        <p:spPr>
          <a:xfrm>
            <a:off x="6397756" y="3514787"/>
            <a:ext cx="369082" cy="208495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566" name="Shape 566"/>
          <p:cNvGrpSpPr/>
          <p:nvPr/>
        </p:nvGrpSpPr>
        <p:grpSpPr>
          <a:xfrm>
            <a:off x="7033897" y="3278512"/>
            <a:ext cx="398188" cy="387845"/>
            <a:chOff x="5926225" y="921350"/>
            <a:chExt cx="517800" cy="504350"/>
          </a:xfrm>
        </p:grpSpPr>
        <p:sp>
          <p:nvSpPr>
            <p:cNvPr id="567" name="Shape 567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8" name="Shape 56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69" name="Shape 569"/>
          <p:cNvSpPr/>
          <p:nvPr/>
        </p:nvSpPr>
        <p:spPr>
          <a:xfrm>
            <a:off x="7212402" y="3495806"/>
            <a:ext cx="369082" cy="208495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570" name="Shape 570"/>
          <p:cNvGrpSpPr/>
          <p:nvPr/>
        </p:nvGrpSpPr>
        <p:grpSpPr>
          <a:xfrm>
            <a:off x="6219247" y="3967978"/>
            <a:ext cx="990396" cy="964670"/>
            <a:chOff x="5926225" y="921350"/>
            <a:chExt cx="517800" cy="504350"/>
          </a:xfrm>
        </p:grpSpPr>
        <p:sp>
          <p:nvSpPr>
            <p:cNvPr id="571" name="Shape 571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000000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2" name="Shape 572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000000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73" name="Shape 573"/>
          <p:cNvSpPr/>
          <p:nvPr/>
        </p:nvSpPr>
        <p:spPr>
          <a:xfrm>
            <a:off x="6663473" y="4508450"/>
            <a:ext cx="918000" cy="518581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4" name="Shape 574"/>
          <p:cNvSpPr txBox="1"/>
          <p:nvPr/>
        </p:nvSpPr>
        <p:spPr>
          <a:xfrm>
            <a:off x="6117033" y="1399201"/>
            <a:ext cx="2385900" cy="1404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122222"/>
              <a:buFont typeface="Arial"/>
              <a:buNone/>
            </a:pPr>
            <a:r>
              <a:rPr lang="en" sz="9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</a:p>
          <a:p>
            <a:pPr lvl="0" rtl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Clr>
                <a:srgbClr val="000000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This means that you can:</a:t>
            </a:r>
          </a:p>
          <a:p>
            <a:pPr marL="457200" lvl="0" indent="-285750" rtl="0">
              <a:spcBef>
                <a:spcPts val="0"/>
              </a:spcBef>
              <a:buClr>
                <a:srgbClr val="FFFFFF"/>
              </a:buClr>
              <a:buSzPct val="100000"/>
              <a:buFont typeface="Raleway"/>
              <a:buChar char="●"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Resize them without losing quality.</a:t>
            </a:r>
          </a:p>
          <a:p>
            <a:pPr marL="457200" lvl="0" indent="-285750" rtl="0">
              <a:spcBef>
                <a:spcPts val="0"/>
              </a:spcBef>
              <a:buClr>
                <a:srgbClr val="FFFFFF"/>
              </a:buClr>
              <a:buSzPct val="100000"/>
              <a:buFont typeface="Raleway"/>
              <a:buChar char="●"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Change fill color and opacity.</a:t>
            </a:r>
          </a:p>
          <a:p>
            <a:pPr marL="457200" lvl="0" indent="-285750" rtl="0">
              <a:spcBef>
                <a:spcPts val="0"/>
              </a:spcBef>
              <a:buClr>
                <a:srgbClr val="FFFFFF"/>
              </a:buClr>
              <a:buSzPct val="100000"/>
              <a:buFont typeface="Raleway"/>
              <a:buChar char="●"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Change line color, width and style.</a:t>
            </a:r>
          </a:p>
          <a:p>
            <a:pPr lvl="0" rtl="0">
              <a:spcBef>
                <a:spcPts val="0"/>
              </a:spcBef>
              <a:buNone/>
            </a:pP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Isn’t that nice? :)</a:t>
            </a:r>
          </a:p>
          <a:p>
            <a:pPr lvl="0" rtl="0">
              <a:spcBef>
                <a:spcPts val="0"/>
              </a:spcBef>
              <a:buNone/>
            </a:pP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Examples:</a:t>
            </a:r>
          </a:p>
          <a:p>
            <a:pPr lvl="0" rtl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None/>
            </a:pP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0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 txBox="1"/>
          <p:nvPr/>
        </p:nvSpPr>
        <p:spPr>
          <a:xfrm>
            <a:off x="2392450" y="1523875"/>
            <a:ext cx="5769300" cy="1380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en" b="1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Now you can use any emoji as an icon!</a:t>
            </a:r>
          </a:p>
          <a:p>
            <a:pPr lvl="0" rtl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en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And of course it resizes without losing quality and you can change the color.</a:t>
            </a:r>
          </a:p>
          <a:p>
            <a:pPr lvl="0" rtl="0">
              <a:spcBef>
                <a:spcPts val="0"/>
              </a:spcBef>
              <a:buNone/>
            </a:pPr>
            <a:endParaRPr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How? Follow Google instructions </a:t>
            </a:r>
            <a:r>
              <a:rPr lang="en" u="sng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https://twitter.com/googledocs/status/730087240156643328</a:t>
            </a:r>
          </a:p>
          <a:p>
            <a:pPr lvl="0" rtl="0">
              <a:spcBef>
                <a:spcPts val="0"/>
              </a:spcBef>
              <a:buNone/>
            </a:pPr>
            <a:endParaRPr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None/>
            </a:pPr>
            <a:endParaRPr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 rtl="0">
              <a:spcBef>
                <a:spcPts val="0"/>
              </a:spcBef>
              <a:buNone/>
            </a:pPr>
            <a:endParaRPr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0" name="Shape 580"/>
          <p:cNvSpPr txBox="1"/>
          <p:nvPr/>
        </p:nvSpPr>
        <p:spPr>
          <a:xfrm>
            <a:off x="1036700" y="3136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3600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5F1E0"/>
                </a:solidFill>
                <a:highlight>
                  <a:srgbClr val="222222"/>
                </a:highlight>
                <a:latin typeface="Raleway"/>
                <a:ea typeface="Raleway"/>
                <a:cs typeface="Raleway"/>
                <a:sym typeface="Raleway"/>
              </a:rPr>
              <a:t> and many more...</a:t>
            </a:r>
          </a:p>
        </p:txBody>
      </p:sp>
      <p:sp>
        <p:nvSpPr>
          <p:cNvPr id="581" name="Shape 581"/>
          <p:cNvSpPr txBox="1"/>
          <p:nvPr/>
        </p:nvSpPr>
        <p:spPr>
          <a:xfrm>
            <a:off x="877575" y="1618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lang="en" sz="9600">
                <a:solidFill>
                  <a:srgbClr val="A8122A"/>
                </a:solidFill>
              </a:rPr>
              <a:t>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thell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1027</Words>
  <Application>Microsoft Office PowerPoint</Application>
  <PresentationFormat>On-screen Show (4:3)</PresentationFormat>
  <Paragraphs>153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beIN Normal </vt:lpstr>
      <vt:lpstr>Raleway</vt:lpstr>
      <vt:lpstr>Arial</vt:lpstr>
      <vt:lpstr>Merriweather</vt:lpstr>
      <vt:lpstr>Othello template</vt:lpstr>
      <vt:lpstr>قراءة في منهاج الطور الثاني من التعليم المتوسط 18 سبتمبر 2017</vt:lpstr>
      <vt:lpstr>About this template</vt:lpstr>
      <vt:lpstr>Hello!</vt:lpstr>
      <vt:lpstr>1. Transition headline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PowerPoint Presentation</vt:lpstr>
      <vt:lpstr>Use charts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متوسطة القيزي بن زيان بحاسي بحبح  قراءة في منهاج الطور الثاني من التعليم المتوسط 18 سبتمبر 2017</dc:title>
  <cp:lastModifiedBy>Microsoft account</cp:lastModifiedBy>
  <cp:revision>3</cp:revision>
  <dcterms:modified xsi:type="dcterms:W3CDTF">2017-10-14T21:23:10Z</dcterms:modified>
</cp:coreProperties>
</file>