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Arvo"/>
      <p:regular r:id="rId34"/>
      <p:bold r:id="rId35"/>
      <p:italic r:id="rId36"/>
      <p:boldItalic r:id="rId37"/>
    </p:embeddedFont>
    <p:embeddedFont>
      <p:font typeface="Roboto Condensed"/>
      <p:regular r:id="rId38"/>
      <p:bold r:id="rId39"/>
      <p:italic r:id="rId40"/>
      <p:boldItalic r:id="rId41"/>
    </p:embeddedFont>
    <p:embeddedFont>
      <p:font typeface="Roboto Condensed Ligh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5247DF8C-2F5E-4287-ABEE-04FE69CDA896}">
  <a:tblStyle styleId="{5247DF8C-2F5E-4287-ABEE-04FE69CDA8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Condensed-italic.fntdata"/><Relationship Id="rId20" Type="http://schemas.openxmlformats.org/officeDocument/2006/relationships/slide" Target="slides/slide15.xml"/><Relationship Id="rId42" Type="http://schemas.openxmlformats.org/officeDocument/2006/relationships/font" Target="fonts/RobotoCondensedLight-regular.fntdata"/><Relationship Id="rId41" Type="http://schemas.openxmlformats.org/officeDocument/2006/relationships/font" Target="fonts/RobotoCondensed-boldItalic.fntdata"/><Relationship Id="rId22" Type="http://schemas.openxmlformats.org/officeDocument/2006/relationships/slide" Target="slides/slide17.xml"/><Relationship Id="rId44" Type="http://schemas.openxmlformats.org/officeDocument/2006/relationships/font" Target="fonts/RobotoCondensedLight-italic.fntdata"/><Relationship Id="rId21" Type="http://schemas.openxmlformats.org/officeDocument/2006/relationships/slide" Target="slides/slide16.xml"/><Relationship Id="rId43" Type="http://schemas.openxmlformats.org/officeDocument/2006/relationships/font" Target="fonts/RobotoCondensedLight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RobotoCondensed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Arvo-bold.fntdata"/><Relationship Id="rId12" Type="http://schemas.openxmlformats.org/officeDocument/2006/relationships/slide" Target="slides/slide7.xml"/><Relationship Id="rId34" Type="http://schemas.openxmlformats.org/officeDocument/2006/relationships/font" Target="fonts/Arvo-regular.fntdata"/><Relationship Id="rId15" Type="http://schemas.openxmlformats.org/officeDocument/2006/relationships/slide" Target="slides/slide10.xml"/><Relationship Id="rId37" Type="http://schemas.openxmlformats.org/officeDocument/2006/relationships/font" Target="fonts/Arvo-boldItalic.fntdata"/><Relationship Id="rId14" Type="http://schemas.openxmlformats.org/officeDocument/2006/relationships/slide" Target="slides/slide9.xml"/><Relationship Id="rId36" Type="http://schemas.openxmlformats.org/officeDocument/2006/relationships/font" Target="fonts/Arvo-italic.fntdata"/><Relationship Id="rId17" Type="http://schemas.openxmlformats.org/officeDocument/2006/relationships/slide" Target="slides/slide12.xml"/><Relationship Id="rId39" Type="http://schemas.openxmlformats.org/officeDocument/2006/relationships/font" Target="fonts/RobotoCondensed-bold.fntdata"/><Relationship Id="rId16" Type="http://schemas.openxmlformats.org/officeDocument/2006/relationships/slide" Target="slides/slide11.xml"/><Relationship Id="rId38" Type="http://schemas.openxmlformats.org/officeDocument/2006/relationships/font" Target="fonts/RobotoCondense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Char char="●"/>
              <a:defRPr sz="1100"/>
            </a:lvl1pPr>
            <a:lvl2pPr lvl="1">
              <a:spcBef>
                <a:spcPts val="0"/>
              </a:spcBef>
              <a:buChar char="○"/>
              <a:defRPr sz="1100"/>
            </a:lvl2pPr>
            <a:lvl3pPr lvl="2">
              <a:spcBef>
                <a:spcPts val="0"/>
              </a:spcBef>
              <a:buChar char="■"/>
              <a:defRPr sz="1100"/>
            </a:lvl3pPr>
            <a:lvl4pPr lvl="3">
              <a:spcBef>
                <a:spcPts val="0"/>
              </a:spcBef>
              <a:buChar char="●"/>
              <a:defRPr sz="1100"/>
            </a:lvl4pPr>
            <a:lvl5pPr lvl="4">
              <a:spcBef>
                <a:spcPts val="0"/>
              </a:spcBef>
              <a:buChar char="○"/>
              <a:defRPr sz="1100"/>
            </a:lvl5pPr>
            <a:lvl6pPr lvl="5">
              <a:spcBef>
                <a:spcPts val="0"/>
              </a:spcBef>
              <a:buChar char="■"/>
              <a:defRPr sz="1100"/>
            </a:lvl6pPr>
            <a:lvl7pPr lvl="6">
              <a:spcBef>
                <a:spcPts val="0"/>
              </a:spcBef>
              <a:buChar char="●"/>
              <a:defRPr sz="1100"/>
            </a:lvl7pPr>
            <a:lvl8pPr lvl="7">
              <a:spcBef>
                <a:spcPts val="0"/>
              </a:spcBef>
              <a:buChar char="○"/>
              <a:defRPr sz="1100"/>
            </a:lvl8pPr>
            <a:lvl9pPr lvl="8">
              <a:spcBef>
                <a:spcPts val="0"/>
              </a:spcBef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Shape 18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Shape 1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Shape 21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218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Shape 21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Shape 22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Shape 233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Shape 23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Shape 24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Shape 264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Shape 265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280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Shape 281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Shape 29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Shape 31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317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Shape 3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Shape 339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Shape 353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Shape 35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Shape 373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Shape 37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Shape 387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hape 415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Shape 41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Shape 439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Shape 44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hape 459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Shape 46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467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Shape 46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Shape 475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Shape 47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483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Shape 48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491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Shape 49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499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Shape 50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Shape 509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Shape 510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Shape 517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Shape 518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Shape 532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Shape 533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Shape 985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Shape 986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Shape 11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Shape 1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3" name="Shape 13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Shape 14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Shape 15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Shape 16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Shape 17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Shape 18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19" name="Shape 19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Shape 20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Shape 21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2" name="Shape 22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ub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Shape 25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Shape 26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" name="Shape 27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Shape 28"/>
          <p:cNvGrpSpPr/>
          <p:nvPr/>
        </p:nvGrpSpPr>
        <p:grpSpPr>
          <a:xfrm flipH="1" rot="10800000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Shape 29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Shape 30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Shape 31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Shape 32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33" name="Shape 3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Shape 3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Shape 3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Shape 3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Shape 3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Shape 3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9" name="Shape 39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anchorCtr="0" anchor="b" bIns="91425" lIns="91425" rIns="91425" wrap="square" tIns="91425"/>
          <a:lstStyle>
            <a:lvl1pPr lvl="0" rtl="0">
              <a:spcBef>
                <a:spcPts val="0"/>
              </a:spcBef>
              <a:buSzPct val="100000"/>
              <a:defRPr sz="3000"/>
            </a:lvl1pPr>
            <a:lvl2pPr lvl="1" rtl="0">
              <a:spcBef>
                <a:spcPts val="0"/>
              </a:spcBef>
              <a:buSzPct val="100000"/>
              <a:defRPr sz="3000"/>
            </a:lvl2pPr>
            <a:lvl3pPr lvl="2" rtl="0">
              <a:spcBef>
                <a:spcPts val="0"/>
              </a:spcBef>
              <a:buSzPct val="100000"/>
              <a:defRPr sz="3000"/>
            </a:lvl3pPr>
            <a:lvl4pPr lvl="3" rtl="0">
              <a:spcBef>
                <a:spcPts val="0"/>
              </a:spcBef>
              <a:buSzPct val="100000"/>
              <a:defRPr sz="3000"/>
            </a:lvl4pPr>
            <a:lvl5pPr lvl="4" rtl="0">
              <a:spcBef>
                <a:spcPts val="0"/>
              </a:spcBef>
              <a:buSzPct val="100000"/>
              <a:defRPr sz="3000"/>
            </a:lvl5pPr>
            <a:lvl6pPr lvl="5" rtl="0">
              <a:spcBef>
                <a:spcPts val="0"/>
              </a:spcBef>
              <a:buSzPct val="100000"/>
              <a:defRPr sz="3000"/>
            </a:lvl6pPr>
            <a:lvl7pPr lvl="6" rtl="0">
              <a:spcBef>
                <a:spcPts val="0"/>
              </a:spcBef>
              <a:buSzPct val="100000"/>
              <a:defRPr sz="3000"/>
            </a:lvl7pPr>
            <a:lvl8pPr lvl="7" rtl="0">
              <a:spcBef>
                <a:spcPts val="0"/>
              </a:spcBef>
              <a:buSzPct val="100000"/>
              <a:defRPr sz="3000"/>
            </a:lvl8pPr>
            <a:lvl9pPr lvl="8" rtl="0">
              <a:spcBef>
                <a:spcPts val="0"/>
              </a:spcBef>
              <a:buSzPct val="100000"/>
              <a:defRPr sz="3000"/>
            </a:lvl9pPr>
          </a:lstStyle>
          <a:p/>
        </p:txBody>
      </p:sp>
      <p:sp>
        <p:nvSpPr>
          <p:cNvPr id="40" name="Shape 40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1pPr>
            <a:lvl2pPr lvl="1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2pPr>
            <a:lvl3pPr lvl="2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3pPr>
            <a:lvl4pPr lvl="3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4pPr>
            <a:lvl5pPr lvl="4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5pPr>
            <a:lvl6pPr lvl="5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6pPr>
            <a:lvl7pPr lvl="6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7pPr>
            <a:lvl8pPr lvl="7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8pPr>
            <a:lvl9pPr lvl="8" rtl="0">
              <a:spcBef>
                <a:spcPts val="0"/>
              </a:spcBef>
              <a:buClr>
                <a:srgbClr val="FF9800"/>
              </a:buClr>
              <a:buSzPct val="100000"/>
              <a:buNone/>
              <a:defRPr sz="2000">
                <a:solidFill>
                  <a:srgbClr val="FF9800"/>
                </a:solidFill>
              </a:defRPr>
            </a:lvl9pPr>
          </a:lstStyle>
          <a:p/>
        </p:txBody>
      </p:sp>
      <p:sp>
        <p:nvSpPr>
          <p:cNvPr id="41" name="Shape 4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Quot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fmla="val 32425" name="adj"/>
            </a:avLst>
          </a:prstGeom>
          <a:solidFill>
            <a:srgbClr val="263248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4" name="Shape 4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45" name="Shape 45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6" name="Shape 46"/>
            <p:cNvSpPr/>
            <p:nvPr/>
          </p:nvSpPr>
          <p:spPr>
            <a:xfrm flipH="1" rot="10800000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7" name="Shape 47"/>
          <p:cNvGrpSpPr/>
          <p:nvPr/>
        </p:nvGrpSpPr>
        <p:grpSpPr>
          <a:xfrm flipH="1" rot="10800000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48" name="Shape 48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9" name="Shape 49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0" name="Shape 50"/>
          <p:cNvSpPr txBox="1"/>
          <p:nvPr>
            <p:ph idx="1" type="body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defRPr i="1" sz="3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1" name="Shape 51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b="1" lang="en" sz="7200">
                <a:solidFill>
                  <a:srgbClr val="FF9800"/>
                </a:solidFill>
              </a:rPr>
              <a:t>“</a:t>
            </a:r>
          </a:p>
        </p:txBody>
      </p:sp>
      <p:grpSp>
        <p:nvGrpSpPr>
          <p:cNvPr id="52" name="Shape 52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3" name="Shape 5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54" name="Shape 5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5" name="Shape 5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Shape 5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" name="Shape 5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8" name="Shape 5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Shape 5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" name="Shape 6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x">
  <p:cSld name="Title + 1 colum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Shape 62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63" name="Shape 6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Shape 64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Shape 6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Shape 6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Shape 67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Shape 6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Shape 6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Shape 7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1" name="Shape 7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72" name="Shape 7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Shape 7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Shape 7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" name="Shape 7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Shape 7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Shape 7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8" name="Shape 78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79" name="Shape 79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80" name="Shape 8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woColTx">
  <p:cSld name="Title + 2 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Shape 82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Shape 83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Shape 84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Shape 8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Shape 8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Shape 87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Shape 8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Shape 8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Shape 9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Shape 91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92" name="Shape 92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Shape 9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Shape 9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5" name="Shape 9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Shape 9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Shape 9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" name="Shape 9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buSzPct val="100000"/>
              <a:defRPr sz="2000"/>
            </a:lvl2pPr>
            <a:lvl3pPr lvl="2">
              <a:spcBef>
                <a:spcPts val="0"/>
              </a:spcBef>
              <a:buSzPct val="100000"/>
              <a:defRPr sz="2000"/>
            </a:lvl3pPr>
            <a:lvl4pPr lvl="3">
              <a:spcBef>
                <a:spcPts val="0"/>
              </a:spcBef>
              <a:buSzPct val="100000"/>
              <a:defRPr sz="2000"/>
            </a:lvl4pPr>
            <a:lvl5pPr lvl="4">
              <a:spcBef>
                <a:spcPts val="0"/>
              </a:spcBef>
              <a:buSzPct val="100000"/>
              <a:defRPr sz="2000"/>
            </a:lvl5pPr>
            <a:lvl6pPr lvl="5">
              <a:spcBef>
                <a:spcPts val="0"/>
              </a:spcBef>
              <a:buSzPct val="100000"/>
              <a:defRPr sz="2000"/>
            </a:lvl6pPr>
            <a:lvl7pPr lvl="6">
              <a:spcBef>
                <a:spcPts val="0"/>
              </a:spcBef>
              <a:buSzPct val="100000"/>
              <a:defRPr sz="2000"/>
            </a:lvl7pPr>
            <a:lvl8pPr lvl="7">
              <a:spcBef>
                <a:spcPts val="0"/>
              </a:spcBef>
              <a:buSzPct val="100000"/>
              <a:defRPr sz="2000"/>
            </a:lvl8pPr>
            <a:lvl9pPr lvl="8">
              <a:spcBef>
                <a:spcPts val="0"/>
              </a:spcBef>
              <a:buSzPct val="100000"/>
              <a:defRPr sz="2000"/>
            </a:lvl9pPr>
          </a:lstStyle>
          <a:p/>
        </p:txBody>
      </p:sp>
      <p:sp>
        <p:nvSpPr>
          <p:cNvPr id="100" name="Shape 100"/>
          <p:cNvSpPr txBox="1"/>
          <p:nvPr>
            <p:ph idx="2" type="body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>
              <a:spcBef>
                <a:spcPts val="0"/>
              </a:spcBef>
              <a:buSzPct val="100000"/>
              <a:defRPr sz="2000"/>
            </a:lvl1pPr>
            <a:lvl2pPr lvl="1">
              <a:spcBef>
                <a:spcPts val="0"/>
              </a:spcBef>
              <a:buSzPct val="100000"/>
              <a:defRPr sz="2000"/>
            </a:lvl2pPr>
            <a:lvl3pPr lvl="2">
              <a:spcBef>
                <a:spcPts val="0"/>
              </a:spcBef>
              <a:buSzPct val="100000"/>
              <a:defRPr sz="2000"/>
            </a:lvl3pPr>
            <a:lvl4pPr lvl="3">
              <a:spcBef>
                <a:spcPts val="0"/>
              </a:spcBef>
              <a:buSzPct val="100000"/>
              <a:defRPr sz="2000"/>
            </a:lvl4pPr>
            <a:lvl5pPr lvl="4">
              <a:spcBef>
                <a:spcPts val="0"/>
              </a:spcBef>
              <a:buSzPct val="100000"/>
              <a:defRPr sz="2000"/>
            </a:lvl5pPr>
            <a:lvl6pPr lvl="5">
              <a:spcBef>
                <a:spcPts val="0"/>
              </a:spcBef>
              <a:buSzPct val="100000"/>
              <a:defRPr sz="2000"/>
            </a:lvl6pPr>
            <a:lvl7pPr lvl="6">
              <a:spcBef>
                <a:spcPts val="0"/>
              </a:spcBef>
              <a:buSzPct val="100000"/>
              <a:defRPr sz="2000"/>
            </a:lvl7pPr>
            <a:lvl8pPr lvl="7">
              <a:spcBef>
                <a:spcPts val="0"/>
              </a:spcBef>
              <a:buSzPct val="100000"/>
              <a:defRPr sz="2000"/>
            </a:lvl8pPr>
            <a:lvl9pPr lvl="8">
              <a:spcBef>
                <a:spcPts val="0"/>
              </a:spcBef>
              <a:buSzPct val="100000"/>
              <a:defRPr sz="2000"/>
            </a:lvl9pPr>
          </a:lstStyle>
          <a:p/>
        </p:txBody>
      </p:sp>
      <p:sp>
        <p:nvSpPr>
          <p:cNvPr id="101" name="Shape 10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Title + 3 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Shape 103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Shape 104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Shape 105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Shape 10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Shape 10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Shape 108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Shape 109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Shape 110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Shape 111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Shape 112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113" name="Shape 11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Shape 11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Shape 11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" name="Shape 11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Shape 11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Shape 11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9" name="Shape 119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20" name="Shape 120"/>
          <p:cNvSpPr txBox="1"/>
          <p:nvPr>
            <p:ph idx="1" type="body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rtl="0">
              <a:spcBef>
                <a:spcPts val="0"/>
              </a:spcBef>
              <a:buSzPct val="100000"/>
              <a:defRPr sz="1800"/>
            </a:lvl1pPr>
            <a:lvl2pPr lvl="1" rtl="0">
              <a:spcBef>
                <a:spcPts val="0"/>
              </a:spcBef>
              <a:buSzPct val="100000"/>
              <a:defRPr sz="1800"/>
            </a:lvl2pPr>
            <a:lvl3pPr lvl="2" rtl="0">
              <a:spcBef>
                <a:spcPts val="0"/>
              </a:spcBef>
              <a:buSzPct val="100000"/>
              <a:defRPr sz="1800"/>
            </a:lvl3pPr>
            <a:lvl4pPr lvl="3" rtl="0">
              <a:spcBef>
                <a:spcPts val="0"/>
              </a:spcBef>
              <a:buSzPct val="100000"/>
              <a:defRPr sz="1800"/>
            </a:lvl4pPr>
            <a:lvl5pPr lvl="4" rtl="0">
              <a:spcBef>
                <a:spcPts val="0"/>
              </a:spcBef>
              <a:buSzPct val="100000"/>
              <a:defRPr sz="1800"/>
            </a:lvl5pPr>
            <a:lvl6pPr lvl="5" rtl="0">
              <a:spcBef>
                <a:spcPts val="0"/>
              </a:spcBef>
              <a:buSzPct val="100000"/>
              <a:defRPr sz="1800"/>
            </a:lvl6pPr>
            <a:lvl7pPr lvl="6" rtl="0">
              <a:spcBef>
                <a:spcPts val="0"/>
              </a:spcBef>
              <a:buSzPct val="100000"/>
              <a:defRPr sz="1800"/>
            </a:lvl7pPr>
            <a:lvl8pPr lvl="7" rtl="0">
              <a:spcBef>
                <a:spcPts val="0"/>
              </a:spcBef>
              <a:buSzPct val="100000"/>
              <a:defRPr sz="1800"/>
            </a:lvl8pPr>
            <a:lvl9pPr lvl="8" rtl="0">
              <a:spcBef>
                <a:spcPts val="0"/>
              </a:spcBef>
              <a:buSzPct val="100000"/>
              <a:defRPr sz="1800"/>
            </a:lvl9pPr>
          </a:lstStyle>
          <a:p/>
        </p:txBody>
      </p:sp>
      <p:sp>
        <p:nvSpPr>
          <p:cNvPr id="121" name="Shape 121"/>
          <p:cNvSpPr txBox="1"/>
          <p:nvPr>
            <p:ph idx="2" type="body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rtl="0">
              <a:spcBef>
                <a:spcPts val="0"/>
              </a:spcBef>
              <a:buSzPct val="100000"/>
              <a:defRPr sz="1800"/>
            </a:lvl1pPr>
            <a:lvl2pPr lvl="1" rtl="0">
              <a:spcBef>
                <a:spcPts val="0"/>
              </a:spcBef>
              <a:buSzPct val="100000"/>
              <a:defRPr sz="1800"/>
            </a:lvl2pPr>
            <a:lvl3pPr lvl="2" rtl="0">
              <a:spcBef>
                <a:spcPts val="0"/>
              </a:spcBef>
              <a:buSzPct val="100000"/>
              <a:defRPr sz="1800"/>
            </a:lvl3pPr>
            <a:lvl4pPr lvl="3" rtl="0">
              <a:spcBef>
                <a:spcPts val="0"/>
              </a:spcBef>
              <a:buSzPct val="100000"/>
              <a:defRPr sz="1800"/>
            </a:lvl4pPr>
            <a:lvl5pPr lvl="4" rtl="0">
              <a:spcBef>
                <a:spcPts val="0"/>
              </a:spcBef>
              <a:buSzPct val="100000"/>
              <a:defRPr sz="1800"/>
            </a:lvl5pPr>
            <a:lvl6pPr lvl="5" rtl="0">
              <a:spcBef>
                <a:spcPts val="0"/>
              </a:spcBef>
              <a:buSzPct val="100000"/>
              <a:defRPr sz="1800"/>
            </a:lvl6pPr>
            <a:lvl7pPr lvl="6" rtl="0">
              <a:spcBef>
                <a:spcPts val="0"/>
              </a:spcBef>
              <a:buSzPct val="100000"/>
              <a:defRPr sz="1800"/>
            </a:lvl7pPr>
            <a:lvl8pPr lvl="7" rtl="0">
              <a:spcBef>
                <a:spcPts val="0"/>
              </a:spcBef>
              <a:buSzPct val="100000"/>
              <a:defRPr sz="1800"/>
            </a:lvl8pPr>
            <a:lvl9pPr lvl="8" rtl="0">
              <a:spcBef>
                <a:spcPts val="0"/>
              </a:spcBef>
              <a:buSzPct val="100000"/>
              <a:defRPr sz="1800"/>
            </a:lvl9pPr>
          </a:lstStyle>
          <a:p/>
        </p:txBody>
      </p:sp>
      <p:sp>
        <p:nvSpPr>
          <p:cNvPr id="122" name="Shape 122"/>
          <p:cNvSpPr txBox="1"/>
          <p:nvPr>
            <p:ph idx="3" type="body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anchorCtr="0" anchor="t" bIns="91425" lIns="91425" rIns="91425" wrap="square" tIns="91425"/>
          <a:lstStyle>
            <a:lvl1pPr lvl="0" rtl="0">
              <a:spcBef>
                <a:spcPts val="0"/>
              </a:spcBef>
              <a:buSzPct val="100000"/>
              <a:defRPr sz="1800"/>
            </a:lvl1pPr>
            <a:lvl2pPr lvl="1" rtl="0">
              <a:spcBef>
                <a:spcPts val="0"/>
              </a:spcBef>
              <a:buSzPct val="100000"/>
              <a:defRPr sz="1800"/>
            </a:lvl2pPr>
            <a:lvl3pPr lvl="2" rtl="0">
              <a:spcBef>
                <a:spcPts val="0"/>
              </a:spcBef>
              <a:buSzPct val="100000"/>
              <a:defRPr sz="1800"/>
            </a:lvl3pPr>
            <a:lvl4pPr lvl="3" rtl="0">
              <a:spcBef>
                <a:spcPts val="0"/>
              </a:spcBef>
              <a:buSzPct val="100000"/>
              <a:defRPr sz="1800"/>
            </a:lvl4pPr>
            <a:lvl5pPr lvl="4" rtl="0">
              <a:spcBef>
                <a:spcPts val="0"/>
              </a:spcBef>
              <a:buSzPct val="100000"/>
              <a:defRPr sz="1800"/>
            </a:lvl5pPr>
            <a:lvl6pPr lvl="5" rtl="0">
              <a:spcBef>
                <a:spcPts val="0"/>
              </a:spcBef>
              <a:buSzPct val="100000"/>
              <a:defRPr sz="1800"/>
            </a:lvl6pPr>
            <a:lvl7pPr lvl="6" rtl="0">
              <a:spcBef>
                <a:spcPts val="0"/>
              </a:spcBef>
              <a:buSzPct val="100000"/>
              <a:defRPr sz="1800"/>
            </a:lvl7pPr>
            <a:lvl8pPr lvl="7" rtl="0">
              <a:spcBef>
                <a:spcPts val="0"/>
              </a:spcBef>
              <a:buSzPct val="100000"/>
              <a:defRPr sz="1800"/>
            </a:lvl8pPr>
            <a:lvl9pPr lvl="8" rtl="0">
              <a:spcBef>
                <a:spcPts val="0"/>
              </a:spcBef>
              <a:buSzPct val="100000"/>
              <a:defRPr sz="1800"/>
            </a:lvl9pPr>
          </a:lstStyle>
          <a:p/>
        </p:txBody>
      </p:sp>
      <p:sp>
        <p:nvSpPr>
          <p:cNvPr id="123" name="Shape 12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titleOnly">
  <p:cSld name="Title 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Shape 12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Shape 12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Shape 127"/>
            <p:cNvGrpSpPr/>
            <p:nvPr/>
          </p:nvGrpSpPr>
          <p:grpSpPr>
            <a:xfrm flipH="1" rot="10800000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Shape 12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Shape 129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Shape 130"/>
            <p:cNvGrpSpPr/>
            <p:nvPr/>
          </p:nvGrpSpPr>
          <p:grpSpPr>
            <a:xfrm flipH="1" rot="10800000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Shape 131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Shape 132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Shape 13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Shape 13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135" name="Shape 13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Shape 13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Shape 13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8" name="Shape 13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Shape 13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Shape 14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1" name="Shape 141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42" name="Shape 14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Ca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Shape 144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Shape 145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Shape 146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Shape 147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Shape 148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Shape 14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Shape 150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Shape 151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2" name="Shape 152"/>
          <p:cNvSpPr txBox="1"/>
          <p:nvPr>
            <p:ph idx="1" type="body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ct val="100000"/>
              <a:buNone/>
              <a:defRPr sz="1300"/>
            </a:lvl1pPr>
          </a:lstStyle>
          <a:p/>
        </p:txBody>
      </p:sp>
      <p:sp>
        <p:nvSpPr>
          <p:cNvPr id="153" name="Shape 15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154" name="Shape 154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Shape 15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156" name="Shape 15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Shape 15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Shape 15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Shape 15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Shape 16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Shape 161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type="blank">
  <p:cSld name="Blank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164" name="Shape 16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65" name="Shape 16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166" name="Shape 16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7" name="Shape 16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Shape 16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Shape 16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0" name="Shape 17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Shape 171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2" name="Shape 172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73" name="Shape 17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fmla="val 32425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grpSp>
          <p:nvGrpSpPr>
            <p:cNvPr id="174" name="Shape 17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5" name="Shape 17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Shape 17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7" name="Shape 17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8" name="Shape 17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 rt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Shape 17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anchorCtr="0" anchor="ctr" bIns="91425" lIns="91425" rIns="91425" wrap="square" tIns="91425">
                <a:noAutofit/>
              </a:bodyPr>
              <a:lstStyle/>
              <a:p>
                <a:pPr lvl="0">
                  <a:spcBef>
                    <a:spcPts val="0"/>
                  </a:spcBef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buFont typeface="Roboto Condensed"/>
              <a:buNone/>
              <a:defRPr b="1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/>
          <a:lstStyle>
            <a:lvl1pPr lvl="0">
              <a:spcBef>
                <a:spcPts val="60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>
              <a:spcBef>
                <a:spcPts val="48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lvl="2">
              <a:spcBef>
                <a:spcPts val="48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lvl="3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lvl="4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lvl="5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lvl="6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lvl="7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lvl="8">
              <a:spcBef>
                <a:spcPts val="360"/>
              </a:spcBef>
              <a:spcAft>
                <a:spcPts val="1000"/>
              </a:spcAft>
              <a:buClr>
                <a:srgbClr val="C7D3E6"/>
              </a:buClr>
              <a:buSzPct val="1000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b="1" lang="en" sz="12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hyperlink" Target="#slide=id.g35ed75ccf_0141" TargetMode="External"/><Relationship Id="rId4" Type="http://schemas.openxmlformats.org/officeDocument/2006/relationships/hyperlink" Target="http://www.slidescarnival.com/help-use-presentation-template" TargetMode="External"/><Relationship Id="rId5" Type="http://schemas.openxmlformats.org/officeDocument/2006/relationships/hyperlink" Target="http://creativecommons.org/licenses/by/4.0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google.com/sheets/about/" TargetMode="External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www.slidescarnival.com/" TargetMode="External"/><Relationship Id="rId4" Type="http://schemas.openxmlformats.org/officeDocument/2006/relationships/hyperlink" Target="http://startupstockphotos.com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material.io/guidelines/resources/roboto-noto-fonts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twitter.com/googledocs/status/73008724015664332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/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THIS IS YOUR PRESENTATION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INSTRUCTIONS FOR USE</a:t>
            </a:r>
          </a:p>
        </p:txBody>
      </p:sp>
      <p:sp>
        <p:nvSpPr>
          <p:cNvPr id="190" name="Shape 190"/>
          <p:cNvSpPr txBox="1"/>
          <p:nvPr>
            <p:ph idx="2" type="body"/>
          </p:nvPr>
        </p:nvSpPr>
        <p:spPr>
          <a:xfrm>
            <a:off x="4119725" y="1744425"/>
            <a:ext cx="3654900" cy="17559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rgbClr val="FF9800"/>
                </a:solidFill>
              </a:rPr>
              <a:t>EDIT IN POWERPOINT®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/>
              <a:t>Click on the button under the presentation preview that says "Download as PowerPoint template". You will get a .pptx file that you can edit in PowerPoint.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/>
              <a:t>Remember to download and install the fonts used in this presentation (you’ll find the links to the font files needed in the </a:t>
            </a:r>
            <a:r>
              <a:rPr lang="en" sz="1200" u="sng">
                <a:hlinkClick r:id="rId3"/>
              </a:rPr>
              <a:t>Presentation design slide</a:t>
            </a:r>
            <a:r>
              <a:rPr lang="en" sz="1200"/>
              <a:t>)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b="1" sz="1200"/>
          </a:p>
        </p:txBody>
      </p:sp>
      <p:sp>
        <p:nvSpPr>
          <p:cNvPr id="191" name="Shape 191"/>
          <p:cNvSpPr txBox="1"/>
          <p:nvPr>
            <p:ph idx="2" type="body"/>
          </p:nvPr>
        </p:nvSpPr>
        <p:spPr>
          <a:xfrm>
            <a:off x="814275" y="4286925"/>
            <a:ext cx="5168400" cy="8265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rgbClr val="3F5378"/>
                </a:solidFill>
              </a:rPr>
              <a:t>More info on how to use this template at </a:t>
            </a:r>
            <a:r>
              <a:rPr b="1" i="1" lang="en" sz="1000" u="sng">
                <a:solidFill>
                  <a:srgbClr val="3F5378"/>
                </a:solidFill>
                <a:hlinkClick r:id="rId4"/>
              </a:rPr>
              <a:t>www.slidescarnival.com/help-use-presentation-template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rPr i="1" lang="en" sz="1000">
                <a:solidFill>
                  <a:srgbClr val="3F5378"/>
                </a:solidFill>
              </a:rPr>
              <a:t>This template is free to use under </a:t>
            </a:r>
            <a:r>
              <a:rPr i="1" lang="en" sz="1000" u="sng">
                <a:solidFill>
                  <a:srgbClr val="3F5378"/>
                </a:solidFill>
                <a:hlinkClick r:id="rId5"/>
              </a:rPr>
              <a:t>Creative Commons Attribution license</a:t>
            </a:r>
            <a:r>
              <a:rPr i="1" lang="en" sz="1000">
                <a:solidFill>
                  <a:srgbClr val="3F5378"/>
                </a:solidFill>
              </a:rPr>
              <a:t>. You can keep the Credits slide or mention SlidesCarnival and other resources used in a slide footer.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000"/>
              <a:buFont typeface="Arial"/>
              <a:buNone/>
            </a:pPr>
            <a:r>
              <a:t/>
            </a:r>
            <a:endParaRPr i="1" sz="1000">
              <a:solidFill>
                <a:srgbClr val="3F5378"/>
              </a:solidFill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3F5378"/>
              </a:solidFill>
            </a:endParaRPr>
          </a:p>
        </p:txBody>
      </p:sp>
      <p:sp>
        <p:nvSpPr>
          <p:cNvPr id="192" name="Shape 19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193" name="Shape 193"/>
          <p:cNvSpPr txBox="1"/>
          <p:nvPr>
            <p:ph idx="1" type="body"/>
          </p:nvPr>
        </p:nvSpPr>
        <p:spPr>
          <a:xfrm>
            <a:off x="814275" y="1744425"/>
            <a:ext cx="3084300" cy="17559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b="1" lang="en" sz="1200">
                <a:solidFill>
                  <a:srgbClr val="FF9800"/>
                </a:solidFill>
              </a:rPr>
              <a:t>EDIT IN GOOGLE SLIDES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/>
              <a:t>Click on the button under the presentation preview that says "Use as Google Slides Theme".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/>
              <a:t>You will get a copy of this document on your Google Drive and will be able to edit, add or delete slides.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/>
              <a:t>You have to be signed in to your Google account.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t/>
            </a:r>
            <a:endParaRPr sz="1200"/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194" name="Shape 194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Shape 195"/>
            <p:cNvSpPr/>
            <p:nvPr/>
          </p:nvSpPr>
          <p:spPr>
            <a:xfrm>
              <a:off x="623125" y="313625"/>
              <a:ext cx="375100" cy="462750"/>
            </a:xfrm>
            <a:custGeom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96" name="Shape 196"/>
            <p:cNvSpPr/>
            <p:nvPr/>
          </p:nvSpPr>
          <p:spPr>
            <a:xfrm>
              <a:off x="590250" y="269775"/>
              <a:ext cx="377525" cy="462775"/>
            </a:xfrm>
            <a:custGeom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97" name="Shape 197"/>
            <p:cNvSpPr/>
            <p:nvPr/>
          </p:nvSpPr>
          <p:spPr>
            <a:xfrm>
              <a:off x="796650" y="274025"/>
              <a:ext cx="45100" cy="45100"/>
            </a:xfrm>
            <a:custGeom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98" name="Shape 198"/>
            <p:cNvSpPr/>
            <p:nvPr/>
          </p:nvSpPr>
          <p:spPr>
            <a:xfrm>
              <a:off x="713850" y="274025"/>
              <a:ext cx="45075" cy="45100"/>
            </a:xfrm>
            <a:custGeom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199" name="Shape 199"/>
            <p:cNvSpPr/>
            <p:nvPr/>
          </p:nvSpPr>
          <p:spPr>
            <a:xfrm>
              <a:off x="631050" y="274025"/>
              <a:ext cx="45075" cy="45100"/>
            </a:xfrm>
            <a:custGeom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0" name="Shape 200"/>
            <p:cNvSpPr/>
            <p:nvPr/>
          </p:nvSpPr>
          <p:spPr>
            <a:xfrm>
              <a:off x="649925" y="590050"/>
              <a:ext cx="133975" cy="25"/>
            </a:xfrm>
            <a:custGeom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1" name="Shape 201"/>
            <p:cNvSpPr/>
            <p:nvPr/>
          </p:nvSpPr>
          <p:spPr>
            <a:xfrm>
              <a:off x="649925" y="5346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2" name="Shape 202"/>
            <p:cNvSpPr/>
            <p:nvPr/>
          </p:nvSpPr>
          <p:spPr>
            <a:xfrm>
              <a:off x="649925" y="4798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3" name="Shape 203"/>
            <p:cNvSpPr/>
            <p:nvPr/>
          </p:nvSpPr>
          <p:spPr>
            <a:xfrm>
              <a:off x="649925" y="4244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4" name="Shape 204"/>
            <p:cNvSpPr/>
            <p:nvPr/>
          </p:nvSpPr>
          <p:spPr>
            <a:xfrm>
              <a:off x="879475" y="274025"/>
              <a:ext cx="45075" cy="45100"/>
            </a:xfrm>
            <a:custGeom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5" name="Shape 205"/>
            <p:cNvSpPr/>
            <p:nvPr/>
          </p:nvSpPr>
          <p:spPr>
            <a:xfrm>
              <a:off x="654800" y="244200"/>
              <a:ext cx="25" cy="51175"/>
            </a:xfrm>
            <a:custGeom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6" name="Shape 206"/>
            <p:cNvSpPr/>
            <p:nvPr/>
          </p:nvSpPr>
          <p:spPr>
            <a:xfrm>
              <a:off x="737600" y="244200"/>
              <a:ext cx="25" cy="51175"/>
            </a:xfrm>
            <a:custGeom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7" name="Shape 207"/>
            <p:cNvSpPr/>
            <p:nvPr/>
          </p:nvSpPr>
          <p:spPr>
            <a:xfrm>
              <a:off x="820400" y="244200"/>
              <a:ext cx="25" cy="51175"/>
            </a:xfrm>
            <a:custGeom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08" name="Shape 208"/>
            <p:cNvSpPr/>
            <p:nvPr/>
          </p:nvSpPr>
          <p:spPr>
            <a:xfrm>
              <a:off x="903225" y="244200"/>
              <a:ext cx="25" cy="51175"/>
            </a:xfrm>
            <a:custGeom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Shape 213"/>
          <p:cNvSpPr txBox="1"/>
          <p:nvPr>
            <p:ph idx="4294967295" type="ctrTitle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6000">
                <a:solidFill>
                  <a:srgbClr val="FF9800"/>
                </a:solidFill>
              </a:rPr>
              <a:t>HELLO!</a:t>
            </a:r>
          </a:p>
        </p:txBody>
      </p:sp>
      <p:sp>
        <p:nvSpPr>
          <p:cNvPr id="214" name="Shape 214"/>
          <p:cNvSpPr txBox="1"/>
          <p:nvPr>
            <p:ph idx="4294967295" type="subTitle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 am Jayden Smith</a:t>
            </a:r>
          </a:p>
          <a:p>
            <a: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I am here because I love to give presentations. </a:t>
            </a:r>
          </a:p>
          <a:p>
            <a: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You can find me at @username</a:t>
            </a:r>
          </a:p>
        </p:txBody>
      </p:sp>
      <p:pic>
        <p:nvPicPr>
          <p:cNvPr descr="10.jpg" id="215" name="Shape 215"/>
          <p:cNvPicPr preferRelativeResize="0"/>
          <p:nvPr/>
        </p:nvPicPr>
        <p:blipFill rotWithShape="1">
          <a:blip r:embed="rId3">
            <a:alphaModFix/>
          </a:blip>
          <a:srcRect b="0" l="15648" r="28102" t="0"/>
          <a:stretch/>
        </p:blipFill>
        <p:spPr>
          <a:xfrm>
            <a:off x="3539200" y="367400"/>
            <a:ext cx="2065500" cy="2065500"/>
          </a:xfrm>
          <a:prstGeom prst="diamond">
            <a:avLst/>
          </a:prstGeom>
          <a:noFill/>
          <a:ln cap="flat" cmpd="sng" w="38100">
            <a:solidFill>
              <a:srgbClr val="3F5378"/>
            </a:solidFill>
            <a:prstDash val="solid"/>
            <a:miter lim="8000"/>
            <a:headEnd len="med" w="med" type="none"/>
            <a:tailEnd len="med" w="med" type="none"/>
          </a:ln>
        </p:spPr>
      </p:pic>
      <p:sp>
        <p:nvSpPr>
          <p:cNvPr id="216" name="Shape 21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 txBox="1"/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anchorCtr="0" anchor="b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TRANSITION HEADLINE</a:t>
            </a:r>
          </a:p>
        </p:txBody>
      </p:sp>
      <p:sp>
        <p:nvSpPr>
          <p:cNvPr id="222" name="Shape 222"/>
          <p:cNvSpPr txBox="1"/>
          <p:nvPr>
            <p:ph idx="1" type="subTitle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Let’s start with the first set of slides</a:t>
            </a:r>
          </a:p>
        </p:txBody>
      </p:sp>
      <p:sp>
        <p:nvSpPr>
          <p:cNvPr id="223" name="Shape 22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224" name="Shape 22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b="1" lang="en" sz="12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229"/>
          <p:cNvSpPr txBox="1"/>
          <p:nvPr>
            <p:ph idx="1" type="body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Quotations are commonly printed as a means of inspiration and to invoke philosophical thoughts from the reader.</a:t>
            </a:r>
          </a:p>
        </p:txBody>
      </p:sp>
      <p:sp>
        <p:nvSpPr>
          <p:cNvPr id="230" name="Shape 230"/>
          <p:cNvSpPr txBox="1"/>
          <p:nvPr>
            <p:ph idx="4294967295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231" name="Shape 23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THIS IS A SLIDE TITLE</a:t>
            </a:r>
          </a:p>
        </p:txBody>
      </p:sp>
      <p:sp>
        <p:nvSpPr>
          <p:cNvPr id="237" name="Shape 237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indent="-228600" lvl="0" marL="457200" rtl="0">
              <a:spcBef>
                <a:spcPts val="0"/>
              </a:spcBef>
              <a:spcAft>
                <a:spcPts val="1000"/>
              </a:spcAft>
            </a:pPr>
            <a:r>
              <a:rPr lang="en"/>
              <a:t>Here you have a list of items</a:t>
            </a:r>
          </a:p>
          <a:p>
            <a:pPr indent="-228600" lvl="0" marL="457200" rtl="0">
              <a:spcBef>
                <a:spcPts val="0"/>
              </a:spcBef>
              <a:spcAft>
                <a:spcPts val="1000"/>
              </a:spcAft>
            </a:pPr>
            <a:r>
              <a:rPr lang="en"/>
              <a:t>And some text</a:t>
            </a:r>
          </a:p>
          <a:p>
            <a:pPr indent="-228600" lvl="0" marL="457200" rtl="0">
              <a:spcBef>
                <a:spcPts val="0"/>
              </a:spcBef>
              <a:spcAft>
                <a:spcPts val="1000"/>
              </a:spcAft>
            </a:pPr>
            <a:r>
              <a:rPr lang="en"/>
              <a:t>But remember not to overload your slides with content</a:t>
            </a:r>
          </a:p>
          <a:p>
            <a:pPr lv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Your audience will listen to you or read the content, but </a:t>
            </a:r>
            <a:r>
              <a:rPr lang="en">
                <a:highlight>
                  <a:srgbClr val="C7D3E6"/>
                </a:highlight>
              </a:rPr>
              <a:t>won’t do both</a:t>
            </a:r>
            <a:r>
              <a:rPr lang="en"/>
              <a:t>. </a:t>
            </a:r>
          </a:p>
        </p:txBody>
      </p:sp>
      <p:sp>
        <p:nvSpPr>
          <p:cNvPr id="238" name="Shape 23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239" name="Shape 239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Shape 240"/>
            <p:cNvSpPr/>
            <p:nvPr/>
          </p:nvSpPr>
          <p:spPr>
            <a:xfrm>
              <a:off x="2594050" y="1883300"/>
              <a:ext cx="188175" cy="188150"/>
            </a:xfrm>
            <a:custGeom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41" name="Shape 241"/>
            <p:cNvSpPr/>
            <p:nvPr/>
          </p:nvSpPr>
          <p:spPr>
            <a:xfrm>
              <a:off x="2857700" y="1631825"/>
              <a:ext cx="175975" cy="176000"/>
            </a:xfrm>
            <a:custGeom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42" name="Shape 242"/>
            <p:cNvSpPr/>
            <p:nvPr/>
          </p:nvSpPr>
          <p:spPr>
            <a:xfrm>
              <a:off x="2662850" y="1699400"/>
              <a:ext cx="303250" cy="303250"/>
            </a:xfrm>
            <a:custGeom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43" name="Shape 243"/>
            <p:cNvSpPr/>
            <p:nvPr/>
          </p:nvSpPr>
          <p:spPr>
            <a:xfrm>
              <a:off x="2801675" y="1740825"/>
              <a:ext cx="49950" cy="49950"/>
            </a:xfrm>
            <a:custGeom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 txBox="1"/>
          <p:nvPr>
            <p:ph idx="4294967295" type="ctrTitle"/>
          </p:nvPr>
        </p:nvSpPr>
        <p:spPr>
          <a:xfrm>
            <a:off x="685800" y="2269150"/>
            <a:ext cx="5567700" cy="1159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7200">
                <a:solidFill>
                  <a:srgbClr val="FF9800"/>
                </a:solidFill>
              </a:rPr>
              <a:t>BIG CONCEPT</a:t>
            </a:r>
          </a:p>
        </p:txBody>
      </p:sp>
      <p:sp>
        <p:nvSpPr>
          <p:cNvPr id="249" name="Shape 249"/>
          <p:cNvSpPr txBox="1"/>
          <p:nvPr>
            <p:ph idx="4294967295" type="subTitle"/>
          </p:nvPr>
        </p:nvSpPr>
        <p:spPr>
          <a:xfrm>
            <a:off x="685800" y="3411552"/>
            <a:ext cx="5567700" cy="784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Bring the attention of your audience over a key concept using icons or illustrations</a:t>
            </a:r>
          </a:p>
        </p:txBody>
      </p:sp>
      <p:grpSp>
        <p:nvGrpSpPr>
          <p:cNvPr id="250" name="Shape 250"/>
          <p:cNvGrpSpPr/>
          <p:nvPr/>
        </p:nvGrpSpPr>
        <p:grpSpPr>
          <a:xfrm>
            <a:off x="6682481" y="378837"/>
            <a:ext cx="1588639" cy="1588655"/>
            <a:chOff x="6643075" y="3664250"/>
            <a:chExt cx="407950" cy="407975"/>
          </a:xfrm>
        </p:grpSpPr>
        <p:sp>
          <p:nvSpPr>
            <p:cNvPr id="251" name="Shape 251"/>
            <p:cNvSpPr/>
            <p:nvPr/>
          </p:nvSpPr>
          <p:spPr>
            <a:xfrm>
              <a:off x="6794075" y="3815250"/>
              <a:ext cx="211300" cy="211300"/>
            </a:xfrm>
            <a:custGeom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9050">
              <a:solidFill>
                <a:srgbClr val="C7D3E6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52" name="Shape 252"/>
            <p:cNvSpPr/>
            <p:nvPr/>
          </p:nvSpPr>
          <p:spPr>
            <a:xfrm>
              <a:off x="6643075" y="3664250"/>
              <a:ext cx="407950" cy="407975"/>
            </a:xfrm>
            <a:custGeom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9050">
              <a:solidFill>
                <a:srgbClr val="C7D3E6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Shape 253"/>
          <p:cNvGrpSpPr/>
          <p:nvPr/>
        </p:nvGrpSpPr>
        <p:grpSpPr>
          <a:xfrm rot="-587363">
            <a:off x="6589251" y="2174497"/>
            <a:ext cx="653127" cy="653134"/>
            <a:chOff x="576250" y="4319400"/>
            <a:chExt cx="442075" cy="442050"/>
          </a:xfrm>
        </p:grpSpPr>
        <p:sp>
          <p:nvSpPr>
            <p:cNvPr id="254" name="Shape 254"/>
            <p:cNvSpPr/>
            <p:nvPr/>
          </p:nvSpPr>
          <p:spPr>
            <a:xfrm>
              <a:off x="576250" y="4319400"/>
              <a:ext cx="442075" cy="442050"/>
            </a:xfrm>
            <a:custGeom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55" name="Shape 255"/>
            <p:cNvSpPr/>
            <p:nvPr/>
          </p:nvSpPr>
          <p:spPr>
            <a:xfrm>
              <a:off x="595725" y="4668875"/>
              <a:ext cx="73100" cy="73100"/>
            </a:xfrm>
            <a:custGeom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56" name="Shape 256"/>
            <p:cNvSpPr/>
            <p:nvPr/>
          </p:nvSpPr>
          <p:spPr>
            <a:xfrm>
              <a:off x="652350" y="4711500"/>
              <a:ext cx="46925" cy="46925"/>
            </a:xfrm>
            <a:custGeom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57" name="Shape 257"/>
            <p:cNvSpPr/>
            <p:nvPr/>
          </p:nvSpPr>
          <p:spPr>
            <a:xfrm>
              <a:off x="579300" y="4638450"/>
              <a:ext cx="46900" cy="46900"/>
            </a:xfrm>
            <a:custGeom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Shape 258"/>
          <p:cNvSpPr/>
          <p:nvPr/>
        </p:nvSpPr>
        <p:spPr>
          <a:xfrm>
            <a:off x="6302724" y="745608"/>
            <a:ext cx="248336" cy="237120"/>
          </a:xfrm>
          <a:custGeom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9" name="Shape 259"/>
          <p:cNvSpPr/>
          <p:nvPr/>
        </p:nvSpPr>
        <p:spPr>
          <a:xfrm rot="2697322">
            <a:off x="7939080" y="1959478"/>
            <a:ext cx="376961" cy="359936"/>
          </a:xfrm>
          <a:custGeom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0" name="Shape 260"/>
          <p:cNvSpPr/>
          <p:nvPr/>
        </p:nvSpPr>
        <p:spPr>
          <a:xfrm>
            <a:off x="8237292" y="1754006"/>
            <a:ext cx="150972" cy="144226"/>
          </a:xfrm>
          <a:custGeom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1" name="Shape 261"/>
          <p:cNvSpPr/>
          <p:nvPr/>
        </p:nvSpPr>
        <p:spPr>
          <a:xfrm rot="1280149">
            <a:off x="6130690" y="1460796"/>
            <a:ext cx="150975" cy="144204"/>
          </a:xfrm>
          <a:custGeom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9050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62" name="Shape 26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 txBox="1"/>
          <p:nvPr>
            <p:ph idx="1" type="body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White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Is the color of milk and fresh snow, the color produced by the combination of all the colors of the visible spectrum.</a:t>
            </a:r>
          </a:p>
        </p:txBody>
      </p:sp>
      <p:sp>
        <p:nvSpPr>
          <p:cNvPr id="268" name="Shape 26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YOU CAN ALSO SPLIT YOUR CONTENT</a:t>
            </a:r>
          </a:p>
        </p:txBody>
      </p:sp>
      <p:sp>
        <p:nvSpPr>
          <p:cNvPr id="269" name="Shape 269"/>
          <p:cNvSpPr txBox="1"/>
          <p:nvPr>
            <p:ph idx="2" type="body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Black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Is the color of coal, ebony, and of outer space. It is the darkest color, the result of the absence of or complete absorption of light.</a:t>
            </a:r>
          </a:p>
        </p:txBody>
      </p:sp>
      <p:sp>
        <p:nvSpPr>
          <p:cNvPr id="270" name="Shape 27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271" name="Shape 271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Shape 272"/>
            <p:cNvSpPr/>
            <p:nvPr/>
          </p:nvSpPr>
          <p:spPr>
            <a:xfrm>
              <a:off x="596350" y="953550"/>
              <a:ext cx="387250" cy="473100"/>
            </a:xfrm>
            <a:custGeom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3" name="Shape 273"/>
            <p:cNvSpPr/>
            <p:nvPr/>
          </p:nvSpPr>
          <p:spPr>
            <a:xfrm>
              <a:off x="626775" y="929175"/>
              <a:ext cx="377525" cy="462775"/>
            </a:xfrm>
            <a:custGeom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4" name="Shape 274"/>
            <p:cNvSpPr/>
            <p:nvPr/>
          </p:nvSpPr>
          <p:spPr>
            <a:xfrm>
              <a:off x="688900" y="1256150"/>
              <a:ext cx="133975" cy="25"/>
            </a:xfrm>
            <a:custGeom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5" name="Shape 275"/>
            <p:cNvSpPr/>
            <p:nvPr/>
          </p:nvSpPr>
          <p:spPr>
            <a:xfrm>
              <a:off x="688900" y="1201350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6" name="Shape 276"/>
            <p:cNvSpPr/>
            <p:nvPr/>
          </p:nvSpPr>
          <p:spPr>
            <a:xfrm>
              <a:off x="688900" y="1145950"/>
              <a:ext cx="255750" cy="25"/>
            </a:xfrm>
            <a:custGeom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7" name="Shape 277"/>
            <p:cNvSpPr/>
            <p:nvPr/>
          </p:nvSpPr>
          <p:spPr>
            <a:xfrm>
              <a:off x="688900" y="10905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78" name="Shape 278"/>
            <p:cNvSpPr/>
            <p:nvPr/>
          </p:nvSpPr>
          <p:spPr>
            <a:xfrm>
              <a:off x="920250" y="929175"/>
              <a:ext cx="84050" cy="84050"/>
            </a:xfrm>
            <a:custGeom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IN TWO OR THREE COLUMNS</a:t>
            </a:r>
          </a:p>
        </p:txBody>
      </p:sp>
      <p:sp>
        <p:nvSpPr>
          <p:cNvPr id="284" name="Shape 284"/>
          <p:cNvSpPr txBox="1"/>
          <p:nvPr>
            <p:ph idx="1" type="body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Yellow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Is the color of gold, butter and ripe lemons. In the spectrum of visible light, yellow is found between green and orange.</a:t>
            </a:r>
          </a:p>
        </p:txBody>
      </p:sp>
      <p:sp>
        <p:nvSpPr>
          <p:cNvPr id="285" name="Shape 285"/>
          <p:cNvSpPr txBox="1"/>
          <p:nvPr>
            <p:ph idx="2" type="body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Blue</a:t>
            </a:r>
          </a:p>
          <a:p>
            <a:pPr lvl="0">
              <a:spcBef>
                <a:spcPts val="0"/>
              </a:spcBef>
              <a:buNone/>
            </a:pPr>
            <a:r>
              <a:rPr lang="en"/>
              <a:t>Is the colour of the clear sky and the deep sea. It is located between violet and green on the optical spectrum.</a:t>
            </a:r>
          </a:p>
        </p:txBody>
      </p:sp>
      <p:sp>
        <p:nvSpPr>
          <p:cNvPr id="286" name="Shape 286"/>
          <p:cNvSpPr txBox="1"/>
          <p:nvPr>
            <p:ph idx="3" type="body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Red</a:t>
            </a:r>
          </a:p>
          <a:p>
            <a:pPr lvl="0" rtl="0">
              <a:spcBef>
                <a:spcPts val="0"/>
              </a:spcBef>
              <a:buNone/>
            </a:pPr>
            <a:r>
              <a:rPr lang="en"/>
              <a:t>Is the color of blood, and because of this it has historically been associated with sacrifice, danger and courage. </a:t>
            </a:r>
          </a:p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7" name="Shape 287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288" name="Shape 28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Shape 289"/>
            <p:cNvSpPr/>
            <p:nvPr/>
          </p:nvSpPr>
          <p:spPr>
            <a:xfrm>
              <a:off x="596350" y="953550"/>
              <a:ext cx="387250" cy="473100"/>
            </a:xfrm>
            <a:custGeom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90" name="Shape 290"/>
            <p:cNvSpPr/>
            <p:nvPr/>
          </p:nvSpPr>
          <p:spPr>
            <a:xfrm>
              <a:off x="626775" y="929175"/>
              <a:ext cx="377525" cy="462775"/>
            </a:xfrm>
            <a:custGeom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91" name="Shape 291"/>
            <p:cNvSpPr/>
            <p:nvPr/>
          </p:nvSpPr>
          <p:spPr>
            <a:xfrm>
              <a:off x="688900" y="1256150"/>
              <a:ext cx="133975" cy="25"/>
            </a:xfrm>
            <a:custGeom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92" name="Shape 292"/>
            <p:cNvSpPr/>
            <p:nvPr/>
          </p:nvSpPr>
          <p:spPr>
            <a:xfrm>
              <a:off x="688900" y="1201350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93" name="Shape 293"/>
            <p:cNvSpPr/>
            <p:nvPr/>
          </p:nvSpPr>
          <p:spPr>
            <a:xfrm>
              <a:off x="688900" y="1145950"/>
              <a:ext cx="255750" cy="25"/>
            </a:xfrm>
            <a:custGeom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94" name="Shape 294"/>
            <p:cNvSpPr/>
            <p:nvPr/>
          </p:nvSpPr>
          <p:spPr>
            <a:xfrm>
              <a:off x="688900" y="10905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295" name="Shape 295"/>
            <p:cNvSpPr/>
            <p:nvPr/>
          </p:nvSpPr>
          <p:spPr>
            <a:xfrm>
              <a:off x="920250" y="929175"/>
              <a:ext cx="84050" cy="84050"/>
            </a:xfrm>
            <a:custGeom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 PICTURE IS WORTH A THOUSAND WORDS</a:t>
            </a:r>
          </a:p>
        </p:txBody>
      </p:sp>
      <p:sp>
        <p:nvSpPr>
          <p:cNvPr id="301" name="Shape 301"/>
          <p:cNvSpPr txBox="1"/>
          <p:nvPr>
            <p:ph idx="1" type="body"/>
          </p:nvPr>
        </p:nvSpPr>
        <p:spPr>
          <a:xfrm>
            <a:off x="814275" y="1327350"/>
            <a:ext cx="3688500" cy="31455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</a:p>
        </p:txBody>
      </p:sp>
      <p:pic>
        <p:nvPicPr>
          <p:cNvPr descr="18.jpg" id="302" name="Shape 302"/>
          <p:cNvPicPr preferRelativeResize="0"/>
          <p:nvPr/>
        </p:nvPicPr>
        <p:blipFill rotWithShape="1">
          <a:blip r:embed="rId3">
            <a:alphaModFix/>
          </a:blip>
          <a:srcRect b="0" l="1653" r="42096" t="0"/>
          <a:stretch/>
        </p:blipFill>
        <p:spPr>
          <a:xfrm>
            <a:off x="4675375" y="909350"/>
            <a:ext cx="4097700" cy="4097700"/>
          </a:xfrm>
          <a:prstGeom prst="diamond">
            <a:avLst/>
          </a:prstGeom>
          <a:noFill/>
          <a:ln>
            <a:noFill/>
          </a:ln>
        </p:spPr>
      </p:pic>
      <p:sp>
        <p:nvSpPr>
          <p:cNvPr id="303" name="Shape 30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304" name="Shape 304"/>
          <p:cNvGrpSpPr/>
          <p:nvPr/>
        </p:nvGrpSpPr>
        <p:grpSpPr>
          <a:xfrm>
            <a:off x="299071" y="635918"/>
            <a:ext cx="335800" cy="279517"/>
            <a:chOff x="1247825" y="322750"/>
            <a:chExt cx="443300" cy="369000"/>
          </a:xfrm>
        </p:grpSpPr>
        <p:sp>
          <p:nvSpPr>
            <p:cNvPr id="305" name="Shape 305"/>
            <p:cNvSpPr/>
            <p:nvPr/>
          </p:nvSpPr>
          <p:spPr>
            <a:xfrm>
              <a:off x="1247825" y="322750"/>
              <a:ext cx="443300" cy="369000"/>
            </a:xfrm>
            <a:custGeom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06" name="Shape 306"/>
            <p:cNvSpPr/>
            <p:nvPr/>
          </p:nvSpPr>
          <p:spPr>
            <a:xfrm>
              <a:off x="1398225" y="386675"/>
              <a:ext cx="142500" cy="25"/>
            </a:xfrm>
            <a:custGeom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07" name="Shape 307"/>
            <p:cNvSpPr/>
            <p:nvPr/>
          </p:nvSpPr>
          <p:spPr>
            <a:xfrm>
              <a:off x="1370225" y="450000"/>
              <a:ext cx="198500" cy="197900"/>
            </a:xfrm>
            <a:custGeom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08" name="Shape 308"/>
            <p:cNvSpPr/>
            <p:nvPr/>
          </p:nvSpPr>
          <p:spPr>
            <a:xfrm>
              <a:off x="1403100" y="482875"/>
              <a:ext cx="132750" cy="132150"/>
            </a:xfrm>
            <a:custGeom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09" name="Shape 309"/>
            <p:cNvSpPr/>
            <p:nvPr/>
          </p:nvSpPr>
          <p:spPr>
            <a:xfrm>
              <a:off x="1588800" y="435400"/>
              <a:ext cx="66400" cy="43850"/>
            </a:xfrm>
            <a:custGeom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 txBox="1"/>
          <p:nvPr>
            <p:ph idx="4294967295" type="title"/>
          </p:nvPr>
        </p:nvSpPr>
        <p:spPr>
          <a:xfrm>
            <a:off x="2118750" y="1576950"/>
            <a:ext cx="4754100" cy="13800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b="0" lang="en"/>
              <a:t>Want big impact?</a:t>
            </a:r>
          </a:p>
          <a:p>
            <a:pPr lvl="0" rtl="0" algn="ctr">
              <a:spcBef>
                <a:spcPts val="0"/>
              </a:spcBef>
              <a:buNone/>
            </a:pPr>
            <a:r>
              <a:rPr lang="en"/>
              <a:t>USE BIG IMAGE</a:t>
            </a:r>
          </a:p>
        </p:txBody>
      </p:sp>
      <p:sp>
        <p:nvSpPr>
          <p:cNvPr id="315" name="Shape 315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Shape 320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USE CHARTS TO EXPLAIN YOUR IDEAS</a:t>
            </a:r>
          </a:p>
        </p:txBody>
      </p:sp>
      <p:sp>
        <p:nvSpPr>
          <p:cNvPr id="321" name="Shape 32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322" name="Shape 322"/>
          <p:cNvSpPr/>
          <p:nvPr/>
        </p:nvSpPr>
        <p:spPr>
          <a:xfrm>
            <a:off x="3378600" y="1888450"/>
            <a:ext cx="2386800" cy="2386800"/>
          </a:xfrm>
          <a:prstGeom prst="diamond">
            <a:avLst/>
          </a:prstGeom>
          <a:solidFill>
            <a:srgbClr val="C7D3E6"/>
          </a:solidFill>
          <a:ln cap="flat" cmpd="sng" w="38100">
            <a:solidFill>
              <a:srgbClr val="92A8C8"/>
            </a:solidFill>
            <a:prstDash val="solid"/>
            <a:miter lim="8000"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Gray</a:t>
            </a:r>
          </a:p>
        </p:txBody>
      </p:sp>
      <p:sp>
        <p:nvSpPr>
          <p:cNvPr id="323" name="Shape 323"/>
          <p:cNvSpPr/>
          <p:nvPr/>
        </p:nvSpPr>
        <p:spPr>
          <a:xfrm>
            <a:off x="1601400" y="1888450"/>
            <a:ext cx="2386800" cy="2386800"/>
          </a:xfrm>
          <a:prstGeom prst="diamond">
            <a:avLst/>
          </a:prstGeom>
          <a:noFill/>
          <a:ln cap="flat" cmpd="sng" w="76200">
            <a:solidFill>
              <a:srgbClr val="FF9800"/>
            </a:solidFill>
            <a:prstDash val="solid"/>
            <a:miter lim="8000"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</a:t>
            </a:r>
          </a:p>
        </p:txBody>
      </p:sp>
      <p:sp>
        <p:nvSpPr>
          <p:cNvPr id="324" name="Shape 324"/>
          <p:cNvSpPr/>
          <p:nvPr/>
        </p:nvSpPr>
        <p:spPr>
          <a:xfrm>
            <a:off x="5155800" y="1888450"/>
            <a:ext cx="2386800" cy="2386800"/>
          </a:xfrm>
          <a:prstGeom prst="diamond">
            <a:avLst/>
          </a:prstGeom>
          <a:noFill/>
          <a:ln cap="flat" cmpd="sng" w="76200">
            <a:solidFill>
              <a:srgbClr val="FF9800"/>
            </a:solidFill>
            <a:prstDash val="solid"/>
            <a:miter lim="8000"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</a:t>
            </a:r>
          </a:p>
        </p:txBody>
      </p:sp>
      <p:grpSp>
        <p:nvGrpSpPr>
          <p:cNvPr id="325" name="Shape 325"/>
          <p:cNvGrpSpPr/>
          <p:nvPr/>
        </p:nvGrpSpPr>
        <p:grpSpPr>
          <a:xfrm>
            <a:off x="263101" y="580106"/>
            <a:ext cx="407743" cy="391135"/>
            <a:chOff x="5233525" y="4954450"/>
            <a:chExt cx="538275" cy="516350"/>
          </a:xfrm>
        </p:grpSpPr>
        <p:sp>
          <p:nvSpPr>
            <p:cNvPr id="326" name="Shape 326"/>
            <p:cNvSpPr/>
            <p:nvPr/>
          </p:nvSpPr>
          <p:spPr>
            <a:xfrm>
              <a:off x="5637825" y="4954450"/>
              <a:ext cx="89525" cy="89525"/>
            </a:xfrm>
            <a:custGeom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27" name="Shape 327"/>
            <p:cNvSpPr/>
            <p:nvPr/>
          </p:nvSpPr>
          <p:spPr>
            <a:xfrm>
              <a:off x="5323025" y="4980625"/>
              <a:ext cx="88925" cy="88925"/>
            </a:xfrm>
            <a:custGeom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28" name="Shape 328"/>
            <p:cNvSpPr/>
            <p:nvPr/>
          </p:nvSpPr>
          <p:spPr>
            <a:xfrm>
              <a:off x="5233525" y="5255225"/>
              <a:ext cx="89525" cy="89525"/>
            </a:xfrm>
            <a:custGeom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29" name="Shape 329"/>
            <p:cNvSpPr/>
            <p:nvPr/>
          </p:nvSpPr>
          <p:spPr>
            <a:xfrm>
              <a:off x="5453325" y="5382475"/>
              <a:ext cx="88925" cy="88325"/>
            </a:xfrm>
            <a:custGeom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0" name="Shape 330"/>
            <p:cNvSpPr/>
            <p:nvPr/>
          </p:nvSpPr>
          <p:spPr>
            <a:xfrm>
              <a:off x="5682875" y="5188875"/>
              <a:ext cx="88925" cy="89525"/>
            </a:xfrm>
            <a:custGeom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1" name="Shape 331"/>
            <p:cNvSpPr/>
            <p:nvPr/>
          </p:nvSpPr>
          <p:spPr>
            <a:xfrm>
              <a:off x="5411925" y="5110925"/>
              <a:ext cx="188775" cy="189400"/>
            </a:xfrm>
            <a:custGeom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2" name="Shape 332"/>
            <p:cNvSpPr/>
            <p:nvPr/>
          </p:nvSpPr>
          <p:spPr>
            <a:xfrm>
              <a:off x="5367475" y="5025075"/>
              <a:ext cx="81600" cy="105975"/>
            </a:xfrm>
            <a:custGeom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3" name="Shape 333"/>
            <p:cNvSpPr/>
            <p:nvPr/>
          </p:nvSpPr>
          <p:spPr>
            <a:xfrm>
              <a:off x="5567800" y="4999500"/>
              <a:ext cx="115100" cy="133975"/>
            </a:xfrm>
            <a:custGeom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4" name="Shape 334"/>
            <p:cNvSpPr/>
            <p:nvPr/>
          </p:nvSpPr>
          <p:spPr>
            <a:xfrm>
              <a:off x="5600075" y="5217475"/>
              <a:ext cx="127275" cy="16475"/>
            </a:xfrm>
            <a:custGeom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5" name="Shape 335"/>
            <p:cNvSpPr/>
            <p:nvPr/>
          </p:nvSpPr>
          <p:spPr>
            <a:xfrm>
              <a:off x="5497775" y="5299675"/>
              <a:ext cx="4900" cy="126675"/>
            </a:xfrm>
            <a:custGeom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36" name="Shape 336"/>
            <p:cNvSpPr/>
            <p:nvPr/>
          </p:nvSpPr>
          <p:spPr>
            <a:xfrm>
              <a:off x="5277975" y="5241825"/>
              <a:ext cx="141275" cy="58500"/>
            </a:xfrm>
            <a:custGeom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341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AND TABLES TO COMPARE DATA</a:t>
            </a:r>
          </a:p>
        </p:txBody>
      </p:sp>
      <p:graphicFrame>
        <p:nvGraphicFramePr>
          <p:cNvPr id="342" name="Shape 342"/>
          <p:cNvGraphicFramePr/>
          <p:nvPr/>
        </p:nvGraphicFramePr>
        <p:xfrm>
          <a:off x="880100" y="1810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{5247DF8C-2F5E-4287-ABEE-04FE69CDA896}</a:tableStyleId>
              </a:tblPr>
              <a:tblGrid>
                <a:gridCol w="1355550"/>
                <a:gridCol w="1355550"/>
                <a:gridCol w="1355550"/>
                <a:gridCol w="1355550"/>
              </a:tblGrid>
              <a:tr h="685225">
                <a:tc>
                  <a:txBody>
                    <a:bodyPr>
                      <a:noAutofit/>
                    </a:bodyPr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t/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685225">
                <a:tc>
                  <a:txBody>
                    <a:bodyPr>
                      <a:noAutofit/>
                    </a:bodyPr>
                    <a:lstStyle/>
                    <a:p>
                      <a:pPr lvl="0" algn="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Yellow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20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7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685225">
                <a:tc>
                  <a:txBody>
                    <a:bodyPr>
                      <a:noAutofit/>
                    </a:bodyPr>
                    <a:lstStyle/>
                    <a:p>
                      <a:pPr lvl="0" algn="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Blue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30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15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  <a:tr h="685225">
                <a:tc>
                  <a:txBody>
                    <a:bodyPr>
                      <a:noAutofit/>
                    </a:bodyPr>
                    <a:lstStyle/>
                    <a:p>
                      <a:pPr lvl="0" rtl="0" algn="r">
                        <a:spcBef>
                          <a:spcPts val="0"/>
                        </a:spcBef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Orange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24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lvl="0" rtl="0" algn="ctr">
                        <a:spcBef>
                          <a:spcPts val="0"/>
                        </a:spcBef>
                        <a:buNone/>
                      </a:pPr>
                      <a:r>
                        <a:rPr b="1" lang="en" sz="2400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16</a:t>
                      </a:r>
                    </a:p>
                  </a:txBody>
                  <a:tcPr marT="68575" marB="68575" marR="91425" marL="91425" anchor="ctr">
                    <a:lnL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L>
                    <a:lnR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R>
                    <a:lnT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T>
                    <a:lnB cap="flat" cmpd="sng" w="9525">
                      <a:solidFill>
                        <a:srgbClr val="C7D3E6"/>
                      </a:solidFill>
                      <a:prstDash val="solid"/>
                      <a:round/>
                      <a:headEnd len="med" w="med" type="none"/>
                      <a:tailEnd len="med" w="med" type="none"/>
                    </a:lnB>
                  </a:tcPr>
                </a:tc>
              </a:tr>
            </a:tbl>
          </a:graphicData>
        </a:graphic>
      </p:graphicFrame>
      <p:sp>
        <p:nvSpPr>
          <p:cNvPr id="343" name="Shape 34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344" name="Shape 344"/>
          <p:cNvGrpSpPr/>
          <p:nvPr/>
        </p:nvGrpSpPr>
        <p:grpSpPr>
          <a:xfrm>
            <a:off x="307844" y="634299"/>
            <a:ext cx="318264" cy="282756"/>
            <a:chOff x="5292575" y="3681900"/>
            <a:chExt cx="420150" cy="373275"/>
          </a:xfrm>
        </p:grpSpPr>
        <p:sp>
          <p:nvSpPr>
            <p:cNvPr id="345" name="Shape 345"/>
            <p:cNvSpPr/>
            <p:nvPr/>
          </p:nvSpPr>
          <p:spPr>
            <a:xfrm>
              <a:off x="5292575" y="3706875"/>
              <a:ext cx="420150" cy="266700"/>
            </a:xfrm>
            <a:custGeom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46" name="Shape 346"/>
            <p:cNvSpPr/>
            <p:nvPr/>
          </p:nvSpPr>
          <p:spPr>
            <a:xfrm>
              <a:off x="5490475" y="3681900"/>
              <a:ext cx="24375" cy="25000"/>
            </a:xfrm>
            <a:custGeom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47" name="Shape 347"/>
            <p:cNvSpPr/>
            <p:nvPr/>
          </p:nvSpPr>
          <p:spPr>
            <a:xfrm>
              <a:off x="5358350" y="3973550"/>
              <a:ext cx="60900" cy="81625"/>
            </a:xfrm>
            <a:custGeom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48" name="Shape 348"/>
            <p:cNvSpPr/>
            <p:nvPr/>
          </p:nvSpPr>
          <p:spPr>
            <a:xfrm>
              <a:off x="5586050" y="3973550"/>
              <a:ext cx="60925" cy="81625"/>
            </a:xfrm>
            <a:custGeom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49" name="Shape 349"/>
            <p:cNvSpPr/>
            <p:nvPr/>
          </p:nvSpPr>
          <p:spPr>
            <a:xfrm>
              <a:off x="5316925" y="3731225"/>
              <a:ext cx="371450" cy="218000"/>
            </a:xfrm>
            <a:custGeom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50" name="Shape 350"/>
            <p:cNvSpPr/>
            <p:nvPr/>
          </p:nvSpPr>
          <p:spPr>
            <a:xfrm>
              <a:off x="5380250" y="3784800"/>
              <a:ext cx="230200" cy="115725"/>
            </a:xfrm>
            <a:custGeom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351" name="Shape 351"/>
            <p:cNvSpPr/>
            <p:nvPr/>
          </p:nvSpPr>
          <p:spPr>
            <a:xfrm>
              <a:off x="5547700" y="3779925"/>
              <a:ext cx="68825" cy="68825"/>
            </a:xfrm>
            <a:custGeom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Shape 356"/>
          <p:cNvSpPr/>
          <p:nvPr/>
        </p:nvSpPr>
        <p:spPr>
          <a:xfrm>
            <a:off x="514725" y="790184"/>
            <a:ext cx="8171736" cy="3892835"/>
          </a:xfrm>
          <a:custGeom>
            <a:pathLst>
              <a:path extrusionOk="0" h="136125" w="28575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rgbClr val="C7D3E6"/>
          </a:solidFill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7" name="Shape 357"/>
          <p:cNvSpPr txBox="1"/>
          <p:nvPr>
            <p:ph idx="4294967295" type="title"/>
          </p:nvPr>
        </p:nvSpPr>
        <p:spPr>
          <a:xfrm>
            <a:off x="1942800" y="877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3F5378"/>
                </a:solidFill>
              </a:rPr>
              <a:t>MAPS</a:t>
            </a:r>
          </a:p>
        </p:txBody>
      </p:sp>
      <p:sp>
        <p:nvSpPr>
          <p:cNvPr id="358" name="Shape 35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359" name="Shape 359"/>
          <p:cNvGrpSpPr/>
          <p:nvPr/>
        </p:nvGrpSpPr>
        <p:grpSpPr>
          <a:xfrm rot="10800000">
            <a:off x="1712742" y="1488722"/>
            <a:ext cx="1134224" cy="322897"/>
            <a:chOff x="2689942" y="1287960"/>
            <a:chExt cx="7261354" cy="2067200"/>
          </a:xfrm>
        </p:grpSpPr>
        <p:sp>
          <p:nvSpPr>
            <p:cNvPr id="360" name="Shape 360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1" name="Shape 361"/>
            <p:cNvSpPr/>
            <p:nvPr/>
          </p:nvSpPr>
          <p:spPr>
            <a:xfrm flipH="1" rot="10800000">
              <a:off x="3905360" y="1697078"/>
              <a:ext cx="4801200" cy="124380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rPr b="1" lang="en" sz="80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OUR OFFICE</a:t>
              </a:r>
            </a:p>
          </p:txBody>
        </p:sp>
        <p:sp>
          <p:nvSpPr>
            <p:cNvPr id="362" name="Shape 362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3" name="Shape 363"/>
            <p:cNvSpPr/>
            <p:nvPr/>
          </p:nvSpPr>
          <p:spPr>
            <a:xfrm flipH="1">
              <a:off x="2689942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4" name="Shape 364"/>
            <p:cNvSpPr/>
            <p:nvPr/>
          </p:nvSpPr>
          <p:spPr>
            <a:xfrm rot="10800000">
              <a:off x="2689947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 b="1" sz="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365" name="Shape 365"/>
          <p:cNvSpPr/>
          <p:nvPr/>
        </p:nvSpPr>
        <p:spPr>
          <a:xfrm>
            <a:off x="1209130" y="2115973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6" name="Shape 366"/>
          <p:cNvSpPr/>
          <p:nvPr/>
        </p:nvSpPr>
        <p:spPr>
          <a:xfrm>
            <a:off x="2992605" y="3370448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7" name="Shape 367"/>
          <p:cNvSpPr/>
          <p:nvPr/>
        </p:nvSpPr>
        <p:spPr>
          <a:xfrm>
            <a:off x="3907005" y="1841398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8" name="Shape 368"/>
          <p:cNvSpPr/>
          <p:nvPr/>
        </p:nvSpPr>
        <p:spPr>
          <a:xfrm>
            <a:off x="6786205" y="2377948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9" name="Shape 369"/>
          <p:cNvSpPr/>
          <p:nvPr/>
        </p:nvSpPr>
        <p:spPr>
          <a:xfrm>
            <a:off x="4621130" y="3997673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0" name="Shape 370"/>
          <p:cNvSpPr/>
          <p:nvPr/>
        </p:nvSpPr>
        <p:spPr>
          <a:xfrm>
            <a:off x="7412180" y="4036723"/>
            <a:ext cx="107100" cy="107100"/>
          </a:xfrm>
          <a:prstGeom prst="diamond">
            <a:avLst/>
          </a:prstGeom>
          <a:solidFill>
            <a:srgbClr val="FF9800"/>
          </a:solidFill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cxnSp>
        <p:nvCxnSpPr>
          <p:cNvPr id="371" name="Shape 371"/>
          <p:cNvCxnSpPr>
            <a:stCxn id="361" idx="2"/>
          </p:cNvCxnSpPr>
          <p:nvPr/>
        </p:nvCxnSpPr>
        <p:spPr>
          <a:xfrm>
            <a:off x="2282144" y="1747714"/>
            <a:ext cx="0" cy="167400"/>
          </a:xfrm>
          <a:prstGeom prst="straightConnector1">
            <a:avLst/>
          </a:prstGeom>
          <a:noFill/>
          <a:ln cap="flat" cmpd="sng" w="19050">
            <a:solidFill>
              <a:srgbClr val="FF9800"/>
            </a:solidFill>
            <a:prstDash val="solid"/>
            <a:round/>
            <a:headEnd len="med" w="med" type="none"/>
            <a:tailEnd len="med" w="med" type="diamon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Shape 376"/>
          <p:cNvGrpSpPr/>
          <p:nvPr/>
        </p:nvGrpSpPr>
        <p:grpSpPr>
          <a:xfrm>
            <a:off x="552885" y="1385750"/>
            <a:ext cx="8044527" cy="2067200"/>
            <a:chOff x="185742" y="1287960"/>
            <a:chExt cx="8044527" cy="2067200"/>
          </a:xfrm>
        </p:grpSpPr>
        <p:sp>
          <p:nvSpPr>
            <p:cNvPr id="377" name="Shape 377"/>
            <p:cNvSpPr/>
            <p:nvPr/>
          </p:nvSpPr>
          <p:spPr>
            <a:xfrm>
              <a:off x="6978450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8" name="Shape 378"/>
            <p:cNvSpPr/>
            <p:nvPr/>
          </p:nvSpPr>
          <p:spPr>
            <a:xfrm flipH="1" rot="10800000">
              <a:off x="1423250" y="1697050"/>
              <a:ext cx="5566500" cy="12438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9" name="Shape 379"/>
            <p:cNvSpPr/>
            <p:nvPr/>
          </p:nvSpPr>
          <p:spPr>
            <a:xfrm flipH="1" rot="10800000">
              <a:off x="6986470" y="1697043"/>
              <a:ext cx="1243800" cy="12438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0" name="Shape 380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1" name="Shape 381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382" name="Shape 382"/>
          <p:cNvSpPr txBox="1"/>
          <p:nvPr>
            <p:ph idx="4294967295" type="ctrTitle"/>
          </p:nvPr>
        </p:nvSpPr>
        <p:spPr>
          <a:xfrm>
            <a:off x="558475" y="1808800"/>
            <a:ext cx="8039100" cy="12255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7200">
                <a:solidFill>
                  <a:srgbClr val="3F5378"/>
                </a:solidFill>
              </a:rPr>
              <a:t>89,526,124</a:t>
            </a:r>
          </a:p>
        </p:txBody>
      </p:sp>
      <p:sp>
        <p:nvSpPr>
          <p:cNvPr id="383" name="Shape 383"/>
          <p:cNvSpPr txBox="1"/>
          <p:nvPr>
            <p:ph idx="4294967295" type="subTitle"/>
          </p:nvPr>
        </p:nvSpPr>
        <p:spPr>
          <a:xfrm>
            <a:off x="1555500" y="3034300"/>
            <a:ext cx="6050700" cy="4974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FF9800"/>
                </a:solidFill>
              </a:rPr>
              <a:t>Whoa! That’s a big number, aren’t you proud?</a:t>
            </a:r>
          </a:p>
        </p:txBody>
      </p:sp>
      <p:sp>
        <p:nvSpPr>
          <p:cNvPr id="384" name="Shape 38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Shape 389"/>
          <p:cNvGrpSpPr/>
          <p:nvPr/>
        </p:nvGrpSpPr>
        <p:grpSpPr>
          <a:xfrm>
            <a:off x="2053393" y="2059371"/>
            <a:ext cx="5043757" cy="907708"/>
            <a:chOff x="-1535283" y="1287960"/>
            <a:chExt cx="11486579" cy="2067200"/>
          </a:xfrm>
        </p:grpSpPr>
        <p:sp>
          <p:nvSpPr>
            <p:cNvPr id="390" name="Shape 390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1" name="Shape 391"/>
            <p:cNvSpPr/>
            <p:nvPr/>
          </p:nvSpPr>
          <p:spPr>
            <a:xfrm flipH="1" rot="10800000">
              <a:off x="-308909" y="1697039"/>
              <a:ext cx="9030600" cy="124380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2" name="Shape 392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3" name="Shape 393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4" name="Shape 394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95" name="Shape 395"/>
          <p:cNvGrpSpPr/>
          <p:nvPr/>
        </p:nvGrpSpPr>
        <p:grpSpPr>
          <a:xfrm>
            <a:off x="2053393" y="3507171"/>
            <a:ext cx="5043757" cy="907708"/>
            <a:chOff x="-1535283" y="1287960"/>
            <a:chExt cx="11486579" cy="2067200"/>
          </a:xfrm>
        </p:grpSpPr>
        <p:sp>
          <p:nvSpPr>
            <p:cNvPr id="396" name="Shape 39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7" name="Shape 397"/>
            <p:cNvSpPr/>
            <p:nvPr/>
          </p:nvSpPr>
          <p:spPr>
            <a:xfrm flipH="1" rot="10800000">
              <a:off x="-308909" y="1697039"/>
              <a:ext cx="9030600" cy="124380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8" name="Shape 398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9" name="Shape 399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0" name="Shape 400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01" name="Shape 401"/>
          <p:cNvGrpSpPr/>
          <p:nvPr/>
        </p:nvGrpSpPr>
        <p:grpSpPr>
          <a:xfrm>
            <a:off x="2053393" y="611571"/>
            <a:ext cx="5043757" cy="907708"/>
            <a:chOff x="-1535283" y="1287960"/>
            <a:chExt cx="11486579" cy="2067200"/>
          </a:xfrm>
        </p:grpSpPr>
        <p:sp>
          <p:nvSpPr>
            <p:cNvPr id="402" name="Shape 402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3" name="Shape 403"/>
            <p:cNvSpPr/>
            <p:nvPr/>
          </p:nvSpPr>
          <p:spPr>
            <a:xfrm flipH="1" rot="10800000">
              <a:off x="-308909" y="1697039"/>
              <a:ext cx="9030600" cy="124380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4" name="Shape 404"/>
            <p:cNvSpPr/>
            <p:nvPr/>
          </p:nvSpPr>
          <p:spPr>
            <a:xfrm flipH="1" rot="10800000">
              <a:off x="8707496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5" name="Shape 405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6" name="Shape 40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D26F00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>
                <a:spcBef>
                  <a:spcPts val="0"/>
                </a:spcBef>
                <a:buNone/>
              </a:pPr>
              <a:r>
                <a:t/>
              </a: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407" name="Shape 407"/>
          <p:cNvSpPr txBox="1"/>
          <p:nvPr>
            <p:ph idx="4294967295" type="ctrTitle"/>
          </p:nvPr>
        </p:nvSpPr>
        <p:spPr>
          <a:xfrm>
            <a:off x="2613475" y="800400"/>
            <a:ext cx="3917100" cy="534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000"/>
              <a:t>89,526,124$</a:t>
            </a:r>
          </a:p>
        </p:txBody>
      </p:sp>
      <p:sp>
        <p:nvSpPr>
          <p:cNvPr id="408" name="Shape 408"/>
          <p:cNvSpPr txBox="1"/>
          <p:nvPr>
            <p:ph idx="4294967295" type="subTitle"/>
          </p:nvPr>
        </p:nvSpPr>
        <p:spPr>
          <a:xfrm>
            <a:off x="2613475" y="1335108"/>
            <a:ext cx="3917100" cy="463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1800">
                <a:solidFill>
                  <a:srgbClr val="3F5378"/>
                </a:solidFill>
              </a:rPr>
              <a:t>That’s a lot of money</a:t>
            </a:r>
          </a:p>
        </p:txBody>
      </p:sp>
      <p:sp>
        <p:nvSpPr>
          <p:cNvPr id="409" name="Shape 409"/>
          <p:cNvSpPr txBox="1"/>
          <p:nvPr>
            <p:ph idx="4294967295" type="ctrTitle"/>
          </p:nvPr>
        </p:nvSpPr>
        <p:spPr>
          <a:xfrm>
            <a:off x="2613475" y="3693600"/>
            <a:ext cx="3917100" cy="534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000"/>
              <a:t>100%</a:t>
            </a:r>
          </a:p>
        </p:txBody>
      </p:sp>
      <p:sp>
        <p:nvSpPr>
          <p:cNvPr id="410" name="Shape 410"/>
          <p:cNvSpPr txBox="1"/>
          <p:nvPr>
            <p:ph idx="4294967295" type="subTitle"/>
          </p:nvPr>
        </p:nvSpPr>
        <p:spPr>
          <a:xfrm>
            <a:off x="2613475" y="4243600"/>
            <a:ext cx="3917100" cy="412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1800">
                <a:solidFill>
                  <a:srgbClr val="3F5378"/>
                </a:solidFill>
              </a:rPr>
              <a:t>Total success!</a:t>
            </a:r>
          </a:p>
        </p:txBody>
      </p:sp>
      <p:sp>
        <p:nvSpPr>
          <p:cNvPr id="411" name="Shape 411"/>
          <p:cNvSpPr txBox="1"/>
          <p:nvPr>
            <p:ph idx="4294967295" type="ctrTitle"/>
          </p:nvPr>
        </p:nvSpPr>
        <p:spPr>
          <a:xfrm>
            <a:off x="2613475" y="2242059"/>
            <a:ext cx="3917100" cy="534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3000"/>
              <a:t>185,244 users</a:t>
            </a:r>
          </a:p>
        </p:txBody>
      </p:sp>
      <p:sp>
        <p:nvSpPr>
          <p:cNvPr id="412" name="Shape 412"/>
          <p:cNvSpPr txBox="1"/>
          <p:nvPr>
            <p:ph idx="4294967295" type="subTitle"/>
          </p:nvPr>
        </p:nvSpPr>
        <p:spPr>
          <a:xfrm>
            <a:off x="2613475" y="2776651"/>
            <a:ext cx="3917100" cy="412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1800">
                <a:solidFill>
                  <a:srgbClr val="3F5378"/>
                </a:solidFill>
              </a:rPr>
              <a:t>And a lot of users</a:t>
            </a:r>
          </a:p>
        </p:txBody>
      </p:sp>
      <p:sp>
        <p:nvSpPr>
          <p:cNvPr id="413" name="Shape 41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418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OUR PROCESS IS EASY</a:t>
            </a:r>
          </a:p>
        </p:txBody>
      </p:sp>
      <p:sp>
        <p:nvSpPr>
          <p:cNvPr id="419" name="Shape 419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420" name="Shape 420"/>
          <p:cNvGrpSpPr/>
          <p:nvPr/>
        </p:nvGrpSpPr>
        <p:grpSpPr>
          <a:xfrm rot="10800000">
            <a:off x="836024" y="2296511"/>
            <a:ext cx="2694428" cy="864880"/>
            <a:chOff x="185742" y="1697030"/>
            <a:chExt cx="5165698" cy="1658130"/>
          </a:xfrm>
        </p:grpSpPr>
        <p:sp>
          <p:nvSpPr>
            <p:cNvPr id="421" name="Shape 421"/>
            <p:cNvSpPr/>
            <p:nvPr/>
          </p:nvSpPr>
          <p:spPr>
            <a:xfrm flipH="1" rot="10800000">
              <a:off x="1426312" y="1697030"/>
              <a:ext cx="2693400" cy="12438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rPr lang="en" sz="2400">
                  <a:solidFill>
                    <a:srgbClr val="26324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first</a:t>
              </a:r>
            </a:p>
          </p:txBody>
        </p:sp>
        <p:sp>
          <p:nvSpPr>
            <p:cNvPr id="422" name="Shape 422"/>
            <p:cNvSpPr/>
            <p:nvPr/>
          </p:nvSpPr>
          <p:spPr>
            <a:xfrm flipH="1" rot="10800000">
              <a:off x="4107640" y="1697043"/>
              <a:ext cx="1243800" cy="12438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3" name="Shape 423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4" name="Shape 424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25" name="Shape 425"/>
          <p:cNvGrpSpPr/>
          <p:nvPr/>
        </p:nvGrpSpPr>
        <p:grpSpPr>
          <a:xfrm rot="10800000">
            <a:off x="3062853" y="2296511"/>
            <a:ext cx="2694428" cy="864880"/>
            <a:chOff x="185742" y="1697030"/>
            <a:chExt cx="5165698" cy="1658130"/>
          </a:xfrm>
        </p:grpSpPr>
        <p:sp>
          <p:nvSpPr>
            <p:cNvPr id="426" name="Shape 426"/>
            <p:cNvSpPr/>
            <p:nvPr/>
          </p:nvSpPr>
          <p:spPr>
            <a:xfrm flipH="1" rot="10800000">
              <a:off x="1426312" y="1697030"/>
              <a:ext cx="2693400" cy="1243800"/>
            </a:xfrm>
            <a:prstGeom prst="rect">
              <a:avLst/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rPr lang="en" sz="2400">
                  <a:solidFill>
                    <a:srgbClr val="26324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second</a:t>
              </a:r>
            </a:p>
          </p:txBody>
        </p:sp>
        <p:sp>
          <p:nvSpPr>
            <p:cNvPr id="427" name="Shape 427"/>
            <p:cNvSpPr/>
            <p:nvPr/>
          </p:nvSpPr>
          <p:spPr>
            <a:xfrm flipH="1" rot="10800000">
              <a:off x="4107640" y="1697043"/>
              <a:ext cx="1243800" cy="1243800"/>
            </a:xfrm>
            <a:prstGeom prst="rtTriangle">
              <a:avLst/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8" name="Shape 428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92A8C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9" name="Shape 429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30" name="Shape 430"/>
          <p:cNvGrpSpPr/>
          <p:nvPr/>
        </p:nvGrpSpPr>
        <p:grpSpPr>
          <a:xfrm rot="10800000">
            <a:off x="5287746" y="2296511"/>
            <a:ext cx="2694428" cy="864880"/>
            <a:chOff x="185742" y="1697030"/>
            <a:chExt cx="5165698" cy="1658130"/>
          </a:xfrm>
        </p:grpSpPr>
        <p:sp>
          <p:nvSpPr>
            <p:cNvPr id="431" name="Shape 431"/>
            <p:cNvSpPr/>
            <p:nvPr/>
          </p:nvSpPr>
          <p:spPr>
            <a:xfrm flipH="1" rot="10800000">
              <a:off x="1426312" y="1697030"/>
              <a:ext cx="2693400" cy="12438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rPr lang="en" sz="240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last</a:t>
              </a:r>
            </a:p>
          </p:txBody>
        </p:sp>
        <p:sp>
          <p:nvSpPr>
            <p:cNvPr id="432" name="Shape 432"/>
            <p:cNvSpPr/>
            <p:nvPr/>
          </p:nvSpPr>
          <p:spPr>
            <a:xfrm flipH="1" rot="10800000">
              <a:off x="4107640" y="1697043"/>
              <a:ext cx="1243800" cy="12438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33" name="Shape 433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34" name="Shape 434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fmla="val 0" name="adj"/>
              </a:avLst>
            </a:prstGeom>
            <a:solidFill>
              <a:srgbClr val="263248"/>
            </a:solidFill>
            <a:ln>
              <a:noFill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 rtl="0" algn="ctr">
                <a:spcBef>
                  <a:spcPts val="0"/>
                </a:spcBef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35" name="Shape 435"/>
          <p:cNvGrpSpPr/>
          <p:nvPr/>
        </p:nvGrpSpPr>
        <p:grpSpPr>
          <a:xfrm>
            <a:off x="270943" y="629920"/>
            <a:ext cx="392063" cy="291505"/>
            <a:chOff x="5247525" y="3007275"/>
            <a:chExt cx="517575" cy="384825"/>
          </a:xfrm>
        </p:grpSpPr>
        <p:sp>
          <p:nvSpPr>
            <p:cNvPr id="436" name="Shape 436"/>
            <p:cNvSpPr/>
            <p:nvPr/>
          </p:nvSpPr>
          <p:spPr>
            <a:xfrm>
              <a:off x="5247525" y="3007275"/>
              <a:ext cx="348900" cy="348900"/>
            </a:xfrm>
            <a:custGeom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37" name="Shape 437"/>
            <p:cNvSpPr/>
            <p:nvPr/>
          </p:nvSpPr>
          <p:spPr>
            <a:xfrm>
              <a:off x="5566575" y="3193575"/>
              <a:ext cx="198525" cy="198525"/>
            </a:xfrm>
            <a:custGeom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Shape 442"/>
          <p:cNvSpPr txBox="1"/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LET’S REVIEW SOME CONCEPTS</a:t>
            </a:r>
          </a:p>
        </p:txBody>
      </p:sp>
      <p:sp>
        <p:nvSpPr>
          <p:cNvPr id="443" name="Shape 443"/>
          <p:cNvSpPr txBox="1"/>
          <p:nvPr>
            <p:ph idx="1" type="body"/>
          </p:nvPr>
        </p:nvSpPr>
        <p:spPr>
          <a:xfrm>
            <a:off x="870450" y="1468875"/>
            <a:ext cx="2247900" cy="1515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Yellow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</a:p>
        </p:txBody>
      </p:sp>
      <p:sp>
        <p:nvSpPr>
          <p:cNvPr id="444" name="Shape 444"/>
          <p:cNvSpPr txBox="1"/>
          <p:nvPr>
            <p:ph idx="2" type="body"/>
          </p:nvPr>
        </p:nvSpPr>
        <p:spPr>
          <a:xfrm>
            <a:off x="3233637" y="1468875"/>
            <a:ext cx="2247900" cy="1515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Blue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200"/>
              <a:t>Is the colour of the clear sky and the deep sea. It is located between violet and green on the optical spectrum.</a:t>
            </a:r>
          </a:p>
        </p:txBody>
      </p:sp>
      <p:sp>
        <p:nvSpPr>
          <p:cNvPr id="445" name="Shape 445"/>
          <p:cNvSpPr txBox="1"/>
          <p:nvPr>
            <p:ph idx="3" type="body"/>
          </p:nvPr>
        </p:nvSpPr>
        <p:spPr>
          <a:xfrm>
            <a:off x="5540650" y="1468875"/>
            <a:ext cx="2247900" cy="1515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Red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200"/>
          </a:p>
        </p:txBody>
      </p:sp>
      <p:sp>
        <p:nvSpPr>
          <p:cNvPr id="446" name="Shape 44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447" name="Shape 447"/>
          <p:cNvSpPr txBox="1"/>
          <p:nvPr>
            <p:ph idx="1" type="body"/>
          </p:nvPr>
        </p:nvSpPr>
        <p:spPr>
          <a:xfrm>
            <a:off x="870450" y="2992875"/>
            <a:ext cx="2247900" cy="1515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Yellow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</a:p>
        </p:txBody>
      </p:sp>
      <p:sp>
        <p:nvSpPr>
          <p:cNvPr id="448" name="Shape 448"/>
          <p:cNvSpPr txBox="1"/>
          <p:nvPr>
            <p:ph idx="2" type="body"/>
          </p:nvPr>
        </p:nvSpPr>
        <p:spPr>
          <a:xfrm>
            <a:off x="3233637" y="2992875"/>
            <a:ext cx="2247900" cy="1515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Blue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200"/>
              <a:t>Is the colour of the clear sky and the deep sea. It is located between violet and green on the optical spectrum.</a:t>
            </a:r>
          </a:p>
        </p:txBody>
      </p:sp>
      <p:sp>
        <p:nvSpPr>
          <p:cNvPr id="449" name="Shape 449"/>
          <p:cNvSpPr txBox="1"/>
          <p:nvPr>
            <p:ph idx="3" type="body"/>
          </p:nvPr>
        </p:nvSpPr>
        <p:spPr>
          <a:xfrm>
            <a:off x="5540650" y="2992875"/>
            <a:ext cx="2247900" cy="1515600"/>
          </a:xfrm>
          <a:prstGeom prst="rect">
            <a:avLst/>
          </a:prstGeom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/>
              <a:t>Red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1200"/>
          </a:p>
        </p:txBody>
      </p:sp>
      <p:grpSp>
        <p:nvGrpSpPr>
          <p:cNvPr id="450" name="Shape 450"/>
          <p:cNvGrpSpPr/>
          <p:nvPr/>
        </p:nvGrpSpPr>
        <p:grpSpPr>
          <a:xfrm>
            <a:off x="305070" y="605926"/>
            <a:ext cx="323793" cy="339493"/>
            <a:chOff x="5961125" y="1623900"/>
            <a:chExt cx="427450" cy="448175"/>
          </a:xfrm>
        </p:grpSpPr>
        <p:sp>
          <p:nvSpPr>
            <p:cNvPr id="451" name="Shape 451"/>
            <p:cNvSpPr/>
            <p:nvPr/>
          </p:nvSpPr>
          <p:spPr>
            <a:xfrm>
              <a:off x="5961125" y="1678700"/>
              <a:ext cx="376925" cy="376925"/>
            </a:xfrm>
            <a:custGeom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52" name="Shape 452"/>
            <p:cNvSpPr/>
            <p:nvPr/>
          </p:nvSpPr>
          <p:spPr>
            <a:xfrm>
              <a:off x="6009825" y="1727425"/>
              <a:ext cx="279500" cy="279500"/>
            </a:xfrm>
            <a:custGeom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53" name="Shape 453"/>
            <p:cNvSpPr/>
            <p:nvPr/>
          </p:nvSpPr>
          <p:spPr>
            <a:xfrm>
              <a:off x="6107250" y="1824850"/>
              <a:ext cx="84650" cy="84650"/>
            </a:xfrm>
            <a:custGeom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54" name="Shape 454"/>
            <p:cNvSpPr/>
            <p:nvPr/>
          </p:nvSpPr>
          <p:spPr>
            <a:xfrm>
              <a:off x="6058550" y="1776125"/>
              <a:ext cx="182075" cy="182075"/>
            </a:xfrm>
            <a:custGeom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55" name="Shape 455"/>
            <p:cNvSpPr/>
            <p:nvPr/>
          </p:nvSpPr>
          <p:spPr>
            <a:xfrm>
              <a:off x="5971475" y="2001400"/>
              <a:ext cx="74925" cy="70675"/>
            </a:xfrm>
            <a:custGeom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56" name="Shape 456"/>
            <p:cNvSpPr/>
            <p:nvPr/>
          </p:nvSpPr>
          <p:spPr>
            <a:xfrm>
              <a:off x="6253375" y="2001400"/>
              <a:ext cx="74325" cy="70675"/>
            </a:xfrm>
            <a:custGeom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457" name="Shape 457"/>
            <p:cNvSpPr/>
            <p:nvPr/>
          </p:nvSpPr>
          <p:spPr>
            <a:xfrm>
              <a:off x="6137700" y="1623900"/>
              <a:ext cx="250875" cy="255150"/>
            </a:xfrm>
            <a:custGeom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 txBox="1"/>
          <p:nvPr>
            <p:ph idx="1" type="body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/>
              <a:t>You can insert graphs from </a:t>
            </a:r>
            <a:r>
              <a:rPr lang="en" u="sng">
                <a:hlinkClick r:id="rId3"/>
              </a:rPr>
              <a:t>Google Sheets</a:t>
            </a:r>
          </a:p>
        </p:txBody>
      </p:sp>
      <p:sp>
        <p:nvSpPr>
          <p:cNvPr id="463" name="Shape 46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pic>
        <p:nvPicPr>
          <p:cNvPr id="464" name="Shape 46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900" y="801050"/>
            <a:ext cx="8428201" cy="3619799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Shape 465"/>
          <p:cNvSpPr txBox="1"/>
          <p:nvPr>
            <p:ph idx="4294967295" type="title"/>
          </p:nvPr>
        </p:nvSpPr>
        <p:spPr>
          <a:xfrm>
            <a:off x="1942800" y="87775"/>
            <a:ext cx="5258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>
                <a:solidFill>
                  <a:srgbClr val="3F5378"/>
                </a:solidFill>
              </a:rPr>
              <a:t>GRAPH TITLE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/>
          <p:nvPr/>
        </p:nvSpPr>
        <p:spPr>
          <a:xfrm>
            <a:off x="4461010" y="489800"/>
            <a:ext cx="2075120" cy="4163909"/>
          </a:xfrm>
          <a:custGeom>
            <a:pathLst>
              <a:path extrusionOk="0" h="61841" w="30819">
                <a:moveTo>
                  <a:pt x="5160" y="2580"/>
                </a:moveTo>
                <a:lnTo>
                  <a:pt x="5295" y="2648"/>
                </a:lnTo>
                <a:lnTo>
                  <a:pt x="5363" y="2784"/>
                </a:lnTo>
                <a:lnTo>
                  <a:pt x="5363" y="2920"/>
                </a:lnTo>
                <a:lnTo>
                  <a:pt x="5363" y="3055"/>
                </a:lnTo>
                <a:lnTo>
                  <a:pt x="5295" y="3191"/>
                </a:lnTo>
                <a:lnTo>
                  <a:pt x="5160" y="3259"/>
                </a:lnTo>
                <a:lnTo>
                  <a:pt x="4888" y="3259"/>
                </a:lnTo>
                <a:lnTo>
                  <a:pt x="4752" y="3191"/>
                </a:lnTo>
                <a:lnTo>
                  <a:pt x="4684" y="3055"/>
                </a:lnTo>
                <a:lnTo>
                  <a:pt x="4684" y="2920"/>
                </a:lnTo>
                <a:lnTo>
                  <a:pt x="4684" y="2784"/>
                </a:lnTo>
                <a:lnTo>
                  <a:pt x="4752" y="2648"/>
                </a:lnTo>
                <a:lnTo>
                  <a:pt x="4888" y="2580"/>
                </a:lnTo>
                <a:close/>
                <a:moveTo>
                  <a:pt x="15410" y="2241"/>
                </a:moveTo>
                <a:lnTo>
                  <a:pt x="15681" y="2309"/>
                </a:lnTo>
                <a:lnTo>
                  <a:pt x="15885" y="2444"/>
                </a:lnTo>
                <a:lnTo>
                  <a:pt x="16021" y="2648"/>
                </a:lnTo>
                <a:lnTo>
                  <a:pt x="16088" y="2920"/>
                </a:lnTo>
                <a:lnTo>
                  <a:pt x="16021" y="3191"/>
                </a:lnTo>
                <a:lnTo>
                  <a:pt x="15885" y="3395"/>
                </a:lnTo>
                <a:lnTo>
                  <a:pt x="15681" y="3531"/>
                </a:lnTo>
                <a:lnTo>
                  <a:pt x="15410" y="3598"/>
                </a:lnTo>
                <a:lnTo>
                  <a:pt x="15138" y="3531"/>
                </a:lnTo>
                <a:lnTo>
                  <a:pt x="14934" y="3395"/>
                </a:lnTo>
                <a:lnTo>
                  <a:pt x="14799" y="3191"/>
                </a:lnTo>
                <a:lnTo>
                  <a:pt x="14731" y="2920"/>
                </a:lnTo>
                <a:lnTo>
                  <a:pt x="14799" y="2648"/>
                </a:lnTo>
                <a:lnTo>
                  <a:pt x="14934" y="2444"/>
                </a:lnTo>
                <a:lnTo>
                  <a:pt x="15138" y="2309"/>
                </a:lnTo>
                <a:lnTo>
                  <a:pt x="15410" y="2241"/>
                </a:lnTo>
                <a:close/>
                <a:moveTo>
                  <a:pt x="29393" y="5228"/>
                </a:moveTo>
                <a:lnTo>
                  <a:pt x="29461" y="5296"/>
                </a:lnTo>
                <a:lnTo>
                  <a:pt x="29461" y="54849"/>
                </a:lnTo>
                <a:lnTo>
                  <a:pt x="1426" y="54849"/>
                </a:lnTo>
                <a:lnTo>
                  <a:pt x="1426" y="5296"/>
                </a:lnTo>
                <a:lnTo>
                  <a:pt x="1494" y="5228"/>
                </a:lnTo>
                <a:close/>
                <a:moveTo>
                  <a:pt x="15410" y="544"/>
                </a:moveTo>
                <a:lnTo>
                  <a:pt x="19143" y="612"/>
                </a:lnTo>
                <a:lnTo>
                  <a:pt x="23012" y="747"/>
                </a:lnTo>
                <a:lnTo>
                  <a:pt x="26339" y="951"/>
                </a:lnTo>
                <a:lnTo>
                  <a:pt x="27560" y="1087"/>
                </a:lnTo>
                <a:lnTo>
                  <a:pt x="27560" y="1087"/>
                </a:lnTo>
                <a:lnTo>
                  <a:pt x="26339" y="1019"/>
                </a:lnTo>
                <a:lnTo>
                  <a:pt x="23012" y="815"/>
                </a:lnTo>
                <a:lnTo>
                  <a:pt x="19143" y="680"/>
                </a:lnTo>
                <a:lnTo>
                  <a:pt x="15410" y="612"/>
                </a:lnTo>
                <a:lnTo>
                  <a:pt x="11676" y="680"/>
                </a:lnTo>
                <a:lnTo>
                  <a:pt x="7807" y="815"/>
                </a:lnTo>
                <a:lnTo>
                  <a:pt x="4481" y="1019"/>
                </a:lnTo>
                <a:lnTo>
                  <a:pt x="3259" y="1087"/>
                </a:lnTo>
                <a:lnTo>
                  <a:pt x="2444" y="1223"/>
                </a:lnTo>
                <a:lnTo>
                  <a:pt x="1969" y="1358"/>
                </a:lnTo>
                <a:lnTo>
                  <a:pt x="1630" y="1494"/>
                </a:lnTo>
                <a:lnTo>
                  <a:pt x="1290" y="1698"/>
                </a:lnTo>
                <a:lnTo>
                  <a:pt x="1019" y="1901"/>
                </a:lnTo>
                <a:lnTo>
                  <a:pt x="815" y="2173"/>
                </a:lnTo>
                <a:lnTo>
                  <a:pt x="679" y="2444"/>
                </a:lnTo>
                <a:lnTo>
                  <a:pt x="544" y="2852"/>
                </a:lnTo>
                <a:lnTo>
                  <a:pt x="544" y="3259"/>
                </a:lnTo>
                <a:lnTo>
                  <a:pt x="544" y="58311"/>
                </a:lnTo>
                <a:lnTo>
                  <a:pt x="544" y="58718"/>
                </a:lnTo>
                <a:lnTo>
                  <a:pt x="476" y="58311"/>
                </a:lnTo>
                <a:lnTo>
                  <a:pt x="476" y="3259"/>
                </a:lnTo>
                <a:lnTo>
                  <a:pt x="544" y="2784"/>
                </a:lnTo>
                <a:lnTo>
                  <a:pt x="612" y="2444"/>
                </a:lnTo>
                <a:lnTo>
                  <a:pt x="747" y="2105"/>
                </a:lnTo>
                <a:lnTo>
                  <a:pt x="951" y="1834"/>
                </a:lnTo>
                <a:lnTo>
                  <a:pt x="1222" y="1630"/>
                </a:lnTo>
                <a:lnTo>
                  <a:pt x="1562" y="1426"/>
                </a:lnTo>
                <a:lnTo>
                  <a:pt x="1969" y="1290"/>
                </a:lnTo>
                <a:lnTo>
                  <a:pt x="2444" y="1155"/>
                </a:lnTo>
                <a:lnTo>
                  <a:pt x="3259" y="1087"/>
                </a:lnTo>
                <a:lnTo>
                  <a:pt x="4481" y="951"/>
                </a:lnTo>
                <a:lnTo>
                  <a:pt x="7807" y="747"/>
                </a:lnTo>
                <a:lnTo>
                  <a:pt x="11676" y="612"/>
                </a:lnTo>
                <a:lnTo>
                  <a:pt x="15410" y="544"/>
                </a:lnTo>
                <a:close/>
                <a:moveTo>
                  <a:pt x="27560" y="1087"/>
                </a:moveTo>
                <a:lnTo>
                  <a:pt x="28375" y="1155"/>
                </a:lnTo>
                <a:lnTo>
                  <a:pt x="28850" y="1290"/>
                </a:lnTo>
                <a:lnTo>
                  <a:pt x="29257" y="1426"/>
                </a:lnTo>
                <a:lnTo>
                  <a:pt x="29597" y="1630"/>
                </a:lnTo>
                <a:lnTo>
                  <a:pt x="29868" y="1834"/>
                </a:lnTo>
                <a:lnTo>
                  <a:pt x="30072" y="2105"/>
                </a:lnTo>
                <a:lnTo>
                  <a:pt x="30208" y="2444"/>
                </a:lnTo>
                <a:lnTo>
                  <a:pt x="30276" y="2784"/>
                </a:lnTo>
                <a:lnTo>
                  <a:pt x="30344" y="3259"/>
                </a:lnTo>
                <a:lnTo>
                  <a:pt x="30344" y="58311"/>
                </a:lnTo>
                <a:lnTo>
                  <a:pt x="30276" y="58718"/>
                </a:lnTo>
                <a:lnTo>
                  <a:pt x="30208" y="59125"/>
                </a:lnTo>
                <a:lnTo>
                  <a:pt x="30072" y="59465"/>
                </a:lnTo>
                <a:lnTo>
                  <a:pt x="29868" y="59736"/>
                </a:lnTo>
                <a:lnTo>
                  <a:pt x="29597" y="60008"/>
                </a:lnTo>
                <a:lnTo>
                  <a:pt x="29257" y="60144"/>
                </a:lnTo>
                <a:lnTo>
                  <a:pt x="28850" y="60347"/>
                </a:lnTo>
                <a:lnTo>
                  <a:pt x="28375" y="60415"/>
                </a:lnTo>
                <a:lnTo>
                  <a:pt x="26746" y="60687"/>
                </a:lnTo>
                <a:lnTo>
                  <a:pt x="23895" y="60958"/>
                </a:lnTo>
                <a:lnTo>
                  <a:pt x="22130" y="61094"/>
                </a:lnTo>
                <a:lnTo>
                  <a:pt x="20093" y="61230"/>
                </a:lnTo>
                <a:lnTo>
                  <a:pt x="17853" y="61298"/>
                </a:lnTo>
                <a:lnTo>
                  <a:pt x="12966" y="61298"/>
                </a:lnTo>
                <a:lnTo>
                  <a:pt x="10726" y="61230"/>
                </a:lnTo>
                <a:lnTo>
                  <a:pt x="8689" y="61094"/>
                </a:lnTo>
                <a:lnTo>
                  <a:pt x="6924" y="60958"/>
                </a:lnTo>
                <a:lnTo>
                  <a:pt x="4073" y="60687"/>
                </a:lnTo>
                <a:lnTo>
                  <a:pt x="2444" y="60415"/>
                </a:lnTo>
                <a:lnTo>
                  <a:pt x="1969" y="60347"/>
                </a:lnTo>
                <a:lnTo>
                  <a:pt x="1562" y="60144"/>
                </a:lnTo>
                <a:lnTo>
                  <a:pt x="1290" y="60008"/>
                </a:lnTo>
                <a:lnTo>
                  <a:pt x="951" y="59736"/>
                </a:lnTo>
                <a:lnTo>
                  <a:pt x="747" y="59465"/>
                </a:lnTo>
                <a:lnTo>
                  <a:pt x="612" y="59125"/>
                </a:lnTo>
                <a:lnTo>
                  <a:pt x="544" y="58718"/>
                </a:lnTo>
                <a:lnTo>
                  <a:pt x="544" y="58718"/>
                </a:lnTo>
                <a:lnTo>
                  <a:pt x="679" y="59125"/>
                </a:lnTo>
                <a:lnTo>
                  <a:pt x="815" y="59397"/>
                </a:lnTo>
                <a:lnTo>
                  <a:pt x="1019" y="59669"/>
                </a:lnTo>
                <a:lnTo>
                  <a:pt x="1290" y="59940"/>
                </a:lnTo>
                <a:lnTo>
                  <a:pt x="1630" y="60144"/>
                </a:lnTo>
                <a:lnTo>
                  <a:pt x="2037" y="60279"/>
                </a:lnTo>
                <a:lnTo>
                  <a:pt x="2444" y="60415"/>
                </a:lnTo>
                <a:lnTo>
                  <a:pt x="4073" y="60619"/>
                </a:lnTo>
                <a:lnTo>
                  <a:pt x="6924" y="60890"/>
                </a:lnTo>
                <a:lnTo>
                  <a:pt x="8689" y="61026"/>
                </a:lnTo>
                <a:lnTo>
                  <a:pt x="10726" y="61162"/>
                </a:lnTo>
                <a:lnTo>
                  <a:pt x="12966" y="61230"/>
                </a:lnTo>
                <a:lnTo>
                  <a:pt x="17853" y="61230"/>
                </a:lnTo>
                <a:lnTo>
                  <a:pt x="20093" y="61162"/>
                </a:lnTo>
                <a:lnTo>
                  <a:pt x="22130" y="61026"/>
                </a:lnTo>
                <a:lnTo>
                  <a:pt x="23895" y="60890"/>
                </a:lnTo>
                <a:lnTo>
                  <a:pt x="26746" y="60619"/>
                </a:lnTo>
                <a:lnTo>
                  <a:pt x="28375" y="60415"/>
                </a:lnTo>
                <a:lnTo>
                  <a:pt x="28850" y="60279"/>
                </a:lnTo>
                <a:lnTo>
                  <a:pt x="29190" y="60144"/>
                </a:lnTo>
                <a:lnTo>
                  <a:pt x="29529" y="59940"/>
                </a:lnTo>
                <a:lnTo>
                  <a:pt x="29800" y="59669"/>
                </a:lnTo>
                <a:lnTo>
                  <a:pt x="30004" y="59397"/>
                </a:lnTo>
                <a:lnTo>
                  <a:pt x="30140" y="59125"/>
                </a:lnTo>
                <a:lnTo>
                  <a:pt x="30276" y="58718"/>
                </a:lnTo>
                <a:lnTo>
                  <a:pt x="30276" y="58311"/>
                </a:lnTo>
                <a:lnTo>
                  <a:pt x="30276" y="3259"/>
                </a:lnTo>
                <a:lnTo>
                  <a:pt x="30276" y="2852"/>
                </a:lnTo>
                <a:lnTo>
                  <a:pt x="30140" y="2444"/>
                </a:lnTo>
                <a:lnTo>
                  <a:pt x="30004" y="2173"/>
                </a:lnTo>
                <a:lnTo>
                  <a:pt x="29800" y="1901"/>
                </a:lnTo>
                <a:lnTo>
                  <a:pt x="29529" y="1698"/>
                </a:lnTo>
                <a:lnTo>
                  <a:pt x="29190" y="1494"/>
                </a:lnTo>
                <a:lnTo>
                  <a:pt x="28850" y="1358"/>
                </a:lnTo>
                <a:lnTo>
                  <a:pt x="28375" y="1223"/>
                </a:lnTo>
                <a:lnTo>
                  <a:pt x="27560" y="1087"/>
                </a:lnTo>
                <a:close/>
                <a:moveTo>
                  <a:pt x="15410" y="1"/>
                </a:moveTo>
                <a:lnTo>
                  <a:pt x="11608" y="69"/>
                </a:lnTo>
                <a:lnTo>
                  <a:pt x="7739" y="204"/>
                </a:lnTo>
                <a:lnTo>
                  <a:pt x="4413" y="408"/>
                </a:lnTo>
                <a:lnTo>
                  <a:pt x="3191" y="544"/>
                </a:lnTo>
                <a:lnTo>
                  <a:pt x="2309" y="680"/>
                </a:lnTo>
                <a:lnTo>
                  <a:pt x="1765" y="815"/>
                </a:lnTo>
                <a:lnTo>
                  <a:pt x="1290" y="1019"/>
                </a:lnTo>
                <a:lnTo>
                  <a:pt x="883" y="1223"/>
                </a:lnTo>
                <a:lnTo>
                  <a:pt x="544" y="1494"/>
                </a:lnTo>
                <a:lnTo>
                  <a:pt x="340" y="1901"/>
                </a:lnTo>
                <a:lnTo>
                  <a:pt x="136" y="2241"/>
                </a:lnTo>
                <a:lnTo>
                  <a:pt x="1" y="2716"/>
                </a:lnTo>
                <a:lnTo>
                  <a:pt x="1" y="3259"/>
                </a:lnTo>
                <a:lnTo>
                  <a:pt x="1" y="58311"/>
                </a:lnTo>
                <a:lnTo>
                  <a:pt x="1" y="58854"/>
                </a:lnTo>
                <a:lnTo>
                  <a:pt x="136" y="59261"/>
                </a:lnTo>
                <a:lnTo>
                  <a:pt x="340" y="59736"/>
                </a:lnTo>
                <a:lnTo>
                  <a:pt x="612" y="60076"/>
                </a:lnTo>
                <a:lnTo>
                  <a:pt x="951" y="60347"/>
                </a:lnTo>
                <a:lnTo>
                  <a:pt x="1358" y="60619"/>
                </a:lnTo>
                <a:lnTo>
                  <a:pt x="1833" y="60823"/>
                </a:lnTo>
                <a:lnTo>
                  <a:pt x="2309" y="60958"/>
                </a:lnTo>
                <a:lnTo>
                  <a:pt x="4006" y="61162"/>
                </a:lnTo>
                <a:lnTo>
                  <a:pt x="6857" y="61501"/>
                </a:lnTo>
                <a:lnTo>
                  <a:pt x="8689" y="61637"/>
                </a:lnTo>
                <a:lnTo>
                  <a:pt x="10726" y="61705"/>
                </a:lnTo>
                <a:lnTo>
                  <a:pt x="12966" y="61773"/>
                </a:lnTo>
                <a:lnTo>
                  <a:pt x="15410" y="61841"/>
                </a:lnTo>
                <a:lnTo>
                  <a:pt x="17853" y="61773"/>
                </a:lnTo>
                <a:lnTo>
                  <a:pt x="20093" y="61705"/>
                </a:lnTo>
                <a:lnTo>
                  <a:pt x="22130" y="61637"/>
                </a:lnTo>
                <a:lnTo>
                  <a:pt x="23963" y="61501"/>
                </a:lnTo>
                <a:lnTo>
                  <a:pt x="26814" y="61162"/>
                </a:lnTo>
                <a:lnTo>
                  <a:pt x="28511" y="60958"/>
                </a:lnTo>
                <a:lnTo>
                  <a:pt x="28986" y="60823"/>
                </a:lnTo>
                <a:lnTo>
                  <a:pt x="29461" y="60619"/>
                </a:lnTo>
                <a:lnTo>
                  <a:pt x="29868" y="60347"/>
                </a:lnTo>
                <a:lnTo>
                  <a:pt x="30208" y="60076"/>
                </a:lnTo>
                <a:lnTo>
                  <a:pt x="30479" y="59736"/>
                </a:lnTo>
                <a:lnTo>
                  <a:pt x="30683" y="59261"/>
                </a:lnTo>
                <a:lnTo>
                  <a:pt x="30819" y="58854"/>
                </a:lnTo>
                <a:lnTo>
                  <a:pt x="30819" y="58311"/>
                </a:lnTo>
                <a:lnTo>
                  <a:pt x="30819" y="3259"/>
                </a:lnTo>
                <a:lnTo>
                  <a:pt x="30819" y="2716"/>
                </a:lnTo>
                <a:lnTo>
                  <a:pt x="30683" y="2241"/>
                </a:lnTo>
                <a:lnTo>
                  <a:pt x="30547" y="1901"/>
                </a:lnTo>
                <a:lnTo>
                  <a:pt x="30276" y="1494"/>
                </a:lnTo>
                <a:lnTo>
                  <a:pt x="29936" y="1223"/>
                </a:lnTo>
                <a:lnTo>
                  <a:pt x="29529" y="1019"/>
                </a:lnTo>
                <a:lnTo>
                  <a:pt x="29054" y="815"/>
                </a:lnTo>
                <a:lnTo>
                  <a:pt x="28511" y="680"/>
                </a:lnTo>
                <a:lnTo>
                  <a:pt x="27628" y="544"/>
                </a:lnTo>
                <a:lnTo>
                  <a:pt x="26406" y="408"/>
                </a:lnTo>
                <a:lnTo>
                  <a:pt x="23080" y="204"/>
                </a:lnTo>
                <a:lnTo>
                  <a:pt x="19211" y="69"/>
                </a:lnTo>
                <a:lnTo>
                  <a:pt x="15410" y="1"/>
                </a:lnTo>
                <a:close/>
              </a:path>
            </a:pathLst>
          </a:custGeom>
          <a:solidFill>
            <a:srgbClr val="C7D3E6"/>
          </a:solidFill>
          <a:ln cap="flat" cmpd="sng" w="9525">
            <a:solidFill>
              <a:srgbClr val="92A8C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1" name="Shape 471"/>
          <p:cNvSpPr txBox="1"/>
          <p:nvPr>
            <p:ph idx="4294967295" type="body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>
                <a:solidFill>
                  <a:srgbClr val="FF9800"/>
                </a:solidFill>
              </a:rPr>
              <a:t>ANDROID PROJECT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/>
              <a:t>Show and explain your web, app or software projects using these gadget templates.</a:t>
            </a:r>
          </a:p>
        </p:txBody>
      </p:sp>
      <p:sp>
        <p:nvSpPr>
          <p:cNvPr id="472" name="Shape 472"/>
          <p:cNvSpPr/>
          <p:nvPr/>
        </p:nvSpPr>
        <p:spPr>
          <a:xfrm>
            <a:off x="4554325" y="839000"/>
            <a:ext cx="1888500" cy="335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</a:p>
        </p:txBody>
      </p:sp>
      <p:sp>
        <p:nvSpPr>
          <p:cNvPr id="473" name="Shape 47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478"/>
          <p:cNvSpPr/>
          <p:nvPr/>
        </p:nvSpPr>
        <p:spPr>
          <a:xfrm>
            <a:off x="4314821" y="623036"/>
            <a:ext cx="1863608" cy="3921828"/>
          </a:xfrm>
          <a:custGeom>
            <a:pathLst>
              <a:path extrusionOk="0" h="54713" w="25999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C7D3E6"/>
          </a:solidFill>
          <a:ln cap="flat" cmpd="sng" w="9525">
            <a:solidFill>
              <a:srgbClr val="92A8C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9" name="Shape 479"/>
          <p:cNvSpPr/>
          <p:nvPr/>
        </p:nvSpPr>
        <p:spPr>
          <a:xfrm>
            <a:off x="4446550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</a:p>
        </p:txBody>
      </p:sp>
      <p:sp>
        <p:nvSpPr>
          <p:cNvPr id="480" name="Shape 480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481" name="Shape 481"/>
          <p:cNvSpPr txBox="1"/>
          <p:nvPr>
            <p:ph idx="4294967295" type="body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>
                <a:solidFill>
                  <a:srgbClr val="FF9800"/>
                </a:solidFill>
              </a:rPr>
              <a:t>iPHONE</a:t>
            </a:r>
            <a:r>
              <a:rPr b="1" lang="en">
                <a:solidFill>
                  <a:srgbClr val="FF9800"/>
                </a:solidFill>
              </a:rPr>
              <a:t> PROJECT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/>
              <a:t>Show and explain your web, app or software projects using these gadget templates.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Shape 486"/>
          <p:cNvSpPr/>
          <p:nvPr/>
        </p:nvSpPr>
        <p:spPr>
          <a:xfrm>
            <a:off x="4101902" y="535613"/>
            <a:ext cx="2879504" cy="4072345"/>
          </a:xfrm>
          <a:custGeom>
            <a:pathLst>
              <a:path extrusionOk="0" h="86210" w="60958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rgbClr val="C7D3E6"/>
          </a:solidFill>
          <a:ln cap="flat" cmpd="sng" w="9525">
            <a:solidFill>
              <a:srgbClr val="92A8C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87" name="Shape 487"/>
          <p:cNvSpPr/>
          <p:nvPr/>
        </p:nvSpPr>
        <p:spPr>
          <a:xfrm>
            <a:off x="4300600" y="910325"/>
            <a:ext cx="2493300" cy="333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</a:p>
        </p:txBody>
      </p:sp>
      <p:sp>
        <p:nvSpPr>
          <p:cNvPr id="488" name="Shape 488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489" name="Shape 489"/>
          <p:cNvSpPr txBox="1"/>
          <p:nvPr>
            <p:ph idx="4294967295" type="body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>
                <a:solidFill>
                  <a:srgbClr val="FF9800"/>
                </a:solidFill>
              </a:rPr>
              <a:t>TABLET</a:t>
            </a:r>
            <a:r>
              <a:rPr b="1" lang="en">
                <a:solidFill>
                  <a:srgbClr val="FF9800"/>
                </a:solidFill>
              </a:rPr>
              <a:t> PROJECT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/>
              <a:t>Show and explain your web, app or software projects using these gadget templates.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Shape 494"/>
          <p:cNvSpPr/>
          <p:nvPr/>
        </p:nvSpPr>
        <p:spPr>
          <a:xfrm>
            <a:off x="3860350" y="860949"/>
            <a:ext cx="4269672" cy="3323988"/>
          </a:xfrm>
          <a:custGeom>
            <a:pathLst>
              <a:path extrusionOk="0" h="111665" w="143434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C7D3E6"/>
          </a:solidFill>
          <a:ln cap="flat" cmpd="sng" w="9525">
            <a:solidFill>
              <a:srgbClr val="92A8C8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95" name="Shape 495"/>
          <p:cNvSpPr/>
          <p:nvPr/>
        </p:nvSpPr>
        <p:spPr>
          <a:xfrm>
            <a:off x="4039025" y="1037471"/>
            <a:ext cx="3912300" cy="249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</a:p>
        </p:txBody>
      </p:sp>
      <p:sp>
        <p:nvSpPr>
          <p:cNvPr id="496" name="Shape 496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497" name="Shape 497"/>
          <p:cNvSpPr txBox="1"/>
          <p:nvPr>
            <p:ph idx="4294967295" type="body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b="1" lang="en">
                <a:solidFill>
                  <a:srgbClr val="FF9800"/>
                </a:solidFill>
              </a:rPr>
              <a:t>DESKTOP</a:t>
            </a:r>
            <a:r>
              <a:rPr b="1" lang="en">
                <a:solidFill>
                  <a:srgbClr val="FF9800"/>
                </a:solidFill>
              </a:rPr>
              <a:t> PROJECT</a:t>
            </a:r>
          </a:p>
          <a:p>
            <a:pPr lvl="0" rtl="0">
              <a:spcBef>
                <a:spcPts val="0"/>
              </a:spcBef>
              <a:buNone/>
            </a:pPr>
            <a:r>
              <a:rPr lang="en" sz="2000"/>
              <a:t>Show and explain your web, app or software projects using these gadget templates.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503" name="Shape 503"/>
          <p:cNvSpPr txBox="1"/>
          <p:nvPr>
            <p:ph idx="4294967295" type="ctrTitle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" sz="6000">
                <a:solidFill>
                  <a:srgbClr val="FF9800"/>
                </a:solidFill>
              </a:rPr>
              <a:t>THANKS</a:t>
            </a:r>
            <a:r>
              <a:rPr lang="en" sz="6000">
                <a:solidFill>
                  <a:srgbClr val="FF9800"/>
                </a:solidFill>
              </a:rPr>
              <a:t>!</a:t>
            </a:r>
          </a:p>
        </p:txBody>
      </p:sp>
      <p:sp>
        <p:nvSpPr>
          <p:cNvPr id="504" name="Shape 504"/>
          <p:cNvSpPr txBox="1"/>
          <p:nvPr>
            <p:ph idx="4294967295" type="subTitle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Any questions?</a:t>
            </a:r>
          </a:p>
          <a:p>
            <a: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You can find me at</a:t>
            </a:r>
          </a:p>
          <a:p>
            <a: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" sz="2000"/>
              <a:t>@username &amp; user@mail.me</a:t>
            </a:r>
          </a:p>
        </p:txBody>
      </p:sp>
      <p:grpSp>
        <p:nvGrpSpPr>
          <p:cNvPr id="505" name="Shape 505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506" name="Shape 506"/>
            <p:cNvSpPr/>
            <p:nvPr/>
          </p:nvSpPr>
          <p:spPr>
            <a:xfrm>
              <a:off x="5972700" y="2476950"/>
              <a:ext cx="98050" cy="219825"/>
            </a:xfrm>
            <a:custGeom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07" name="Shape 507"/>
            <p:cNvSpPr/>
            <p:nvPr/>
          </p:nvSpPr>
          <p:spPr>
            <a:xfrm>
              <a:off x="6078025" y="2330200"/>
              <a:ext cx="306300" cy="387275"/>
            </a:xfrm>
            <a:custGeom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9050">
              <a:solidFill>
                <a:srgbClr val="3F5378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Shape 512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CREDITS</a:t>
            </a:r>
          </a:p>
        </p:txBody>
      </p:sp>
      <p:sp>
        <p:nvSpPr>
          <p:cNvPr id="513" name="Shape 513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2400"/>
              <a:t>Special thanks to all the people who made and released these awesome resources for free:</a:t>
            </a:r>
          </a:p>
          <a:p>
            <a:pPr indent="-381000" lvl="0" marL="4572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2400"/>
              <a:t>Presentation template by </a:t>
            </a:r>
            <a:r>
              <a:rPr lang="en" sz="2400" u="sng">
                <a:solidFill>
                  <a:srgbClr val="3F5378"/>
                </a:solidFill>
                <a:hlinkClick r:id="rId3"/>
              </a:rPr>
              <a:t>SlidesCarnival</a:t>
            </a:r>
          </a:p>
          <a:p>
            <a:pPr indent="-381000" lvl="0" marL="457200" rtl="0">
              <a:lnSpc>
                <a:spcPct val="115000"/>
              </a:lnSpc>
              <a:spcBef>
                <a:spcPts val="0"/>
              </a:spcBef>
              <a:buSzPct val="100000"/>
            </a:pPr>
            <a:r>
              <a:rPr lang="en" sz="2400"/>
              <a:t>Photographs by </a:t>
            </a:r>
            <a:r>
              <a:rPr lang="en" u="sng">
                <a:solidFill>
                  <a:srgbClr val="3F5378"/>
                </a:solidFill>
                <a:hlinkClick r:id="rId4"/>
              </a:rPr>
              <a:t>Startup Stock Photos</a:t>
            </a:r>
          </a:p>
        </p:txBody>
      </p:sp>
      <p:sp>
        <p:nvSpPr>
          <p:cNvPr id="514" name="Shape 514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sp>
        <p:nvSpPr>
          <p:cNvPr id="515" name="Shape 515"/>
          <p:cNvSpPr/>
          <p:nvPr/>
        </p:nvSpPr>
        <p:spPr>
          <a:xfrm>
            <a:off x="309226" y="634068"/>
            <a:ext cx="315499" cy="283210"/>
          </a:xfrm>
          <a:custGeom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Shape 520"/>
          <p:cNvSpPr txBox="1"/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/>
              <a:t>PRESENTATION DESIGN</a:t>
            </a:r>
          </a:p>
        </p:txBody>
      </p:sp>
      <p:sp>
        <p:nvSpPr>
          <p:cNvPr id="521" name="Shape 521"/>
          <p:cNvSpPr txBox="1"/>
          <p:nvPr>
            <p:ph idx="1" type="body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 and colors: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800"/>
              <a:t>Titles: Roboto Condensed</a:t>
            </a:r>
          </a:p>
          <a:p>
            <a: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" sz="1800"/>
              <a:t>Body copy: Roboto Condensed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can download the fonts on this page: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3F5378"/>
                </a:solidFill>
                <a:hlinkClick r:id="rId3"/>
              </a:rPr>
              <a:t>https://material.io/guidelines/resources/roboto-noto-fonts.html</a:t>
            </a:r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Navy </a:t>
            </a:r>
            <a:r>
              <a:rPr b="1" lang="en" sz="1800">
                <a:solidFill>
                  <a:srgbClr val="3F5378"/>
                </a:solidFill>
              </a:rPr>
              <a:t>#3f5378 </a:t>
            </a:r>
            <a:r>
              <a:rPr lang="en" sz="1800"/>
              <a:t>· Dark navy </a:t>
            </a:r>
            <a:r>
              <a:rPr b="1" lang="en" sz="1800"/>
              <a:t>#263248</a:t>
            </a:r>
            <a:r>
              <a:rPr b="1" lang="en" sz="1800">
                <a:solidFill>
                  <a:srgbClr val="3F5378"/>
                </a:solidFill>
              </a:rPr>
              <a:t> </a:t>
            </a:r>
            <a:r>
              <a:rPr lang="en" sz="1800"/>
              <a:t>· Yellow </a:t>
            </a:r>
            <a:r>
              <a:rPr b="1" lang="en" sz="1800">
                <a:solidFill>
                  <a:srgbClr val="FF9800"/>
                </a:solidFill>
              </a:rPr>
              <a:t>#ff9800</a:t>
            </a:r>
          </a:p>
        </p:txBody>
      </p:sp>
      <p:sp>
        <p:nvSpPr>
          <p:cNvPr id="522" name="Shape 522"/>
          <p:cNvSpPr txBox="1"/>
          <p:nvPr/>
        </p:nvSpPr>
        <p:spPr>
          <a:xfrm>
            <a:off x="814275" y="4171650"/>
            <a:ext cx="6132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110000"/>
              <a:buFont typeface="Arial"/>
              <a:buNone/>
            </a:pPr>
            <a:r>
              <a:rPr i="1" lang="en" sz="10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i="1"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i="1" sz="10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23" name="Shape 52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  <p:grpSp>
        <p:nvGrpSpPr>
          <p:cNvPr id="524" name="Shape 524"/>
          <p:cNvGrpSpPr/>
          <p:nvPr/>
        </p:nvGrpSpPr>
        <p:grpSpPr>
          <a:xfrm>
            <a:off x="283552" y="610550"/>
            <a:ext cx="330270" cy="330251"/>
            <a:chOff x="1923675" y="1633650"/>
            <a:chExt cx="436000" cy="435975"/>
          </a:xfrm>
        </p:grpSpPr>
        <p:sp>
          <p:nvSpPr>
            <p:cNvPr id="525" name="Shape 525"/>
            <p:cNvSpPr/>
            <p:nvPr/>
          </p:nvSpPr>
          <p:spPr>
            <a:xfrm>
              <a:off x="2209250" y="1633650"/>
              <a:ext cx="150425" cy="150425"/>
            </a:xfrm>
            <a:custGeom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26" name="Shape 526"/>
            <p:cNvSpPr/>
            <p:nvPr/>
          </p:nvSpPr>
          <p:spPr>
            <a:xfrm>
              <a:off x="2019900" y="1757250"/>
              <a:ext cx="261825" cy="261850"/>
            </a:xfrm>
            <a:custGeom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27" name="Shape 527"/>
            <p:cNvSpPr/>
            <p:nvPr/>
          </p:nvSpPr>
          <p:spPr>
            <a:xfrm>
              <a:off x="1923675" y="1681150"/>
              <a:ext cx="388500" cy="388475"/>
            </a:xfrm>
            <a:custGeom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28" name="Shape 528"/>
            <p:cNvSpPr/>
            <p:nvPr/>
          </p:nvSpPr>
          <p:spPr>
            <a:xfrm>
              <a:off x="1974225" y="1711575"/>
              <a:ext cx="261825" cy="261850"/>
            </a:xfrm>
            <a:custGeom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29" name="Shape 529"/>
            <p:cNvSpPr/>
            <p:nvPr/>
          </p:nvSpPr>
          <p:spPr>
            <a:xfrm>
              <a:off x="1934650" y="2014200"/>
              <a:ext cx="44475" cy="44475"/>
            </a:xfrm>
            <a:custGeom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30" name="Shape 530"/>
            <p:cNvSpPr/>
            <p:nvPr/>
          </p:nvSpPr>
          <p:spPr>
            <a:xfrm>
              <a:off x="1944375" y="1947225"/>
              <a:ext cx="101725" cy="101700"/>
            </a:xfrm>
            <a:custGeom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Shape 535"/>
          <p:cNvSpPr txBox="1"/>
          <p:nvPr/>
        </p:nvSpPr>
        <p:spPr>
          <a:xfrm>
            <a:off x="5972125" y="919300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SzPct val="122222"/>
              <a:buFont typeface="Arial"/>
              <a:buNone/>
            </a:pPr>
            <a:r>
              <a:rPr b="1"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SlidesCarnival icons are editable shapes</a:t>
            </a: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 rtl="0">
              <a:spcBef>
                <a:spcPts val="0"/>
              </a:spcBef>
              <a:buClr>
                <a:schemeClr val="dk1"/>
              </a:buClr>
              <a:buSzPct val="122222"/>
              <a:buFont typeface="Arial"/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that you can:</a:t>
            </a:r>
          </a:p>
          <a:p>
            <a:pPr indent="-285750" lvl="0" marL="457200" rtl="0">
              <a:spcBef>
                <a:spcPts val="0"/>
              </a:spcBef>
              <a:buClr>
                <a:srgbClr val="3F5378"/>
              </a:buClr>
              <a:buSzPct val="100000"/>
              <a:buFont typeface="Roboto Condensed"/>
              <a:buChar char="●"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them without losing quality.</a:t>
            </a:r>
          </a:p>
          <a:p>
            <a:pPr indent="-285750" lvl="0" marL="457200" rtl="0">
              <a:spcBef>
                <a:spcPts val="0"/>
              </a:spcBef>
              <a:buClr>
                <a:srgbClr val="3F5378"/>
              </a:buClr>
              <a:buSzPct val="100000"/>
              <a:buFont typeface="Roboto Condensed"/>
              <a:buChar char="●"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line color, width and style.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Isn’t that nice? :)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Examples: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536" name="Shape 536"/>
          <p:cNvGrpSpPr/>
          <p:nvPr/>
        </p:nvGrpSpPr>
        <p:grpSpPr>
          <a:xfrm>
            <a:off x="583358" y="919304"/>
            <a:ext cx="309041" cy="403123"/>
            <a:chOff x="590250" y="244200"/>
            <a:chExt cx="407975" cy="532175"/>
          </a:xfrm>
        </p:grpSpPr>
        <p:sp>
          <p:nvSpPr>
            <p:cNvPr id="537" name="Shape 537"/>
            <p:cNvSpPr/>
            <p:nvPr/>
          </p:nvSpPr>
          <p:spPr>
            <a:xfrm>
              <a:off x="623125" y="313625"/>
              <a:ext cx="375100" cy="462750"/>
            </a:xfrm>
            <a:custGeom>
              <a:pathLst>
                <a:path extrusionOk="0" fill="none" h="18510" w="15004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38" name="Shape 538"/>
            <p:cNvSpPr/>
            <p:nvPr/>
          </p:nvSpPr>
          <p:spPr>
            <a:xfrm>
              <a:off x="590250" y="269775"/>
              <a:ext cx="377525" cy="462775"/>
            </a:xfrm>
            <a:custGeom>
              <a:pathLst>
                <a:path extrusionOk="0" fill="none" h="18511" w="15101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39" name="Shape 539"/>
            <p:cNvSpPr/>
            <p:nvPr/>
          </p:nvSpPr>
          <p:spPr>
            <a:xfrm>
              <a:off x="796650" y="274025"/>
              <a:ext cx="45100" cy="45100"/>
            </a:xfrm>
            <a:custGeom>
              <a:pathLst>
                <a:path extrusionOk="0" fill="none" h="1804" w="1804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0" name="Shape 540"/>
            <p:cNvSpPr/>
            <p:nvPr/>
          </p:nvSpPr>
          <p:spPr>
            <a:xfrm>
              <a:off x="713850" y="274025"/>
              <a:ext cx="45075" cy="45100"/>
            </a:xfrm>
            <a:custGeom>
              <a:pathLst>
                <a:path extrusionOk="0" fill="none" h="1804" w="1803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1" name="Shape 541"/>
            <p:cNvSpPr/>
            <p:nvPr/>
          </p:nvSpPr>
          <p:spPr>
            <a:xfrm>
              <a:off x="631050" y="274025"/>
              <a:ext cx="45075" cy="45100"/>
            </a:xfrm>
            <a:custGeom>
              <a:pathLst>
                <a:path extrusionOk="0" fill="none" h="1804" w="1803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2" name="Shape 542"/>
            <p:cNvSpPr/>
            <p:nvPr/>
          </p:nvSpPr>
          <p:spPr>
            <a:xfrm>
              <a:off x="649925" y="590050"/>
              <a:ext cx="133975" cy="25"/>
            </a:xfrm>
            <a:custGeom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3" name="Shape 543"/>
            <p:cNvSpPr/>
            <p:nvPr/>
          </p:nvSpPr>
          <p:spPr>
            <a:xfrm>
              <a:off x="649925" y="5346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4" name="Shape 544"/>
            <p:cNvSpPr/>
            <p:nvPr/>
          </p:nvSpPr>
          <p:spPr>
            <a:xfrm>
              <a:off x="649925" y="4798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5" name="Shape 545"/>
            <p:cNvSpPr/>
            <p:nvPr/>
          </p:nvSpPr>
          <p:spPr>
            <a:xfrm>
              <a:off x="649925" y="4244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6" name="Shape 546"/>
            <p:cNvSpPr/>
            <p:nvPr/>
          </p:nvSpPr>
          <p:spPr>
            <a:xfrm>
              <a:off x="879475" y="274025"/>
              <a:ext cx="45075" cy="45100"/>
            </a:xfrm>
            <a:custGeom>
              <a:pathLst>
                <a:path extrusionOk="0" fill="none" h="1804" w="1803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7" name="Shape 547"/>
            <p:cNvSpPr/>
            <p:nvPr/>
          </p:nvSpPr>
          <p:spPr>
            <a:xfrm>
              <a:off x="654800" y="244200"/>
              <a:ext cx="25" cy="51175"/>
            </a:xfrm>
            <a:custGeom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8" name="Shape 548"/>
            <p:cNvSpPr/>
            <p:nvPr/>
          </p:nvSpPr>
          <p:spPr>
            <a:xfrm>
              <a:off x="737600" y="244200"/>
              <a:ext cx="25" cy="51175"/>
            </a:xfrm>
            <a:custGeom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49" name="Shape 549"/>
            <p:cNvSpPr/>
            <p:nvPr/>
          </p:nvSpPr>
          <p:spPr>
            <a:xfrm>
              <a:off x="820400" y="244200"/>
              <a:ext cx="25" cy="51175"/>
            </a:xfrm>
            <a:custGeom>
              <a:pathLst>
                <a:path extrusionOk="0" fill="none" h="2047" w="1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50" name="Shape 550"/>
            <p:cNvSpPr/>
            <p:nvPr/>
          </p:nvSpPr>
          <p:spPr>
            <a:xfrm>
              <a:off x="903225" y="244200"/>
              <a:ext cx="25" cy="51175"/>
            </a:xfrm>
            <a:custGeom>
              <a:pathLst>
                <a:path extrusionOk="0" fill="none" h="2047" w="1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Shape 551"/>
          <p:cNvGrpSpPr/>
          <p:nvPr/>
        </p:nvGrpSpPr>
        <p:grpSpPr>
          <a:xfrm>
            <a:off x="1081471" y="978805"/>
            <a:ext cx="335800" cy="279518"/>
            <a:chOff x="1247825" y="322750"/>
            <a:chExt cx="443300" cy="369000"/>
          </a:xfrm>
        </p:grpSpPr>
        <p:sp>
          <p:nvSpPr>
            <p:cNvPr id="552" name="Shape 552"/>
            <p:cNvSpPr/>
            <p:nvPr/>
          </p:nvSpPr>
          <p:spPr>
            <a:xfrm>
              <a:off x="1247825" y="322750"/>
              <a:ext cx="443300" cy="369000"/>
            </a:xfrm>
            <a:custGeom>
              <a:pathLst>
                <a:path extrusionOk="0" fill="none" h="14760" w="17732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53" name="Shape 553"/>
            <p:cNvSpPr/>
            <p:nvPr/>
          </p:nvSpPr>
          <p:spPr>
            <a:xfrm>
              <a:off x="1398225" y="386675"/>
              <a:ext cx="142500" cy="25"/>
            </a:xfrm>
            <a:custGeom>
              <a:pathLst>
                <a:path extrusionOk="0" fill="none" h="1" w="570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54" name="Shape 554"/>
            <p:cNvSpPr/>
            <p:nvPr/>
          </p:nvSpPr>
          <p:spPr>
            <a:xfrm>
              <a:off x="1370225" y="450000"/>
              <a:ext cx="198500" cy="197900"/>
            </a:xfrm>
            <a:custGeom>
              <a:pathLst>
                <a:path extrusionOk="0" fill="none" h="7916" w="794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55" name="Shape 555"/>
            <p:cNvSpPr/>
            <p:nvPr/>
          </p:nvSpPr>
          <p:spPr>
            <a:xfrm>
              <a:off x="1403100" y="482875"/>
              <a:ext cx="132750" cy="132150"/>
            </a:xfrm>
            <a:custGeom>
              <a:pathLst>
                <a:path extrusionOk="0" fill="none" h="5286" w="531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56" name="Shape 556"/>
            <p:cNvSpPr/>
            <p:nvPr/>
          </p:nvSpPr>
          <p:spPr>
            <a:xfrm>
              <a:off x="1588800" y="435400"/>
              <a:ext cx="66400" cy="43850"/>
            </a:xfrm>
            <a:custGeom>
              <a:pathLst>
                <a:path extrusionOk="0" fill="none" h="1754" w="2656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7" name="Shape 557"/>
          <p:cNvGrpSpPr/>
          <p:nvPr/>
        </p:nvGrpSpPr>
        <p:grpSpPr>
          <a:xfrm>
            <a:off x="1598048" y="977423"/>
            <a:ext cx="321028" cy="282282"/>
            <a:chOff x="1929775" y="320925"/>
            <a:chExt cx="423800" cy="372650"/>
          </a:xfrm>
        </p:grpSpPr>
        <p:sp>
          <p:nvSpPr>
            <p:cNvPr id="558" name="Shape 558"/>
            <p:cNvSpPr/>
            <p:nvPr/>
          </p:nvSpPr>
          <p:spPr>
            <a:xfrm>
              <a:off x="1929775" y="320925"/>
              <a:ext cx="423800" cy="372650"/>
            </a:xfrm>
            <a:custGeom>
              <a:pathLst>
                <a:path extrusionOk="0" fill="none" h="14906" w="16952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59" name="Shape 559"/>
            <p:cNvSpPr/>
            <p:nvPr/>
          </p:nvSpPr>
          <p:spPr>
            <a:xfrm>
              <a:off x="1954125" y="345275"/>
              <a:ext cx="375100" cy="323950"/>
            </a:xfrm>
            <a:custGeom>
              <a:pathLst>
                <a:path extrusionOk="0" fill="none" h="12958" w="15004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60" name="Shape 560"/>
            <p:cNvSpPr/>
            <p:nvPr/>
          </p:nvSpPr>
          <p:spPr>
            <a:xfrm>
              <a:off x="2162375" y="534625"/>
              <a:ext cx="146750" cy="113275"/>
            </a:xfrm>
            <a:custGeom>
              <a:pathLst>
                <a:path extrusionOk="0" fill="none" h="4531" w="587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61" name="Shape 561"/>
            <p:cNvSpPr/>
            <p:nvPr/>
          </p:nvSpPr>
          <p:spPr>
            <a:xfrm>
              <a:off x="1974225" y="468875"/>
              <a:ext cx="232600" cy="179025"/>
            </a:xfrm>
            <a:custGeom>
              <a:pathLst>
                <a:path extrusionOk="0" fill="none" h="7161" w="9304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62" name="Shape 562"/>
            <p:cNvSpPr/>
            <p:nvPr/>
          </p:nvSpPr>
          <p:spPr>
            <a:xfrm>
              <a:off x="2169675" y="396425"/>
              <a:ext cx="97450" cy="97450"/>
            </a:xfrm>
            <a:custGeom>
              <a:pathLst>
                <a:path extrusionOk="0" fill="none" h="3898" w="3898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563" name="Shape 563"/>
          <p:cNvSpPr/>
          <p:nvPr/>
        </p:nvSpPr>
        <p:spPr>
          <a:xfrm>
            <a:off x="2136334" y="967277"/>
            <a:ext cx="262909" cy="302583"/>
          </a:xfrm>
          <a:custGeom>
            <a:pathLst>
              <a:path extrusionOk="0" fill="none" h="15978" w="13883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64" name="Shape 564"/>
          <p:cNvSpPr/>
          <p:nvPr/>
        </p:nvSpPr>
        <p:spPr>
          <a:xfrm>
            <a:off x="2663528" y="968205"/>
            <a:ext cx="226928" cy="300727"/>
          </a:xfrm>
          <a:custGeom>
            <a:pathLst>
              <a:path extrusionOk="0" fill="none" h="15880" w="11983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565" name="Shape 565"/>
          <p:cNvGrpSpPr/>
          <p:nvPr/>
        </p:nvGrpSpPr>
        <p:grpSpPr>
          <a:xfrm>
            <a:off x="3643563" y="945589"/>
            <a:ext cx="303511" cy="345931"/>
            <a:chOff x="4630125" y="278900"/>
            <a:chExt cx="400675" cy="456675"/>
          </a:xfrm>
        </p:grpSpPr>
        <p:sp>
          <p:nvSpPr>
            <p:cNvPr id="566" name="Shape 566"/>
            <p:cNvSpPr/>
            <p:nvPr/>
          </p:nvSpPr>
          <p:spPr>
            <a:xfrm>
              <a:off x="4659350" y="328825"/>
              <a:ext cx="371450" cy="96850"/>
            </a:xfrm>
            <a:custGeom>
              <a:pathLst>
                <a:path extrusionOk="0" fill="none" h="3874" w="14858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67" name="Shape 567"/>
            <p:cNvSpPr/>
            <p:nvPr/>
          </p:nvSpPr>
          <p:spPr>
            <a:xfrm>
              <a:off x="4630125" y="452425"/>
              <a:ext cx="371450" cy="96850"/>
            </a:xfrm>
            <a:custGeom>
              <a:pathLst>
                <a:path extrusionOk="0" fill="none" h="3874" w="14858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68" name="Shape 568"/>
            <p:cNvSpPr/>
            <p:nvPr/>
          </p:nvSpPr>
          <p:spPr>
            <a:xfrm>
              <a:off x="4808525" y="278900"/>
              <a:ext cx="43875" cy="49950"/>
            </a:xfrm>
            <a:custGeom>
              <a:pathLst>
                <a:path extrusionOk="0" fill="none" h="1998" w="1755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69" name="Shape 569"/>
            <p:cNvSpPr/>
            <p:nvPr/>
          </p:nvSpPr>
          <p:spPr>
            <a:xfrm>
              <a:off x="4808525" y="549250"/>
              <a:ext cx="43875" cy="186325"/>
            </a:xfrm>
            <a:custGeom>
              <a:pathLst>
                <a:path extrusionOk="0" fill="none" h="7453" w="1755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Shape 570"/>
          <p:cNvSpPr/>
          <p:nvPr/>
        </p:nvSpPr>
        <p:spPr>
          <a:xfrm>
            <a:off x="4130705" y="966822"/>
            <a:ext cx="347787" cy="303492"/>
          </a:xfrm>
          <a:custGeom>
            <a:pathLst>
              <a:path extrusionOk="0" fill="none" h="16026" w="18365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571" name="Shape 571"/>
          <p:cNvGrpSpPr/>
          <p:nvPr/>
        </p:nvGrpSpPr>
        <p:grpSpPr>
          <a:xfrm>
            <a:off x="587978" y="1438172"/>
            <a:ext cx="309022" cy="376837"/>
            <a:chOff x="596350" y="929175"/>
            <a:chExt cx="407950" cy="497475"/>
          </a:xfrm>
        </p:grpSpPr>
        <p:sp>
          <p:nvSpPr>
            <p:cNvPr id="572" name="Shape 572"/>
            <p:cNvSpPr/>
            <p:nvPr/>
          </p:nvSpPr>
          <p:spPr>
            <a:xfrm>
              <a:off x="596350" y="953550"/>
              <a:ext cx="387250" cy="473100"/>
            </a:xfrm>
            <a:custGeom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73" name="Shape 573"/>
            <p:cNvSpPr/>
            <p:nvPr/>
          </p:nvSpPr>
          <p:spPr>
            <a:xfrm>
              <a:off x="626775" y="929175"/>
              <a:ext cx="377525" cy="462775"/>
            </a:xfrm>
            <a:custGeom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74" name="Shape 574"/>
            <p:cNvSpPr/>
            <p:nvPr/>
          </p:nvSpPr>
          <p:spPr>
            <a:xfrm>
              <a:off x="688900" y="1256150"/>
              <a:ext cx="133975" cy="25"/>
            </a:xfrm>
            <a:custGeom>
              <a:pathLst>
                <a:path extrusionOk="0" fill="none" h="1" w="5359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75" name="Shape 575"/>
            <p:cNvSpPr/>
            <p:nvPr/>
          </p:nvSpPr>
          <p:spPr>
            <a:xfrm>
              <a:off x="688900" y="1201350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76" name="Shape 576"/>
            <p:cNvSpPr/>
            <p:nvPr/>
          </p:nvSpPr>
          <p:spPr>
            <a:xfrm>
              <a:off x="688900" y="1145950"/>
              <a:ext cx="255750" cy="25"/>
            </a:xfrm>
            <a:custGeom>
              <a:pathLst>
                <a:path extrusionOk="0" fill="none" h="1" w="1023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77" name="Shape 577"/>
            <p:cNvSpPr/>
            <p:nvPr/>
          </p:nvSpPr>
          <p:spPr>
            <a:xfrm>
              <a:off x="688900" y="1090525"/>
              <a:ext cx="255750" cy="25"/>
            </a:xfrm>
            <a:custGeom>
              <a:pathLst>
                <a:path extrusionOk="0" fill="none" h="1" w="1023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78" name="Shape 578"/>
            <p:cNvSpPr/>
            <p:nvPr/>
          </p:nvSpPr>
          <p:spPr>
            <a:xfrm>
              <a:off x="920250" y="929175"/>
              <a:ext cx="84050" cy="84050"/>
            </a:xfrm>
            <a:custGeom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9" name="Shape 579"/>
          <p:cNvGrpSpPr/>
          <p:nvPr/>
        </p:nvGrpSpPr>
        <p:grpSpPr>
          <a:xfrm>
            <a:off x="1601267" y="1493072"/>
            <a:ext cx="314590" cy="269367"/>
            <a:chOff x="1934025" y="1001650"/>
            <a:chExt cx="415300" cy="355600"/>
          </a:xfrm>
        </p:grpSpPr>
        <p:sp>
          <p:nvSpPr>
            <p:cNvPr id="580" name="Shape 580"/>
            <p:cNvSpPr/>
            <p:nvPr/>
          </p:nvSpPr>
          <p:spPr>
            <a:xfrm>
              <a:off x="1934025" y="1303650"/>
              <a:ext cx="207650" cy="53600"/>
            </a:xfrm>
            <a:custGeom>
              <a:pathLst>
                <a:path extrusionOk="0" fill="none" h="2144" w="830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81" name="Shape 581"/>
            <p:cNvSpPr/>
            <p:nvPr/>
          </p:nvSpPr>
          <p:spPr>
            <a:xfrm>
              <a:off x="2141650" y="1303650"/>
              <a:ext cx="207675" cy="53600"/>
            </a:xfrm>
            <a:custGeom>
              <a:pathLst>
                <a:path extrusionOk="0" fill="none" h="2144" w="8307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82" name="Shape 582"/>
            <p:cNvSpPr/>
            <p:nvPr/>
          </p:nvSpPr>
          <p:spPr>
            <a:xfrm>
              <a:off x="1934025" y="1001650"/>
              <a:ext cx="207650" cy="331250"/>
            </a:xfrm>
            <a:custGeom>
              <a:pathLst>
                <a:path extrusionOk="0" fill="none" h="13250" w="8306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83" name="Shape 583"/>
            <p:cNvSpPr/>
            <p:nvPr/>
          </p:nvSpPr>
          <p:spPr>
            <a:xfrm>
              <a:off x="2141650" y="1001650"/>
              <a:ext cx="207675" cy="331250"/>
            </a:xfrm>
            <a:custGeom>
              <a:pathLst>
                <a:path extrusionOk="0" fill="none" h="13250" w="8307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584" name="Shape 584"/>
          <p:cNvSpPr/>
          <p:nvPr/>
        </p:nvSpPr>
        <p:spPr>
          <a:xfrm>
            <a:off x="2109593" y="1470475"/>
            <a:ext cx="316408" cy="314571"/>
          </a:xfrm>
          <a:custGeom>
            <a:pathLst>
              <a:path extrusionOk="0" fill="none" h="16611" w="16708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85" name="Shape 585"/>
          <p:cNvSpPr/>
          <p:nvPr/>
        </p:nvSpPr>
        <p:spPr>
          <a:xfrm>
            <a:off x="2619251" y="1486155"/>
            <a:ext cx="315499" cy="283210"/>
          </a:xfrm>
          <a:custGeom>
            <a:pathLst>
              <a:path extrusionOk="0" fill="none" h="14955" w="1666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86" name="Shape 586"/>
          <p:cNvSpPr/>
          <p:nvPr/>
        </p:nvSpPr>
        <p:spPr>
          <a:xfrm>
            <a:off x="3133056" y="1488466"/>
            <a:ext cx="306276" cy="278590"/>
          </a:xfrm>
          <a:custGeom>
            <a:pathLst>
              <a:path extrusionOk="0" fill="none" h="14711" w="16173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587" name="Shape 587"/>
          <p:cNvSpPr/>
          <p:nvPr/>
        </p:nvSpPr>
        <p:spPr>
          <a:xfrm>
            <a:off x="3652409" y="1491231"/>
            <a:ext cx="285975" cy="273060"/>
          </a:xfrm>
          <a:custGeom>
            <a:pathLst>
              <a:path extrusionOk="0" fill="none" h="14419" w="15101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588" name="Shape 588"/>
          <p:cNvGrpSpPr/>
          <p:nvPr/>
        </p:nvGrpSpPr>
        <p:grpSpPr>
          <a:xfrm>
            <a:off x="4146751" y="1472771"/>
            <a:ext cx="315499" cy="315953"/>
            <a:chOff x="5294400" y="974850"/>
            <a:chExt cx="416500" cy="417100"/>
          </a:xfrm>
        </p:grpSpPr>
        <p:sp>
          <p:nvSpPr>
            <p:cNvPr id="589" name="Shape 589"/>
            <p:cNvSpPr/>
            <p:nvPr/>
          </p:nvSpPr>
          <p:spPr>
            <a:xfrm>
              <a:off x="5325450" y="997975"/>
              <a:ext cx="151650" cy="154700"/>
            </a:xfrm>
            <a:custGeom>
              <a:pathLst>
                <a:path extrusionOk="0" fill="none" h="6188" w="6066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90" name="Shape 590"/>
            <p:cNvSpPr/>
            <p:nvPr/>
          </p:nvSpPr>
          <p:spPr>
            <a:xfrm>
              <a:off x="5294400" y="974850"/>
              <a:ext cx="416500" cy="417100"/>
            </a:xfrm>
            <a:custGeom>
              <a:pathLst>
                <a:path extrusionOk="0" fill="none" h="16684" w="1666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1" name="Shape 591"/>
          <p:cNvGrpSpPr/>
          <p:nvPr/>
        </p:nvGrpSpPr>
        <p:grpSpPr>
          <a:xfrm>
            <a:off x="4618124" y="1437263"/>
            <a:ext cx="391135" cy="380985"/>
            <a:chOff x="5916675" y="927975"/>
            <a:chExt cx="516350" cy="502950"/>
          </a:xfrm>
        </p:grpSpPr>
        <p:sp>
          <p:nvSpPr>
            <p:cNvPr id="592" name="Shape 592"/>
            <p:cNvSpPr/>
            <p:nvPr/>
          </p:nvSpPr>
          <p:spPr>
            <a:xfrm>
              <a:off x="5916675" y="927975"/>
              <a:ext cx="516350" cy="502950"/>
            </a:xfrm>
            <a:custGeom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93" name="Shape 593"/>
            <p:cNvSpPr/>
            <p:nvPr/>
          </p:nvSpPr>
          <p:spPr>
            <a:xfrm>
              <a:off x="6006800" y="1011375"/>
              <a:ext cx="336125" cy="336125"/>
            </a:xfrm>
            <a:custGeom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4" name="Shape 594"/>
          <p:cNvGrpSpPr/>
          <p:nvPr/>
        </p:nvGrpSpPr>
        <p:grpSpPr>
          <a:xfrm>
            <a:off x="563984" y="2022546"/>
            <a:ext cx="352389" cy="238007"/>
            <a:chOff x="564675" y="1700625"/>
            <a:chExt cx="465200" cy="314200"/>
          </a:xfrm>
        </p:grpSpPr>
        <p:sp>
          <p:nvSpPr>
            <p:cNvPr id="595" name="Shape 595"/>
            <p:cNvSpPr/>
            <p:nvPr/>
          </p:nvSpPr>
          <p:spPr>
            <a:xfrm>
              <a:off x="564675" y="1700625"/>
              <a:ext cx="465200" cy="29250"/>
            </a:xfrm>
            <a:custGeom>
              <a:pathLst>
                <a:path extrusionOk="0" fill="none" h="1170" w="18608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96" name="Shape 596"/>
            <p:cNvSpPr/>
            <p:nvPr/>
          </p:nvSpPr>
          <p:spPr>
            <a:xfrm>
              <a:off x="564675" y="1732300"/>
              <a:ext cx="465200" cy="272175"/>
            </a:xfrm>
            <a:custGeom>
              <a:pathLst>
                <a:path extrusionOk="0" fill="none" h="10887" w="18608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597" name="Shape 597"/>
            <p:cNvSpPr/>
            <p:nvPr/>
          </p:nvSpPr>
          <p:spPr>
            <a:xfrm>
              <a:off x="572600" y="2014200"/>
              <a:ext cx="449375" cy="625"/>
            </a:xfrm>
            <a:custGeom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8" name="Shape 598"/>
          <p:cNvGrpSpPr/>
          <p:nvPr/>
        </p:nvGrpSpPr>
        <p:grpSpPr>
          <a:xfrm>
            <a:off x="1073176" y="1964426"/>
            <a:ext cx="352389" cy="345022"/>
            <a:chOff x="1236875" y="1623900"/>
            <a:chExt cx="465200" cy="455475"/>
          </a:xfrm>
        </p:grpSpPr>
        <p:sp>
          <p:nvSpPr>
            <p:cNvPr id="599" name="Shape 599"/>
            <p:cNvSpPr/>
            <p:nvPr/>
          </p:nvSpPr>
          <p:spPr>
            <a:xfrm>
              <a:off x="1236875" y="1623900"/>
              <a:ext cx="465200" cy="445125"/>
            </a:xfrm>
            <a:custGeom>
              <a:pathLst>
                <a:path extrusionOk="0" fill="none" h="17805" w="18608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00" name="Shape 600"/>
            <p:cNvSpPr/>
            <p:nvPr/>
          </p:nvSpPr>
          <p:spPr>
            <a:xfrm>
              <a:off x="1244800" y="2078750"/>
              <a:ext cx="449375" cy="625"/>
            </a:xfrm>
            <a:custGeom>
              <a:pathLst>
                <a:path extrusionOk="0" fill="none" h="25" w="17975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01" name="Shape 601"/>
            <p:cNvSpPr/>
            <p:nvPr/>
          </p:nvSpPr>
          <p:spPr>
            <a:xfrm>
              <a:off x="1236875" y="1791950"/>
              <a:ext cx="465200" cy="171725"/>
            </a:xfrm>
            <a:custGeom>
              <a:pathLst>
                <a:path extrusionOk="0" fill="none" h="6869" w="18608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02" name="Shape 602"/>
            <p:cNvSpPr/>
            <p:nvPr/>
          </p:nvSpPr>
          <p:spPr>
            <a:xfrm>
              <a:off x="1330025" y="1750550"/>
              <a:ext cx="278900" cy="110850"/>
            </a:xfrm>
            <a:custGeom>
              <a:pathLst>
                <a:path extrusionOk="0" fill="none" h="4434" w="11156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03" name="Shape 603"/>
            <p:cNvSpPr/>
            <p:nvPr/>
          </p:nvSpPr>
          <p:spPr>
            <a:xfrm>
              <a:off x="1402500" y="1810225"/>
              <a:ext cx="133975" cy="25"/>
            </a:xfrm>
            <a:custGeom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04" name="Shape 604"/>
            <p:cNvSpPr/>
            <p:nvPr/>
          </p:nvSpPr>
          <p:spPr>
            <a:xfrm>
              <a:off x="1402500" y="1844325"/>
              <a:ext cx="133975" cy="25"/>
            </a:xfrm>
            <a:custGeom>
              <a:pathLst>
                <a:path extrusionOk="0" fill="none" h="1" w="5359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05" name="Shape 605"/>
            <p:cNvSpPr/>
            <p:nvPr/>
          </p:nvSpPr>
          <p:spPr>
            <a:xfrm>
              <a:off x="1402500" y="1878425"/>
              <a:ext cx="85250" cy="25"/>
            </a:xfrm>
            <a:custGeom>
              <a:pathLst>
                <a:path extrusionOk="0" fill="none" h="1" w="341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6" name="Shape 606"/>
          <p:cNvGrpSpPr/>
          <p:nvPr/>
        </p:nvGrpSpPr>
        <p:grpSpPr>
          <a:xfrm>
            <a:off x="1593427" y="1971812"/>
            <a:ext cx="330270" cy="330251"/>
            <a:chOff x="1923675" y="1633650"/>
            <a:chExt cx="436000" cy="435975"/>
          </a:xfrm>
        </p:grpSpPr>
        <p:sp>
          <p:nvSpPr>
            <p:cNvPr id="607" name="Shape 607"/>
            <p:cNvSpPr/>
            <p:nvPr/>
          </p:nvSpPr>
          <p:spPr>
            <a:xfrm>
              <a:off x="2209250" y="1633650"/>
              <a:ext cx="150425" cy="150425"/>
            </a:xfrm>
            <a:custGeom>
              <a:pathLst>
                <a:path extrusionOk="0" fill="none" h="6017" w="6017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08" name="Shape 608"/>
            <p:cNvSpPr/>
            <p:nvPr/>
          </p:nvSpPr>
          <p:spPr>
            <a:xfrm>
              <a:off x="2019900" y="1757250"/>
              <a:ext cx="261825" cy="261850"/>
            </a:xfrm>
            <a:custGeom>
              <a:pathLst>
                <a:path extrusionOk="0" fill="none" h="10474" w="10473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09" name="Shape 609"/>
            <p:cNvSpPr/>
            <p:nvPr/>
          </p:nvSpPr>
          <p:spPr>
            <a:xfrm>
              <a:off x="1923675" y="1681150"/>
              <a:ext cx="388500" cy="388475"/>
            </a:xfrm>
            <a:custGeom>
              <a:pathLst>
                <a:path extrusionOk="0" fill="none" h="15539" w="1554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10" name="Shape 610"/>
            <p:cNvSpPr/>
            <p:nvPr/>
          </p:nvSpPr>
          <p:spPr>
            <a:xfrm>
              <a:off x="1974225" y="1711575"/>
              <a:ext cx="261825" cy="261850"/>
            </a:xfrm>
            <a:custGeom>
              <a:pathLst>
                <a:path extrusionOk="0" fill="none" h="10474" w="10473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11" name="Shape 611"/>
            <p:cNvSpPr/>
            <p:nvPr/>
          </p:nvSpPr>
          <p:spPr>
            <a:xfrm>
              <a:off x="1934650" y="2014200"/>
              <a:ext cx="44475" cy="44475"/>
            </a:xfrm>
            <a:custGeom>
              <a:pathLst>
                <a:path extrusionOk="0" fill="none" h="1779" w="1779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12" name="Shape 612"/>
            <p:cNvSpPr/>
            <p:nvPr/>
          </p:nvSpPr>
          <p:spPr>
            <a:xfrm>
              <a:off x="1944375" y="1947225"/>
              <a:ext cx="101725" cy="101700"/>
            </a:xfrm>
            <a:custGeom>
              <a:pathLst>
                <a:path extrusionOk="0" fill="none" h="4068" w="4069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Shape 613"/>
          <p:cNvGrpSpPr/>
          <p:nvPr/>
        </p:nvGrpSpPr>
        <p:grpSpPr>
          <a:xfrm>
            <a:off x="2101236" y="1970430"/>
            <a:ext cx="333016" cy="333016"/>
            <a:chOff x="2594050" y="1631825"/>
            <a:chExt cx="439625" cy="439625"/>
          </a:xfrm>
        </p:grpSpPr>
        <p:sp>
          <p:nvSpPr>
            <p:cNvPr id="614" name="Shape 614"/>
            <p:cNvSpPr/>
            <p:nvPr/>
          </p:nvSpPr>
          <p:spPr>
            <a:xfrm>
              <a:off x="2594050" y="1883300"/>
              <a:ext cx="188175" cy="188150"/>
            </a:xfrm>
            <a:custGeom>
              <a:pathLst>
                <a:path extrusionOk="0" fill="none" h="7526" w="7527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15" name="Shape 615"/>
            <p:cNvSpPr/>
            <p:nvPr/>
          </p:nvSpPr>
          <p:spPr>
            <a:xfrm>
              <a:off x="2857700" y="1631825"/>
              <a:ext cx="175975" cy="176000"/>
            </a:xfrm>
            <a:custGeom>
              <a:pathLst>
                <a:path extrusionOk="0" fill="none" h="7040" w="7039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16" name="Shape 616"/>
            <p:cNvSpPr/>
            <p:nvPr/>
          </p:nvSpPr>
          <p:spPr>
            <a:xfrm>
              <a:off x="2662850" y="1699400"/>
              <a:ext cx="303250" cy="303250"/>
            </a:xfrm>
            <a:custGeom>
              <a:pathLst>
                <a:path extrusionOk="0" fill="none" h="12130" w="1213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17" name="Shape 617"/>
            <p:cNvSpPr/>
            <p:nvPr/>
          </p:nvSpPr>
          <p:spPr>
            <a:xfrm>
              <a:off x="2801675" y="1740825"/>
              <a:ext cx="49950" cy="49950"/>
            </a:xfrm>
            <a:custGeom>
              <a:pathLst>
                <a:path extrusionOk="0" fill="none" h="1998" w="1998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18" name="Shape 618"/>
          <p:cNvSpPr/>
          <p:nvPr/>
        </p:nvSpPr>
        <p:spPr>
          <a:xfrm>
            <a:off x="2625235" y="1985206"/>
            <a:ext cx="303511" cy="303511"/>
          </a:xfrm>
          <a:custGeom>
            <a:pathLst>
              <a:path extrusionOk="0" fill="none" h="16027" w="16027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619" name="Shape 619"/>
          <p:cNvGrpSpPr/>
          <p:nvPr/>
        </p:nvGrpSpPr>
        <p:grpSpPr>
          <a:xfrm>
            <a:off x="3150980" y="1945527"/>
            <a:ext cx="270295" cy="382822"/>
            <a:chOff x="3979850" y="1598950"/>
            <a:chExt cx="356825" cy="505375"/>
          </a:xfrm>
        </p:grpSpPr>
        <p:sp>
          <p:nvSpPr>
            <p:cNvPr id="620" name="Shape 620"/>
            <p:cNvSpPr/>
            <p:nvPr/>
          </p:nvSpPr>
          <p:spPr>
            <a:xfrm>
              <a:off x="3979850" y="1602600"/>
              <a:ext cx="44475" cy="501725"/>
            </a:xfrm>
            <a:custGeom>
              <a:pathLst>
                <a:path extrusionOk="0" fill="none" h="20069" w="177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21" name="Shape 621"/>
            <p:cNvSpPr/>
            <p:nvPr/>
          </p:nvSpPr>
          <p:spPr>
            <a:xfrm>
              <a:off x="4037075" y="1598950"/>
              <a:ext cx="299600" cy="228950"/>
            </a:xfrm>
            <a:custGeom>
              <a:pathLst>
                <a:path extrusionOk="0" fill="none" h="9158" w="11984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2" name="Shape 622"/>
          <p:cNvGrpSpPr/>
          <p:nvPr/>
        </p:nvGrpSpPr>
        <p:grpSpPr>
          <a:xfrm>
            <a:off x="3617278" y="2027621"/>
            <a:ext cx="356082" cy="218633"/>
            <a:chOff x="4595425" y="1707325"/>
            <a:chExt cx="470075" cy="288625"/>
          </a:xfrm>
        </p:grpSpPr>
        <p:sp>
          <p:nvSpPr>
            <p:cNvPr id="623" name="Shape 623"/>
            <p:cNvSpPr/>
            <p:nvPr/>
          </p:nvSpPr>
          <p:spPr>
            <a:xfrm>
              <a:off x="4809750" y="1707325"/>
              <a:ext cx="41425" cy="41425"/>
            </a:xfrm>
            <a:custGeom>
              <a:pathLst>
                <a:path extrusionOk="0" fill="none" h="1657" w="1657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24" name="Shape 624"/>
            <p:cNvSpPr/>
            <p:nvPr/>
          </p:nvSpPr>
          <p:spPr>
            <a:xfrm>
              <a:off x="5024075" y="1761525"/>
              <a:ext cx="41425" cy="41425"/>
            </a:xfrm>
            <a:custGeom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25" name="Shape 625"/>
            <p:cNvSpPr/>
            <p:nvPr/>
          </p:nvSpPr>
          <p:spPr>
            <a:xfrm>
              <a:off x="4628900" y="1760300"/>
              <a:ext cx="403100" cy="177825"/>
            </a:xfrm>
            <a:custGeom>
              <a:pathLst>
                <a:path extrusionOk="0" fill="none" h="7113" w="16124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26" name="Shape 626"/>
            <p:cNvSpPr/>
            <p:nvPr/>
          </p:nvSpPr>
          <p:spPr>
            <a:xfrm>
              <a:off x="4595425" y="1761525"/>
              <a:ext cx="41425" cy="41425"/>
            </a:xfrm>
            <a:custGeom>
              <a:pathLst>
                <a:path extrusionOk="0" fill="none" h="1657" w="1657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27" name="Shape 627"/>
            <p:cNvSpPr/>
            <p:nvPr/>
          </p:nvSpPr>
          <p:spPr>
            <a:xfrm>
              <a:off x="4667275" y="1951475"/>
              <a:ext cx="326375" cy="44475"/>
            </a:xfrm>
            <a:custGeom>
              <a:pathLst>
                <a:path extrusionOk="0" fill="none" h="1779" w="13055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8" name="Shape 628"/>
          <p:cNvGrpSpPr/>
          <p:nvPr/>
        </p:nvGrpSpPr>
        <p:grpSpPr>
          <a:xfrm>
            <a:off x="4143532" y="1974122"/>
            <a:ext cx="321956" cy="325630"/>
            <a:chOff x="5290150" y="1636700"/>
            <a:chExt cx="425025" cy="429875"/>
          </a:xfrm>
        </p:grpSpPr>
        <p:sp>
          <p:nvSpPr>
            <p:cNvPr id="629" name="Shape 629"/>
            <p:cNvSpPr/>
            <p:nvPr/>
          </p:nvSpPr>
          <p:spPr>
            <a:xfrm>
              <a:off x="5396700" y="1939925"/>
              <a:ext cx="211900" cy="126650"/>
            </a:xfrm>
            <a:custGeom>
              <a:pathLst>
                <a:path extrusionOk="0" fill="none" h="5066" w="8476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30" name="Shape 630"/>
            <p:cNvSpPr/>
            <p:nvPr/>
          </p:nvSpPr>
          <p:spPr>
            <a:xfrm>
              <a:off x="5290150" y="1636700"/>
              <a:ext cx="425025" cy="294100"/>
            </a:xfrm>
            <a:custGeom>
              <a:pathLst>
                <a:path extrusionOk="0" fill="none" h="11764" w="17001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1" name="Shape 631"/>
          <p:cNvGrpSpPr/>
          <p:nvPr/>
        </p:nvGrpSpPr>
        <p:grpSpPr>
          <a:xfrm>
            <a:off x="4651795" y="1964426"/>
            <a:ext cx="323793" cy="339493"/>
            <a:chOff x="5961125" y="1623900"/>
            <a:chExt cx="427450" cy="448175"/>
          </a:xfrm>
        </p:grpSpPr>
        <p:sp>
          <p:nvSpPr>
            <p:cNvPr id="632" name="Shape 632"/>
            <p:cNvSpPr/>
            <p:nvPr/>
          </p:nvSpPr>
          <p:spPr>
            <a:xfrm>
              <a:off x="5961125" y="1678700"/>
              <a:ext cx="376925" cy="376925"/>
            </a:xfrm>
            <a:custGeom>
              <a:pathLst>
                <a:path extrusionOk="0" fill="none" h="15077" w="15077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33" name="Shape 633"/>
            <p:cNvSpPr/>
            <p:nvPr/>
          </p:nvSpPr>
          <p:spPr>
            <a:xfrm>
              <a:off x="6009825" y="1727425"/>
              <a:ext cx="279500" cy="279500"/>
            </a:xfrm>
            <a:custGeom>
              <a:pathLst>
                <a:path extrusionOk="0" fill="none" h="11180" w="1118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34" name="Shape 634"/>
            <p:cNvSpPr/>
            <p:nvPr/>
          </p:nvSpPr>
          <p:spPr>
            <a:xfrm>
              <a:off x="6107250" y="1824850"/>
              <a:ext cx="84650" cy="84650"/>
            </a:xfrm>
            <a:custGeom>
              <a:pathLst>
                <a:path extrusionOk="0" fill="none" h="3386" w="3386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35" name="Shape 635"/>
            <p:cNvSpPr/>
            <p:nvPr/>
          </p:nvSpPr>
          <p:spPr>
            <a:xfrm>
              <a:off x="6058550" y="1776125"/>
              <a:ext cx="182075" cy="182075"/>
            </a:xfrm>
            <a:custGeom>
              <a:pathLst>
                <a:path extrusionOk="0" fill="none" h="7283" w="7283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36" name="Shape 636"/>
            <p:cNvSpPr/>
            <p:nvPr/>
          </p:nvSpPr>
          <p:spPr>
            <a:xfrm>
              <a:off x="5971475" y="2001400"/>
              <a:ext cx="74925" cy="70675"/>
            </a:xfrm>
            <a:custGeom>
              <a:pathLst>
                <a:path extrusionOk="0" fill="none" h="2827" w="2997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37" name="Shape 637"/>
            <p:cNvSpPr/>
            <p:nvPr/>
          </p:nvSpPr>
          <p:spPr>
            <a:xfrm>
              <a:off x="6253375" y="2001400"/>
              <a:ext cx="74325" cy="70675"/>
            </a:xfrm>
            <a:custGeom>
              <a:pathLst>
                <a:path extrusionOk="0" fill="none" h="2827" w="2973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38" name="Shape 638"/>
            <p:cNvSpPr/>
            <p:nvPr/>
          </p:nvSpPr>
          <p:spPr>
            <a:xfrm>
              <a:off x="6137700" y="1623900"/>
              <a:ext cx="250875" cy="255150"/>
            </a:xfrm>
            <a:custGeom>
              <a:pathLst>
                <a:path extrusionOk="0" fill="none" h="10206" w="10035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Shape 639"/>
          <p:cNvGrpSpPr/>
          <p:nvPr/>
        </p:nvGrpSpPr>
        <p:grpSpPr>
          <a:xfrm>
            <a:off x="5149908" y="1973194"/>
            <a:ext cx="345931" cy="327486"/>
            <a:chOff x="6618700" y="1635475"/>
            <a:chExt cx="456675" cy="432325"/>
          </a:xfrm>
        </p:grpSpPr>
        <p:sp>
          <p:nvSpPr>
            <p:cNvPr id="640" name="Shape 640"/>
            <p:cNvSpPr/>
            <p:nvPr/>
          </p:nvSpPr>
          <p:spPr>
            <a:xfrm>
              <a:off x="6663775" y="1904000"/>
              <a:ext cx="117525" cy="163800"/>
            </a:xfrm>
            <a:custGeom>
              <a:pathLst>
                <a:path extrusionOk="0" fill="none" h="6552" w="4701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41" name="Shape 641"/>
            <p:cNvSpPr/>
            <p:nvPr/>
          </p:nvSpPr>
          <p:spPr>
            <a:xfrm>
              <a:off x="7046125" y="1775525"/>
              <a:ext cx="29250" cy="99275"/>
            </a:xfrm>
            <a:custGeom>
              <a:pathLst>
                <a:path extrusionOk="0" fill="none" h="3971" w="117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42" name="Shape 642"/>
            <p:cNvSpPr/>
            <p:nvPr/>
          </p:nvSpPr>
          <p:spPr>
            <a:xfrm>
              <a:off x="6618700" y="1751775"/>
              <a:ext cx="96850" cy="146750"/>
            </a:xfrm>
            <a:custGeom>
              <a:pathLst>
                <a:path extrusionOk="0" fill="none" h="5870" w="3874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43" name="Shape 643"/>
            <p:cNvSpPr/>
            <p:nvPr/>
          </p:nvSpPr>
          <p:spPr>
            <a:xfrm>
              <a:off x="6721600" y="1660450"/>
              <a:ext cx="278900" cy="329425"/>
            </a:xfrm>
            <a:custGeom>
              <a:pathLst>
                <a:path extrusionOk="0" fill="none" h="13177" w="11156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44" name="Shape 644"/>
            <p:cNvSpPr/>
            <p:nvPr/>
          </p:nvSpPr>
          <p:spPr>
            <a:xfrm>
              <a:off x="7006550" y="1635475"/>
              <a:ext cx="34750" cy="378750"/>
            </a:xfrm>
            <a:custGeom>
              <a:pathLst>
                <a:path extrusionOk="0" fill="none" h="15150" w="139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5" name="Shape 645"/>
          <p:cNvGrpSpPr/>
          <p:nvPr/>
        </p:nvGrpSpPr>
        <p:grpSpPr>
          <a:xfrm>
            <a:off x="603185" y="2498994"/>
            <a:ext cx="273988" cy="294270"/>
            <a:chOff x="616425" y="2329600"/>
            <a:chExt cx="361700" cy="388475"/>
          </a:xfrm>
        </p:grpSpPr>
        <p:sp>
          <p:nvSpPr>
            <p:cNvPr id="646" name="Shape 646"/>
            <p:cNvSpPr/>
            <p:nvPr/>
          </p:nvSpPr>
          <p:spPr>
            <a:xfrm>
              <a:off x="616425" y="2329600"/>
              <a:ext cx="361700" cy="388475"/>
            </a:xfrm>
            <a:custGeom>
              <a:pathLst>
                <a:path extrusionOk="0" fill="none" h="15539" w="14468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47" name="Shape 647"/>
            <p:cNvSpPr/>
            <p:nvPr/>
          </p:nvSpPr>
          <p:spPr>
            <a:xfrm>
              <a:off x="704725" y="2545750"/>
              <a:ext cx="185125" cy="25"/>
            </a:xfrm>
            <a:custGeom>
              <a:pathLst>
                <a:path extrusionOk="0" fill="none" h="1" w="7405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48" name="Shape 648"/>
            <p:cNvSpPr/>
            <p:nvPr/>
          </p:nvSpPr>
          <p:spPr>
            <a:xfrm>
              <a:off x="811875" y="2626125"/>
              <a:ext cx="31075" cy="31075"/>
            </a:xfrm>
            <a:custGeom>
              <a:pathLst>
                <a:path extrusionOk="0" fill="none" h="1243" w="1243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49" name="Shape 649"/>
            <p:cNvSpPr/>
            <p:nvPr/>
          </p:nvSpPr>
          <p:spPr>
            <a:xfrm>
              <a:off x="751000" y="2568275"/>
              <a:ext cx="54200" cy="53600"/>
            </a:xfrm>
            <a:custGeom>
              <a:pathLst>
                <a:path extrusionOk="0" fill="none" h="2144" w="2168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0" name="Shape 650"/>
            <p:cNvSpPr/>
            <p:nvPr/>
          </p:nvSpPr>
          <p:spPr>
            <a:xfrm>
              <a:off x="769875" y="2662650"/>
              <a:ext cx="23775" cy="23775"/>
            </a:xfrm>
            <a:custGeom>
              <a:pathLst>
                <a:path extrusionOk="0" fill="none" h="951" w="951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1" name="Shape 651"/>
            <p:cNvSpPr/>
            <p:nvPr/>
          </p:nvSpPr>
          <p:spPr>
            <a:xfrm>
              <a:off x="799700" y="2503125"/>
              <a:ext cx="24375" cy="23775"/>
            </a:xfrm>
            <a:custGeom>
              <a:pathLst>
                <a:path extrusionOk="0" fill="none" h="951" w="975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2" name="Shape 652"/>
            <p:cNvSpPr/>
            <p:nvPr/>
          </p:nvSpPr>
          <p:spPr>
            <a:xfrm>
              <a:off x="766825" y="2388050"/>
              <a:ext cx="60925" cy="25"/>
            </a:xfrm>
            <a:custGeom>
              <a:pathLst>
                <a:path extrusionOk="0" fill="none" h="1" w="2437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3" name="Shape 653"/>
            <p:cNvSpPr/>
            <p:nvPr/>
          </p:nvSpPr>
          <p:spPr>
            <a:xfrm>
              <a:off x="769875" y="2456250"/>
              <a:ext cx="31075" cy="31075"/>
            </a:xfrm>
            <a:custGeom>
              <a:pathLst>
                <a:path extrusionOk="0" fill="none" h="1243" w="1243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4" name="Shape 654"/>
          <p:cNvGrpSpPr/>
          <p:nvPr/>
        </p:nvGrpSpPr>
        <p:grpSpPr>
          <a:xfrm>
            <a:off x="1105010" y="2501759"/>
            <a:ext cx="288740" cy="288740"/>
            <a:chOff x="1278900" y="2333250"/>
            <a:chExt cx="381175" cy="381175"/>
          </a:xfrm>
        </p:grpSpPr>
        <p:sp>
          <p:nvSpPr>
            <p:cNvPr id="655" name="Shape 655"/>
            <p:cNvSpPr/>
            <p:nvPr/>
          </p:nvSpPr>
          <p:spPr>
            <a:xfrm>
              <a:off x="1278900" y="2333250"/>
              <a:ext cx="381175" cy="381175"/>
            </a:xfrm>
            <a:custGeom>
              <a:pathLst>
                <a:path extrusionOk="0" fill="none" h="15247" w="15247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6" name="Shape 656"/>
            <p:cNvSpPr/>
            <p:nvPr/>
          </p:nvSpPr>
          <p:spPr>
            <a:xfrm>
              <a:off x="1525475" y="2503125"/>
              <a:ext cx="43875" cy="47525"/>
            </a:xfrm>
            <a:custGeom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7" name="Shape 657"/>
            <p:cNvSpPr/>
            <p:nvPr/>
          </p:nvSpPr>
          <p:spPr>
            <a:xfrm>
              <a:off x="1369600" y="2503125"/>
              <a:ext cx="43875" cy="47525"/>
            </a:xfrm>
            <a:custGeom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58" name="Shape 658"/>
            <p:cNvSpPr/>
            <p:nvPr/>
          </p:nvSpPr>
          <p:spPr>
            <a:xfrm>
              <a:off x="1369600" y="2604200"/>
              <a:ext cx="199750" cy="40825"/>
            </a:xfrm>
            <a:custGeom>
              <a:pathLst>
                <a:path extrusionOk="0" fill="none" h="1633" w="799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9" name="Shape 659"/>
          <p:cNvGrpSpPr/>
          <p:nvPr/>
        </p:nvGrpSpPr>
        <p:grpSpPr>
          <a:xfrm>
            <a:off x="1614182" y="2501759"/>
            <a:ext cx="288759" cy="288740"/>
            <a:chOff x="1951075" y="2333250"/>
            <a:chExt cx="381200" cy="381175"/>
          </a:xfrm>
        </p:grpSpPr>
        <p:sp>
          <p:nvSpPr>
            <p:cNvPr id="660" name="Shape 660"/>
            <p:cNvSpPr/>
            <p:nvPr/>
          </p:nvSpPr>
          <p:spPr>
            <a:xfrm>
              <a:off x="1951075" y="2333250"/>
              <a:ext cx="381200" cy="381175"/>
            </a:xfrm>
            <a:custGeom>
              <a:pathLst>
                <a:path extrusionOk="0" fill="none" h="15247" w="15248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61" name="Shape 661"/>
            <p:cNvSpPr/>
            <p:nvPr/>
          </p:nvSpPr>
          <p:spPr>
            <a:xfrm>
              <a:off x="2197675" y="2503125"/>
              <a:ext cx="43875" cy="47525"/>
            </a:xfrm>
            <a:custGeom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62" name="Shape 662"/>
            <p:cNvSpPr/>
            <p:nvPr/>
          </p:nvSpPr>
          <p:spPr>
            <a:xfrm>
              <a:off x="2041800" y="2503125"/>
              <a:ext cx="43875" cy="47525"/>
            </a:xfrm>
            <a:custGeom>
              <a:pathLst>
                <a:path extrusionOk="0" fill="none" h="1901" w="1755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63" name="Shape 663"/>
            <p:cNvSpPr/>
            <p:nvPr/>
          </p:nvSpPr>
          <p:spPr>
            <a:xfrm>
              <a:off x="2041800" y="2584100"/>
              <a:ext cx="199750" cy="41425"/>
            </a:xfrm>
            <a:custGeom>
              <a:pathLst>
                <a:path extrusionOk="0" fill="none" h="1657" w="799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Shape 664"/>
          <p:cNvGrpSpPr/>
          <p:nvPr/>
        </p:nvGrpSpPr>
        <p:grpSpPr>
          <a:xfrm>
            <a:off x="2123374" y="2501759"/>
            <a:ext cx="288740" cy="288740"/>
            <a:chOff x="2623275" y="2333250"/>
            <a:chExt cx="381175" cy="381175"/>
          </a:xfrm>
        </p:grpSpPr>
        <p:sp>
          <p:nvSpPr>
            <p:cNvPr id="665" name="Shape 665"/>
            <p:cNvSpPr/>
            <p:nvPr/>
          </p:nvSpPr>
          <p:spPr>
            <a:xfrm>
              <a:off x="2623275" y="2333250"/>
              <a:ext cx="381175" cy="381175"/>
            </a:xfrm>
            <a:custGeom>
              <a:pathLst>
                <a:path extrusionOk="0" fill="none" h="15247" w="15247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66" name="Shape 666"/>
            <p:cNvSpPr/>
            <p:nvPr/>
          </p:nvSpPr>
          <p:spPr>
            <a:xfrm>
              <a:off x="2869875" y="2503125"/>
              <a:ext cx="43875" cy="47525"/>
            </a:xfrm>
            <a:custGeom>
              <a:pathLst>
                <a:path extrusionOk="0" fill="none" h="1901" w="1755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67" name="Shape 667"/>
            <p:cNvSpPr/>
            <p:nvPr/>
          </p:nvSpPr>
          <p:spPr>
            <a:xfrm>
              <a:off x="2714000" y="2503125"/>
              <a:ext cx="43875" cy="47525"/>
            </a:xfrm>
            <a:custGeom>
              <a:pathLst>
                <a:path extrusionOk="0" fill="none" h="1901" w="1755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68" name="Shape 668"/>
            <p:cNvSpPr/>
            <p:nvPr/>
          </p:nvSpPr>
          <p:spPr>
            <a:xfrm>
              <a:off x="2810200" y="2595675"/>
              <a:ext cx="99875" cy="31075"/>
            </a:xfrm>
            <a:custGeom>
              <a:pathLst>
                <a:path extrusionOk="0" fill="none" h="1243" w="3995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9" name="Shape 669"/>
          <p:cNvGrpSpPr/>
          <p:nvPr/>
        </p:nvGrpSpPr>
        <p:grpSpPr>
          <a:xfrm>
            <a:off x="2699907" y="2451953"/>
            <a:ext cx="154057" cy="384677"/>
            <a:chOff x="3384375" y="2267500"/>
            <a:chExt cx="203375" cy="507825"/>
          </a:xfrm>
        </p:grpSpPr>
        <p:sp>
          <p:nvSpPr>
            <p:cNvPr id="670" name="Shape 670"/>
            <p:cNvSpPr/>
            <p:nvPr/>
          </p:nvSpPr>
          <p:spPr>
            <a:xfrm>
              <a:off x="3384375" y="2373425"/>
              <a:ext cx="203375" cy="401900"/>
            </a:xfrm>
            <a:custGeom>
              <a:pathLst>
                <a:path extrusionOk="0" fill="none" h="16076" w="8135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71" name="Shape 671"/>
            <p:cNvSpPr/>
            <p:nvPr/>
          </p:nvSpPr>
          <p:spPr>
            <a:xfrm>
              <a:off x="3443425" y="2267500"/>
              <a:ext cx="85275" cy="93775"/>
            </a:xfrm>
            <a:custGeom>
              <a:pathLst>
                <a:path extrusionOk="0" fill="none" h="3751" w="3411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2" name="Shape 672"/>
          <p:cNvGrpSpPr/>
          <p:nvPr/>
        </p:nvGrpSpPr>
        <p:grpSpPr>
          <a:xfrm>
            <a:off x="3732115" y="2500831"/>
            <a:ext cx="126389" cy="286903"/>
            <a:chOff x="4747025" y="2332025"/>
            <a:chExt cx="166850" cy="378750"/>
          </a:xfrm>
        </p:grpSpPr>
        <p:sp>
          <p:nvSpPr>
            <p:cNvPr id="673" name="Shape 673"/>
            <p:cNvSpPr/>
            <p:nvPr/>
          </p:nvSpPr>
          <p:spPr>
            <a:xfrm>
              <a:off x="4747025" y="2427025"/>
              <a:ext cx="166850" cy="283750"/>
            </a:xfrm>
            <a:custGeom>
              <a:pathLst>
                <a:path extrusionOk="0" fill="none" h="11350" w="6674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74" name="Shape 674"/>
            <p:cNvSpPr/>
            <p:nvPr/>
          </p:nvSpPr>
          <p:spPr>
            <a:xfrm>
              <a:off x="4792100" y="2332025"/>
              <a:ext cx="76725" cy="84050"/>
            </a:xfrm>
            <a:custGeom>
              <a:pathLst>
                <a:path extrusionOk="0" fill="none" h="3362" w="3069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Shape 675"/>
          <p:cNvGrpSpPr/>
          <p:nvPr/>
        </p:nvGrpSpPr>
        <p:grpSpPr>
          <a:xfrm>
            <a:off x="3220632" y="2453790"/>
            <a:ext cx="130991" cy="380985"/>
            <a:chOff x="4071800" y="2269925"/>
            <a:chExt cx="172925" cy="502950"/>
          </a:xfrm>
        </p:grpSpPr>
        <p:sp>
          <p:nvSpPr>
            <p:cNvPr id="676" name="Shape 676"/>
            <p:cNvSpPr/>
            <p:nvPr/>
          </p:nvSpPr>
          <p:spPr>
            <a:xfrm>
              <a:off x="4118075" y="2269925"/>
              <a:ext cx="80375" cy="91350"/>
            </a:xfrm>
            <a:custGeom>
              <a:pathLst>
                <a:path extrusionOk="0" fill="none" h="3654" w="3215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77" name="Shape 677"/>
            <p:cNvSpPr/>
            <p:nvPr/>
          </p:nvSpPr>
          <p:spPr>
            <a:xfrm>
              <a:off x="4071800" y="2372825"/>
              <a:ext cx="172925" cy="400050"/>
            </a:xfrm>
            <a:custGeom>
              <a:pathLst>
                <a:path extrusionOk="0" fill="none" h="16002" w="6917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78" name="Shape 678"/>
          <p:cNvSpPr/>
          <p:nvPr/>
        </p:nvSpPr>
        <p:spPr>
          <a:xfrm>
            <a:off x="4160229" y="2493953"/>
            <a:ext cx="288740" cy="304420"/>
          </a:xfrm>
          <a:custGeom>
            <a:pathLst>
              <a:path extrusionOk="0" fill="none" h="16075" w="15247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679" name="Shape 679"/>
          <p:cNvGrpSpPr/>
          <p:nvPr/>
        </p:nvGrpSpPr>
        <p:grpSpPr>
          <a:xfrm>
            <a:off x="4660563" y="2499449"/>
            <a:ext cx="311806" cy="293361"/>
            <a:chOff x="5972700" y="2330200"/>
            <a:chExt cx="411625" cy="387275"/>
          </a:xfrm>
        </p:grpSpPr>
        <p:sp>
          <p:nvSpPr>
            <p:cNvPr id="680" name="Shape 680"/>
            <p:cNvSpPr/>
            <p:nvPr/>
          </p:nvSpPr>
          <p:spPr>
            <a:xfrm>
              <a:off x="5972700" y="2476950"/>
              <a:ext cx="98050" cy="219825"/>
            </a:xfrm>
            <a:custGeom>
              <a:pathLst>
                <a:path extrusionOk="0" fill="none" h="8793" w="3922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81" name="Shape 681"/>
            <p:cNvSpPr/>
            <p:nvPr/>
          </p:nvSpPr>
          <p:spPr>
            <a:xfrm>
              <a:off x="6078025" y="2330200"/>
              <a:ext cx="306300" cy="387275"/>
            </a:xfrm>
            <a:custGeom>
              <a:pathLst>
                <a:path extrusionOk="0" fill="none" h="15491" w="12252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2" name="Shape 682"/>
          <p:cNvGrpSpPr/>
          <p:nvPr/>
        </p:nvGrpSpPr>
        <p:grpSpPr>
          <a:xfrm>
            <a:off x="690828" y="2975424"/>
            <a:ext cx="98721" cy="359775"/>
            <a:chOff x="732125" y="2958550"/>
            <a:chExt cx="130325" cy="474950"/>
          </a:xfrm>
        </p:grpSpPr>
        <p:sp>
          <p:nvSpPr>
            <p:cNvPr id="683" name="Shape 683"/>
            <p:cNvSpPr/>
            <p:nvPr/>
          </p:nvSpPr>
          <p:spPr>
            <a:xfrm>
              <a:off x="732125" y="2958550"/>
              <a:ext cx="130325" cy="474950"/>
            </a:xfrm>
            <a:custGeom>
              <a:pathLst>
                <a:path extrusionOk="0" fill="none" h="18998" w="5213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84" name="Shape 684"/>
            <p:cNvSpPr/>
            <p:nvPr/>
          </p:nvSpPr>
          <p:spPr>
            <a:xfrm>
              <a:off x="756475" y="3090675"/>
              <a:ext cx="81625" cy="318475"/>
            </a:xfrm>
            <a:custGeom>
              <a:pathLst>
                <a:path extrusionOk="0" fill="none" h="12739" w="3265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85" name="Shape 685"/>
            <p:cNvSpPr/>
            <p:nvPr/>
          </p:nvSpPr>
          <p:spPr>
            <a:xfrm>
              <a:off x="802750" y="3129050"/>
              <a:ext cx="13425" cy="25"/>
            </a:xfrm>
            <a:custGeom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86" name="Shape 686"/>
            <p:cNvSpPr/>
            <p:nvPr/>
          </p:nvSpPr>
          <p:spPr>
            <a:xfrm>
              <a:off x="802750" y="3162525"/>
              <a:ext cx="13425" cy="25"/>
            </a:xfrm>
            <a:custGeom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87" name="Shape 687"/>
            <p:cNvSpPr/>
            <p:nvPr/>
          </p:nvSpPr>
          <p:spPr>
            <a:xfrm>
              <a:off x="802750" y="3196025"/>
              <a:ext cx="13425" cy="25"/>
            </a:xfrm>
            <a:custGeom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88" name="Shape 688"/>
            <p:cNvSpPr/>
            <p:nvPr/>
          </p:nvSpPr>
          <p:spPr>
            <a:xfrm>
              <a:off x="802750" y="3229500"/>
              <a:ext cx="13425" cy="25"/>
            </a:xfrm>
            <a:custGeom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89" name="Shape 689"/>
            <p:cNvSpPr/>
            <p:nvPr/>
          </p:nvSpPr>
          <p:spPr>
            <a:xfrm>
              <a:off x="802750" y="3263000"/>
              <a:ext cx="13425" cy="25"/>
            </a:xfrm>
            <a:custGeom>
              <a:pathLst>
                <a:path extrusionOk="0" fill="none" h="1" w="537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90" name="Shape 690"/>
            <p:cNvSpPr/>
            <p:nvPr/>
          </p:nvSpPr>
          <p:spPr>
            <a:xfrm>
              <a:off x="802750" y="3296475"/>
              <a:ext cx="13425" cy="25"/>
            </a:xfrm>
            <a:custGeom>
              <a:pathLst>
                <a:path extrusionOk="0" fill="none" h="1" w="537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91" name="Shape 691"/>
          <p:cNvSpPr/>
          <p:nvPr/>
        </p:nvSpPr>
        <p:spPr>
          <a:xfrm>
            <a:off x="1607303" y="2961169"/>
            <a:ext cx="302583" cy="388370"/>
          </a:xfrm>
          <a:custGeom>
            <a:pathLst>
              <a:path extrusionOk="0" fill="none" h="20508" w="15978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692" name="Shape 692"/>
          <p:cNvSpPr/>
          <p:nvPr/>
        </p:nvSpPr>
        <p:spPr>
          <a:xfrm>
            <a:off x="1137302" y="2961169"/>
            <a:ext cx="224182" cy="388370"/>
          </a:xfrm>
          <a:custGeom>
            <a:pathLst>
              <a:path extrusionOk="0" fill="none" h="20508" w="11838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693" name="Shape 693"/>
          <p:cNvGrpSpPr/>
          <p:nvPr/>
        </p:nvGrpSpPr>
        <p:grpSpPr>
          <a:xfrm>
            <a:off x="2092941" y="2986957"/>
            <a:ext cx="349624" cy="331179"/>
            <a:chOff x="2583100" y="2973775"/>
            <a:chExt cx="461550" cy="437200"/>
          </a:xfrm>
        </p:grpSpPr>
        <p:sp>
          <p:nvSpPr>
            <p:cNvPr id="694" name="Shape 694"/>
            <p:cNvSpPr/>
            <p:nvPr/>
          </p:nvSpPr>
          <p:spPr>
            <a:xfrm>
              <a:off x="2701225" y="3315975"/>
              <a:ext cx="225300" cy="95000"/>
            </a:xfrm>
            <a:custGeom>
              <a:pathLst>
                <a:path extrusionOk="0" fill="none" h="3800" w="9012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95" name="Shape 695"/>
            <p:cNvSpPr/>
            <p:nvPr/>
          </p:nvSpPr>
          <p:spPr>
            <a:xfrm>
              <a:off x="2583100" y="2973775"/>
              <a:ext cx="461550" cy="336125"/>
            </a:xfrm>
            <a:custGeom>
              <a:pathLst>
                <a:path extrusionOk="0" fill="none" h="13445" w="18462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696" name="Shape 696"/>
          <p:cNvSpPr/>
          <p:nvPr/>
        </p:nvSpPr>
        <p:spPr>
          <a:xfrm>
            <a:off x="3634873" y="2994840"/>
            <a:ext cx="321028" cy="321028"/>
          </a:xfrm>
          <a:custGeom>
            <a:pathLst>
              <a:path extrusionOk="0" fill="none" h="16952" w="16952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697" name="Shape 697"/>
          <p:cNvGrpSpPr/>
          <p:nvPr/>
        </p:nvGrpSpPr>
        <p:grpSpPr>
          <a:xfrm>
            <a:off x="4111243" y="3012333"/>
            <a:ext cx="392063" cy="291505"/>
            <a:chOff x="5247525" y="3007275"/>
            <a:chExt cx="517575" cy="384825"/>
          </a:xfrm>
        </p:grpSpPr>
        <p:sp>
          <p:nvSpPr>
            <p:cNvPr id="698" name="Shape 698"/>
            <p:cNvSpPr/>
            <p:nvPr/>
          </p:nvSpPr>
          <p:spPr>
            <a:xfrm>
              <a:off x="5247525" y="3007275"/>
              <a:ext cx="348900" cy="348900"/>
            </a:xfrm>
            <a:custGeom>
              <a:pathLst>
                <a:path extrusionOk="0" fill="none" h="13956" w="13956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699" name="Shape 699"/>
            <p:cNvSpPr/>
            <p:nvPr/>
          </p:nvSpPr>
          <p:spPr>
            <a:xfrm>
              <a:off x="5566575" y="3193575"/>
              <a:ext cx="198525" cy="198525"/>
            </a:xfrm>
            <a:custGeom>
              <a:pathLst>
                <a:path extrusionOk="0" fill="none" h="7941" w="7941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0" name="Shape 700"/>
          <p:cNvGrpSpPr/>
          <p:nvPr/>
        </p:nvGrpSpPr>
        <p:grpSpPr>
          <a:xfrm>
            <a:off x="3129770" y="2995725"/>
            <a:ext cx="309022" cy="315499"/>
            <a:chOff x="3951850" y="2985350"/>
            <a:chExt cx="407950" cy="416500"/>
          </a:xfrm>
        </p:grpSpPr>
        <p:sp>
          <p:nvSpPr>
            <p:cNvPr id="701" name="Shape 701"/>
            <p:cNvSpPr/>
            <p:nvPr/>
          </p:nvSpPr>
          <p:spPr>
            <a:xfrm>
              <a:off x="3951850" y="2985350"/>
              <a:ext cx="314800" cy="314825"/>
            </a:xfrm>
            <a:custGeom>
              <a:pathLst>
                <a:path extrusionOk="0" fill="none" h="12593" w="12592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02" name="Shape 702"/>
            <p:cNvSpPr/>
            <p:nvPr/>
          </p:nvSpPr>
          <p:spPr>
            <a:xfrm>
              <a:off x="3988375" y="3021875"/>
              <a:ext cx="241750" cy="241750"/>
            </a:xfrm>
            <a:custGeom>
              <a:pathLst>
                <a:path extrusionOk="0" fill="none" h="9670" w="967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03" name="Shape 703"/>
            <p:cNvSpPr/>
            <p:nvPr/>
          </p:nvSpPr>
          <p:spPr>
            <a:xfrm>
              <a:off x="4024300" y="3058425"/>
              <a:ext cx="84650" cy="84650"/>
            </a:xfrm>
            <a:custGeom>
              <a:pathLst>
                <a:path extrusionOk="0" fill="none" h="3386" w="3386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04" name="Shape 704"/>
            <p:cNvSpPr/>
            <p:nvPr/>
          </p:nvSpPr>
          <p:spPr>
            <a:xfrm>
              <a:off x="4205750" y="3248375"/>
              <a:ext cx="154050" cy="153475"/>
            </a:xfrm>
            <a:custGeom>
              <a:pathLst>
                <a:path extrusionOk="0" fill="none" h="6139" w="6162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5" name="Shape 705"/>
          <p:cNvGrpSpPr/>
          <p:nvPr/>
        </p:nvGrpSpPr>
        <p:grpSpPr>
          <a:xfrm>
            <a:off x="567223" y="3527054"/>
            <a:ext cx="357919" cy="274897"/>
            <a:chOff x="568950" y="3686775"/>
            <a:chExt cx="472500" cy="362900"/>
          </a:xfrm>
        </p:grpSpPr>
        <p:sp>
          <p:nvSpPr>
            <p:cNvPr id="706" name="Shape 706"/>
            <p:cNvSpPr/>
            <p:nvPr/>
          </p:nvSpPr>
          <p:spPr>
            <a:xfrm>
              <a:off x="568950" y="3686775"/>
              <a:ext cx="472500" cy="362900"/>
            </a:xfrm>
            <a:custGeom>
              <a:pathLst>
                <a:path extrusionOk="0" fill="none" h="14516" w="1890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07" name="Shape 707"/>
            <p:cNvSpPr/>
            <p:nvPr/>
          </p:nvSpPr>
          <p:spPr>
            <a:xfrm>
              <a:off x="645650" y="3820725"/>
              <a:ext cx="34125" cy="34125"/>
            </a:xfrm>
            <a:custGeom>
              <a:pathLst>
                <a:path extrusionOk="0" fill="none" h="1365" w="1365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08" name="Shape 708"/>
            <p:cNvSpPr/>
            <p:nvPr/>
          </p:nvSpPr>
          <p:spPr>
            <a:xfrm>
              <a:off x="747950" y="3753750"/>
              <a:ext cx="85275" cy="12200"/>
            </a:xfrm>
            <a:custGeom>
              <a:pathLst>
                <a:path extrusionOk="0" fill="none" h="488" w="3411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709" name="Shape 709"/>
          <p:cNvSpPr/>
          <p:nvPr/>
        </p:nvSpPr>
        <p:spPr>
          <a:xfrm>
            <a:off x="4692025" y="2980088"/>
            <a:ext cx="243536" cy="350552"/>
          </a:xfrm>
          <a:custGeom>
            <a:pathLst>
              <a:path extrusionOk="0" fill="none" h="18511" w="1286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710" name="Shape 710"/>
          <p:cNvGrpSpPr/>
          <p:nvPr/>
        </p:nvGrpSpPr>
        <p:grpSpPr>
          <a:xfrm>
            <a:off x="1079179" y="3550120"/>
            <a:ext cx="340402" cy="228784"/>
            <a:chOff x="1244800" y="3717225"/>
            <a:chExt cx="449375" cy="302025"/>
          </a:xfrm>
        </p:grpSpPr>
        <p:sp>
          <p:nvSpPr>
            <p:cNvPr id="711" name="Shape 711"/>
            <p:cNvSpPr/>
            <p:nvPr/>
          </p:nvSpPr>
          <p:spPr>
            <a:xfrm>
              <a:off x="1244800" y="3717225"/>
              <a:ext cx="449375" cy="302025"/>
            </a:xfrm>
            <a:custGeom>
              <a:pathLst>
                <a:path extrusionOk="0" fill="none" h="12081" w="17975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12" name="Shape 712"/>
            <p:cNvSpPr/>
            <p:nvPr/>
          </p:nvSpPr>
          <p:spPr>
            <a:xfrm>
              <a:off x="1244800" y="3795150"/>
              <a:ext cx="449375" cy="25"/>
            </a:xfrm>
            <a:custGeom>
              <a:pathLst>
                <a:path extrusionOk="0" fill="none" h="1" w="17975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13" name="Shape 713"/>
            <p:cNvSpPr/>
            <p:nvPr/>
          </p:nvSpPr>
          <p:spPr>
            <a:xfrm>
              <a:off x="1244800" y="3853000"/>
              <a:ext cx="449375" cy="25"/>
            </a:xfrm>
            <a:custGeom>
              <a:pathLst>
                <a:path extrusionOk="0" fill="none" h="1" w="17975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14" name="Shape 714"/>
            <p:cNvSpPr/>
            <p:nvPr/>
          </p:nvSpPr>
          <p:spPr>
            <a:xfrm>
              <a:off x="1302625" y="3893800"/>
              <a:ext cx="161375" cy="25"/>
            </a:xfrm>
            <a:custGeom>
              <a:pathLst>
                <a:path extrusionOk="0" fill="none" h="1" w="6455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15" name="Shape 715"/>
            <p:cNvSpPr/>
            <p:nvPr/>
          </p:nvSpPr>
          <p:spPr>
            <a:xfrm>
              <a:off x="1302625" y="3933975"/>
              <a:ext cx="110250" cy="25"/>
            </a:xfrm>
            <a:custGeom>
              <a:pathLst>
                <a:path extrusionOk="0" fill="none" h="1" w="441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16" name="Shape 716"/>
            <p:cNvSpPr/>
            <p:nvPr/>
          </p:nvSpPr>
          <p:spPr>
            <a:xfrm>
              <a:off x="1572975" y="3899875"/>
              <a:ext cx="62125" cy="40225"/>
            </a:xfrm>
            <a:custGeom>
              <a:pathLst>
                <a:path extrusionOk="0" fill="none" h="1609" w="2485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7" name="Shape 717"/>
          <p:cNvGrpSpPr/>
          <p:nvPr/>
        </p:nvGrpSpPr>
        <p:grpSpPr>
          <a:xfrm>
            <a:off x="1592972" y="3532584"/>
            <a:ext cx="331179" cy="258762"/>
            <a:chOff x="1923075" y="3694075"/>
            <a:chExt cx="437200" cy="341600"/>
          </a:xfrm>
        </p:grpSpPr>
        <p:sp>
          <p:nvSpPr>
            <p:cNvPr id="718" name="Shape 718"/>
            <p:cNvSpPr/>
            <p:nvPr/>
          </p:nvSpPr>
          <p:spPr>
            <a:xfrm>
              <a:off x="2247600" y="3983300"/>
              <a:ext cx="52400" cy="52375"/>
            </a:xfrm>
            <a:custGeom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19" name="Shape 719"/>
            <p:cNvSpPr/>
            <p:nvPr/>
          </p:nvSpPr>
          <p:spPr>
            <a:xfrm>
              <a:off x="2035100" y="3983300"/>
              <a:ext cx="52400" cy="52375"/>
            </a:xfrm>
            <a:custGeom>
              <a:pathLst>
                <a:path extrusionOk="0" fill="none" h="2095" w="2096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0" name="Shape 720"/>
            <p:cNvSpPr/>
            <p:nvPr/>
          </p:nvSpPr>
          <p:spPr>
            <a:xfrm>
              <a:off x="1923075" y="3694075"/>
              <a:ext cx="437200" cy="280100"/>
            </a:xfrm>
            <a:custGeom>
              <a:pathLst>
                <a:path extrusionOk="0" fill="none" h="11204" w="17488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1" name="Shape 721"/>
            <p:cNvSpPr/>
            <p:nvPr/>
          </p:nvSpPr>
          <p:spPr>
            <a:xfrm>
              <a:off x="2261000" y="3781750"/>
              <a:ext cx="48725" cy="108400"/>
            </a:xfrm>
            <a:custGeom>
              <a:pathLst>
                <a:path extrusionOk="0" fill="none" h="4336" w="1949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2" name="Shape 722"/>
            <p:cNvSpPr/>
            <p:nvPr/>
          </p:nvSpPr>
          <p:spPr>
            <a:xfrm>
              <a:off x="2225675" y="3780550"/>
              <a:ext cx="32300" cy="113875"/>
            </a:xfrm>
            <a:custGeom>
              <a:pathLst>
                <a:path extrusionOk="0" fill="none" h="4555" w="1292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3" name="Shape 723"/>
            <p:cNvSpPr/>
            <p:nvPr/>
          </p:nvSpPr>
          <p:spPr>
            <a:xfrm>
              <a:off x="2190375" y="3779325"/>
              <a:ext cx="15850" cy="119350"/>
            </a:xfrm>
            <a:custGeom>
              <a:pathLst>
                <a:path extrusionOk="0" fill="none" h="4774" w="634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4" name="Shape 724"/>
            <p:cNvSpPr/>
            <p:nvPr/>
          </p:nvSpPr>
          <p:spPr>
            <a:xfrm>
              <a:off x="2154450" y="3777500"/>
              <a:ext cx="1250" cy="126050"/>
            </a:xfrm>
            <a:custGeom>
              <a:pathLst>
                <a:path extrusionOk="0" fill="none" h="5042" w="5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5" name="Shape 725"/>
            <p:cNvSpPr/>
            <p:nvPr/>
          </p:nvSpPr>
          <p:spPr>
            <a:xfrm>
              <a:off x="2103300" y="3776275"/>
              <a:ext cx="17075" cy="131550"/>
            </a:xfrm>
            <a:custGeom>
              <a:pathLst>
                <a:path extrusionOk="0" fill="none" h="5262" w="683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6" name="Shape 726"/>
            <p:cNvSpPr/>
            <p:nvPr/>
          </p:nvSpPr>
          <p:spPr>
            <a:xfrm>
              <a:off x="2051550" y="3775050"/>
              <a:ext cx="34125" cy="137025"/>
            </a:xfrm>
            <a:custGeom>
              <a:pathLst>
                <a:path extrusionOk="0" fill="none" h="5481" w="1365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7" name="Shape 727"/>
          <p:cNvGrpSpPr/>
          <p:nvPr/>
        </p:nvGrpSpPr>
        <p:grpSpPr>
          <a:xfrm>
            <a:off x="2105383" y="3528437"/>
            <a:ext cx="324721" cy="266602"/>
            <a:chOff x="2599525" y="3688600"/>
            <a:chExt cx="428675" cy="351950"/>
          </a:xfrm>
        </p:grpSpPr>
        <p:sp>
          <p:nvSpPr>
            <p:cNvPr id="728" name="Shape 728"/>
            <p:cNvSpPr/>
            <p:nvPr/>
          </p:nvSpPr>
          <p:spPr>
            <a:xfrm>
              <a:off x="2599525" y="3688600"/>
              <a:ext cx="428675" cy="168675"/>
            </a:xfrm>
            <a:custGeom>
              <a:pathLst>
                <a:path extrusionOk="0" fill="none" h="6747" w="17147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29" name="Shape 729"/>
            <p:cNvSpPr/>
            <p:nvPr/>
          </p:nvSpPr>
          <p:spPr>
            <a:xfrm>
              <a:off x="2792550" y="3862125"/>
              <a:ext cx="42650" cy="23775"/>
            </a:xfrm>
            <a:custGeom>
              <a:pathLst>
                <a:path extrusionOk="0" fill="none" h="951" w="1706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30" name="Shape 730"/>
            <p:cNvSpPr/>
            <p:nvPr/>
          </p:nvSpPr>
          <p:spPr>
            <a:xfrm>
              <a:off x="2599525" y="3852375"/>
              <a:ext cx="428675" cy="188175"/>
            </a:xfrm>
            <a:custGeom>
              <a:pathLst>
                <a:path extrusionOk="0" fill="none" h="7527" w="17147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1" name="Shape 731"/>
          <p:cNvGrpSpPr/>
          <p:nvPr/>
        </p:nvGrpSpPr>
        <p:grpSpPr>
          <a:xfrm>
            <a:off x="2630255" y="3509992"/>
            <a:ext cx="300746" cy="296580"/>
            <a:chOff x="3292425" y="3664250"/>
            <a:chExt cx="397025" cy="391525"/>
          </a:xfrm>
        </p:grpSpPr>
        <p:sp>
          <p:nvSpPr>
            <p:cNvPr id="732" name="Shape 732"/>
            <p:cNvSpPr/>
            <p:nvPr/>
          </p:nvSpPr>
          <p:spPr>
            <a:xfrm>
              <a:off x="3292425" y="3680675"/>
              <a:ext cx="375100" cy="375100"/>
            </a:xfrm>
            <a:custGeom>
              <a:pathLst>
                <a:path extrusionOk="0" fill="none" h="15004" w="15004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33" name="Shape 733"/>
            <p:cNvSpPr/>
            <p:nvPr/>
          </p:nvSpPr>
          <p:spPr>
            <a:xfrm>
              <a:off x="3504325" y="3664250"/>
              <a:ext cx="131525" cy="153450"/>
            </a:xfrm>
            <a:custGeom>
              <a:pathLst>
                <a:path extrusionOk="0" fill="none" h="6138" w="5261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34" name="Shape 734"/>
            <p:cNvSpPr/>
            <p:nvPr/>
          </p:nvSpPr>
          <p:spPr>
            <a:xfrm>
              <a:off x="3501875" y="3749500"/>
              <a:ext cx="187575" cy="96825"/>
            </a:xfrm>
            <a:custGeom>
              <a:pathLst>
                <a:path extrusionOk="0" fill="none" h="3873" w="7503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5" name="Shape 735"/>
          <p:cNvGrpSpPr/>
          <p:nvPr/>
        </p:nvGrpSpPr>
        <p:grpSpPr>
          <a:xfrm>
            <a:off x="3114998" y="3548264"/>
            <a:ext cx="333035" cy="241699"/>
            <a:chOff x="3932350" y="3714775"/>
            <a:chExt cx="439650" cy="319075"/>
          </a:xfrm>
        </p:grpSpPr>
        <p:sp>
          <p:nvSpPr>
            <p:cNvPr id="736" name="Shape 736"/>
            <p:cNvSpPr/>
            <p:nvPr/>
          </p:nvSpPr>
          <p:spPr>
            <a:xfrm>
              <a:off x="3932350" y="3714775"/>
              <a:ext cx="439650" cy="319075"/>
            </a:xfrm>
            <a:custGeom>
              <a:pathLst>
                <a:path extrusionOk="0" fill="none" h="12763" w="17586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37" name="Shape 737"/>
            <p:cNvSpPr/>
            <p:nvPr/>
          </p:nvSpPr>
          <p:spPr>
            <a:xfrm>
              <a:off x="3970100" y="3862750"/>
              <a:ext cx="77350" cy="132750"/>
            </a:xfrm>
            <a:custGeom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38" name="Shape 738"/>
            <p:cNvSpPr/>
            <p:nvPr/>
          </p:nvSpPr>
          <p:spPr>
            <a:xfrm>
              <a:off x="4278800" y="3862750"/>
              <a:ext cx="77350" cy="132750"/>
            </a:xfrm>
            <a:custGeom>
              <a:pathLst>
                <a:path extrusionOk="0" fill="none" h="5310" w="3094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39" name="Shape 739"/>
            <p:cNvSpPr/>
            <p:nvPr/>
          </p:nvSpPr>
          <p:spPr>
            <a:xfrm>
              <a:off x="4073000" y="3716600"/>
              <a:ext cx="77350" cy="278900"/>
            </a:xfrm>
            <a:custGeom>
              <a:pathLst>
                <a:path extrusionOk="0" fill="none" h="11156" w="3094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40" name="Shape 740"/>
            <p:cNvSpPr/>
            <p:nvPr/>
          </p:nvSpPr>
          <p:spPr>
            <a:xfrm>
              <a:off x="4175900" y="3787250"/>
              <a:ext cx="77350" cy="208250"/>
            </a:xfrm>
            <a:custGeom>
              <a:pathLst>
                <a:path extrusionOk="0" fill="none" h="8330" w="3094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1" name="Shape 741"/>
          <p:cNvGrpSpPr/>
          <p:nvPr/>
        </p:nvGrpSpPr>
        <p:grpSpPr>
          <a:xfrm>
            <a:off x="3624190" y="3548264"/>
            <a:ext cx="333016" cy="241699"/>
            <a:chOff x="4604550" y="3714775"/>
            <a:chExt cx="439625" cy="319075"/>
          </a:xfrm>
        </p:grpSpPr>
        <p:sp>
          <p:nvSpPr>
            <p:cNvPr id="742" name="Shape 742"/>
            <p:cNvSpPr/>
            <p:nvPr/>
          </p:nvSpPr>
          <p:spPr>
            <a:xfrm>
              <a:off x="4604550" y="3714775"/>
              <a:ext cx="439625" cy="319075"/>
            </a:xfrm>
            <a:custGeom>
              <a:pathLst>
                <a:path extrusionOk="0" fill="none" h="12763" w="17585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43" name="Shape 743"/>
            <p:cNvSpPr/>
            <p:nvPr/>
          </p:nvSpPr>
          <p:spPr>
            <a:xfrm>
              <a:off x="4647175" y="3761675"/>
              <a:ext cx="354400" cy="213725"/>
            </a:xfrm>
            <a:custGeom>
              <a:pathLst>
                <a:path extrusionOk="0" fill="none" h="8549" w="14176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4" name="Shape 744"/>
          <p:cNvGrpSpPr/>
          <p:nvPr/>
        </p:nvGrpSpPr>
        <p:grpSpPr>
          <a:xfrm>
            <a:off x="4145369" y="3523361"/>
            <a:ext cx="318264" cy="282756"/>
            <a:chOff x="5292575" y="3681900"/>
            <a:chExt cx="420150" cy="373275"/>
          </a:xfrm>
        </p:grpSpPr>
        <p:sp>
          <p:nvSpPr>
            <p:cNvPr id="745" name="Shape 745"/>
            <p:cNvSpPr/>
            <p:nvPr/>
          </p:nvSpPr>
          <p:spPr>
            <a:xfrm>
              <a:off x="5292575" y="3706875"/>
              <a:ext cx="420150" cy="266700"/>
            </a:xfrm>
            <a:custGeom>
              <a:pathLst>
                <a:path extrusionOk="0" fill="none" h="10668" w="16806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46" name="Shape 746"/>
            <p:cNvSpPr/>
            <p:nvPr/>
          </p:nvSpPr>
          <p:spPr>
            <a:xfrm>
              <a:off x="5490475" y="3681900"/>
              <a:ext cx="24375" cy="25000"/>
            </a:xfrm>
            <a:custGeom>
              <a:pathLst>
                <a:path extrusionOk="0" fill="none" h="1000" w="975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47" name="Shape 747"/>
            <p:cNvSpPr/>
            <p:nvPr/>
          </p:nvSpPr>
          <p:spPr>
            <a:xfrm>
              <a:off x="5358350" y="3973550"/>
              <a:ext cx="60900" cy="81625"/>
            </a:xfrm>
            <a:custGeom>
              <a:pathLst>
                <a:path extrusionOk="0" fill="none" h="3265" w="2436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48" name="Shape 748"/>
            <p:cNvSpPr/>
            <p:nvPr/>
          </p:nvSpPr>
          <p:spPr>
            <a:xfrm>
              <a:off x="5586050" y="3973550"/>
              <a:ext cx="60925" cy="81625"/>
            </a:xfrm>
            <a:custGeom>
              <a:pathLst>
                <a:path extrusionOk="0" fill="none" h="3265" w="2437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49" name="Shape 749"/>
            <p:cNvSpPr/>
            <p:nvPr/>
          </p:nvSpPr>
          <p:spPr>
            <a:xfrm>
              <a:off x="5316925" y="3731225"/>
              <a:ext cx="371450" cy="218000"/>
            </a:xfrm>
            <a:custGeom>
              <a:pathLst>
                <a:path extrusionOk="0" fill="none" h="8720" w="14858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0" name="Shape 750"/>
            <p:cNvSpPr/>
            <p:nvPr/>
          </p:nvSpPr>
          <p:spPr>
            <a:xfrm>
              <a:off x="5380250" y="3784800"/>
              <a:ext cx="230200" cy="115725"/>
            </a:xfrm>
            <a:custGeom>
              <a:pathLst>
                <a:path extrusionOk="0" fill="none" h="4629" w="9208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1" name="Shape 751"/>
            <p:cNvSpPr/>
            <p:nvPr/>
          </p:nvSpPr>
          <p:spPr>
            <a:xfrm>
              <a:off x="5547700" y="3779925"/>
              <a:ext cx="68825" cy="68825"/>
            </a:xfrm>
            <a:custGeom>
              <a:pathLst>
                <a:path extrusionOk="0" fill="none" h="2753" w="2753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2" name="Shape 752"/>
          <p:cNvGrpSpPr/>
          <p:nvPr/>
        </p:nvGrpSpPr>
        <p:grpSpPr>
          <a:xfrm>
            <a:off x="4636570" y="3487380"/>
            <a:ext cx="354245" cy="354245"/>
            <a:chOff x="5941025" y="3634400"/>
            <a:chExt cx="467650" cy="467650"/>
          </a:xfrm>
        </p:grpSpPr>
        <p:sp>
          <p:nvSpPr>
            <p:cNvPr id="753" name="Shape 753"/>
            <p:cNvSpPr/>
            <p:nvPr/>
          </p:nvSpPr>
          <p:spPr>
            <a:xfrm>
              <a:off x="5941025" y="3634400"/>
              <a:ext cx="467650" cy="467650"/>
            </a:xfrm>
            <a:custGeom>
              <a:pathLst>
                <a:path extrusionOk="0" fill="none" h="18706" w="18706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4" name="Shape 754"/>
            <p:cNvSpPr/>
            <p:nvPr/>
          </p:nvSpPr>
          <p:spPr>
            <a:xfrm>
              <a:off x="6211975" y="3753150"/>
              <a:ext cx="19525" cy="18900"/>
            </a:xfrm>
            <a:custGeom>
              <a:pathLst>
                <a:path extrusionOk="0" fill="none" h="756" w="781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5" name="Shape 755"/>
            <p:cNvSpPr/>
            <p:nvPr/>
          </p:nvSpPr>
          <p:spPr>
            <a:xfrm>
              <a:off x="5943475" y="3695900"/>
              <a:ext cx="177800" cy="351350"/>
            </a:xfrm>
            <a:custGeom>
              <a:pathLst>
                <a:path extrusionOk="0" fill="none" h="14054" w="7112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6" name="Shape 756"/>
            <p:cNvSpPr/>
            <p:nvPr/>
          </p:nvSpPr>
          <p:spPr>
            <a:xfrm>
              <a:off x="6128575" y="3695900"/>
              <a:ext cx="86475" cy="47525"/>
            </a:xfrm>
            <a:custGeom>
              <a:pathLst>
                <a:path extrusionOk="0" fill="none" h="1901" w="3459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7" name="Shape 757"/>
            <p:cNvSpPr/>
            <p:nvPr/>
          </p:nvSpPr>
          <p:spPr>
            <a:xfrm>
              <a:off x="6357500" y="3940075"/>
              <a:ext cx="18900" cy="34725"/>
            </a:xfrm>
            <a:custGeom>
              <a:pathLst>
                <a:path extrusionOk="0" fill="none" h="1389" w="756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58" name="Shape 758"/>
            <p:cNvSpPr/>
            <p:nvPr/>
          </p:nvSpPr>
          <p:spPr>
            <a:xfrm>
              <a:off x="6202850" y="3720875"/>
              <a:ext cx="204000" cy="278875"/>
            </a:xfrm>
            <a:custGeom>
              <a:pathLst>
                <a:path extrusionOk="0" fill="none" h="11155" w="816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9" name="Shape 759"/>
          <p:cNvGrpSpPr/>
          <p:nvPr/>
        </p:nvGrpSpPr>
        <p:grpSpPr>
          <a:xfrm>
            <a:off x="5168372" y="3509992"/>
            <a:ext cx="309022" cy="309041"/>
            <a:chOff x="6643075" y="3664250"/>
            <a:chExt cx="407950" cy="407975"/>
          </a:xfrm>
        </p:grpSpPr>
        <p:sp>
          <p:nvSpPr>
            <p:cNvPr id="760" name="Shape 760"/>
            <p:cNvSpPr/>
            <p:nvPr/>
          </p:nvSpPr>
          <p:spPr>
            <a:xfrm>
              <a:off x="6794075" y="3815250"/>
              <a:ext cx="211300" cy="211300"/>
            </a:xfrm>
            <a:custGeom>
              <a:pathLst>
                <a:path extrusionOk="0" fill="none" h="8452" w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61" name="Shape 761"/>
            <p:cNvSpPr/>
            <p:nvPr/>
          </p:nvSpPr>
          <p:spPr>
            <a:xfrm>
              <a:off x="6643075" y="3664250"/>
              <a:ext cx="407950" cy="407975"/>
            </a:xfrm>
            <a:custGeom>
              <a:pathLst>
                <a:path extrusionOk="0" fill="none" h="16319" w="16318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2" name="Shape 762"/>
          <p:cNvGrpSpPr/>
          <p:nvPr/>
        </p:nvGrpSpPr>
        <p:grpSpPr>
          <a:xfrm>
            <a:off x="572753" y="4006268"/>
            <a:ext cx="334872" cy="334853"/>
            <a:chOff x="576250" y="4319400"/>
            <a:chExt cx="442075" cy="442050"/>
          </a:xfrm>
        </p:grpSpPr>
        <p:sp>
          <p:nvSpPr>
            <p:cNvPr id="763" name="Shape 763"/>
            <p:cNvSpPr/>
            <p:nvPr/>
          </p:nvSpPr>
          <p:spPr>
            <a:xfrm>
              <a:off x="576250" y="4319400"/>
              <a:ext cx="442075" cy="442050"/>
            </a:xfrm>
            <a:custGeom>
              <a:pathLst>
                <a:path extrusionOk="0" fill="none" h="17682" w="17683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64" name="Shape 764"/>
            <p:cNvSpPr/>
            <p:nvPr/>
          </p:nvSpPr>
          <p:spPr>
            <a:xfrm>
              <a:off x="595725" y="4668875"/>
              <a:ext cx="73100" cy="73100"/>
            </a:xfrm>
            <a:custGeom>
              <a:pathLst>
                <a:path extrusionOk="0" fill="none" h="2924" w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65" name="Shape 765"/>
            <p:cNvSpPr/>
            <p:nvPr/>
          </p:nvSpPr>
          <p:spPr>
            <a:xfrm>
              <a:off x="652350" y="4711500"/>
              <a:ext cx="46925" cy="46925"/>
            </a:xfrm>
            <a:custGeom>
              <a:pathLst>
                <a:path extrusionOk="0" fill="none" h="1877" w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66" name="Shape 766"/>
            <p:cNvSpPr/>
            <p:nvPr/>
          </p:nvSpPr>
          <p:spPr>
            <a:xfrm>
              <a:off x="579300" y="4638450"/>
              <a:ext cx="46900" cy="46900"/>
            </a:xfrm>
            <a:custGeom>
              <a:pathLst>
                <a:path extrusionOk="0" fill="none" h="1876" w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767" name="Shape 767"/>
          <p:cNvSpPr/>
          <p:nvPr/>
        </p:nvSpPr>
        <p:spPr>
          <a:xfrm>
            <a:off x="1068121" y="4071363"/>
            <a:ext cx="362540" cy="204790"/>
          </a:xfrm>
          <a:custGeom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68" name="Shape 768"/>
          <p:cNvSpPr/>
          <p:nvPr/>
        </p:nvSpPr>
        <p:spPr>
          <a:xfrm>
            <a:off x="3132601" y="4020155"/>
            <a:ext cx="307185" cy="307204"/>
          </a:xfrm>
          <a:custGeom>
            <a:pathLst>
              <a:path extrusionOk="0" fill="none" h="16222" w="16221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69" name="Shape 769"/>
          <p:cNvSpPr/>
          <p:nvPr/>
        </p:nvSpPr>
        <p:spPr>
          <a:xfrm>
            <a:off x="2623398" y="4039528"/>
            <a:ext cx="307185" cy="268458"/>
          </a:xfrm>
          <a:custGeom>
            <a:pathLst>
              <a:path extrusionOk="0" fill="none" h="14176" w="16221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770" name="Shape 770"/>
          <p:cNvSpPr/>
          <p:nvPr/>
        </p:nvSpPr>
        <p:spPr>
          <a:xfrm>
            <a:off x="3640421" y="4018773"/>
            <a:ext cx="309950" cy="309969"/>
          </a:xfrm>
          <a:custGeom>
            <a:pathLst>
              <a:path extrusionOk="0" fill="none" h="16368" w="16367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cap="rnd" cmpd="sng" w="12175">
            <a:solidFill>
              <a:srgbClr val="FF9800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grpSp>
        <p:nvGrpSpPr>
          <p:cNvPr id="771" name="Shape 771"/>
          <p:cNvGrpSpPr/>
          <p:nvPr/>
        </p:nvGrpSpPr>
        <p:grpSpPr>
          <a:xfrm>
            <a:off x="4126924" y="4023330"/>
            <a:ext cx="355154" cy="293361"/>
            <a:chOff x="5268225" y="4341925"/>
            <a:chExt cx="468850" cy="387275"/>
          </a:xfrm>
        </p:grpSpPr>
        <p:sp>
          <p:nvSpPr>
            <p:cNvPr id="772" name="Shape 772"/>
            <p:cNvSpPr/>
            <p:nvPr/>
          </p:nvSpPr>
          <p:spPr>
            <a:xfrm>
              <a:off x="5652425" y="4676800"/>
              <a:ext cx="65775" cy="52400"/>
            </a:xfrm>
            <a:custGeom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3" name="Shape 773"/>
            <p:cNvSpPr/>
            <p:nvPr/>
          </p:nvSpPr>
          <p:spPr>
            <a:xfrm>
              <a:off x="5287100" y="4676800"/>
              <a:ext cx="65775" cy="52400"/>
            </a:xfrm>
            <a:custGeom>
              <a:pathLst>
                <a:path extrusionOk="0" fill="none" h="2096" w="2631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4" name="Shape 774"/>
            <p:cNvSpPr/>
            <p:nvPr/>
          </p:nvSpPr>
          <p:spPr>
            <a:xfrm>
              <a:off x="5268225" y="4341925"/>
              <a:ext cx="468850" cy="333075"/>
            </a:xfrm>
            <a:custGeom>
              <a:pathLst>
                <a:path extrusionOk="0" fill="none" h="13323" w="18754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5" name="Shape 775"/>
            <p:cNvSpPr/>
            <p:nvPr/>
          </p:nvSpPr>
          <p:spPr>
            <a:xfrm>
              <a:off x="5351025" y="4375400"/>
              <a:ext cx="303250" cy="149825"/>
            </a:xfrm>
            <a:custGeom>
              <a:pathLst>
                <a:path extrusionOk="0" fill="none" h="5993" w="1213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6" name="Shape 776"/>
            <p:cNvSpPr/>
            <p:nvPr/>
          </p:nvSpPr>
          <p:spPr>
            <a:xfrm>
              <a:off x="5326675" y="4569025"/>
              <a:ext cx="81000" cy="65175"/>
            </a:xfrm>
            <a:custGeom>
              <a:pathLst>
                <a:path extrusionOk="0" fill="none" h="2607" w="324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7" name="Shape 777"/>
            <p:cNvSpPr/>
            <p:nvPr/>
          </p:nvSpPr>
          <p:spPr>
            <a:xfrm>
              <a:off x="5447225" y="4615925"/>
              <a:ext cx="110850" cy="25"/>
            </a:xfrm>
            <a:custGeom>
              <a:pathLst>
                <a:path extrusionOk="0" fill="none" h="1" w="4434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8" name="Shape 778"/>
            <p:cNvSpPr/>
            <p:nvPr/>
          </p:nvSpPr>
          <p:spPr>
            <a:xfrm>
              <a:off x="5439925" y="4589125"/>
              <a:ext cx="125450" cy="25"/>
            </a:xfrm>
            <a:custGeom>
              <a:pathLst>
                <a:path extrusionOk="0" fill="none" h="1" w="5018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79" name="Shape 779"/>
            <p:cNvSpPr/>
            <p:nvPr/>
          </p:nvSpPr>
          <p:spPr>
            <a:xfrm>
              <a:off x="5597625" y="4569025"/>
              <a:ext cx="81000" cy="65175"/>
            </a:xfrm>
            <a:custGeom>
              <a:pathLst>
                <a:path extrusionOk="0" fill="none" h="2607" w="324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0" name="Shape 780"/>
          <p:cNvGrpSpPr/>
          <p:nvPr/>
        </p:nvGrpSpPr>
        <p:grpSpPr>
          <a:xfrm>
            <a:off x="4654106" y="4014108"/>
            <a:ext cx="319173" cy="319173"/>
            <a:chOff x="5964175" y="4329750"/>
            <a:chExt cx="421350" cy="421350"/>
          </a:xfrm>
        </p:grpSpPr>
        <p:sp>
          <p:nvSpPr>
            <p:cNvPr id="781" name="Shape 781"/>
            <p:cNvSpPr/>
            <p:nvPr/>
          </p:nvSpPr>
          <p:spPr>
            <a:xfrm>
              <a:off x="5964175" y="4329750"/>
              <a:ext cx="421350" cy="421350"/>
            </a:xfrm>
            <a:custGeom>
              <a:pathLst>
                <a:path extrusionOk="0" fill="none" h="16854" w="16854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82" name="Shape 782"/>
            <p:cNvSpPr/>
            <p:nvPr/>
          </p:nvSpPr>
          <p:spPr>
            <a:xfrm>
              <a:off x="6322800" y="4360800"/>
              <a:ext cx="31675" cy="30475"/>
            </a:xfrm>
            <a:custGeom>
              <a:pathLst>
                <a:path extrusionOk="0" fill="none" h="1219" w="1267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3" name="Shape 783"/>
          <p:cNvGrpSpPr/>
          <p:nvPr/>
        </p:nvGrpSpPr>
        <p:grpSpPr>
          <a:xfrm>
            <a:off x="1081471" y="4523299"/>
            <a:ext cx="335800" cy="324721"/>
            <a:chOff x="1247825" y="5001950"/>
            <a:chExt cx="443300" cy="428675"/>
          </a:xfrm>
        </p:grpSpPr>
        <p:sp>
          <p:nvSpPr>
            <p:cNvPr id="784" name="Shape 784"/>
            <p:cNvSpPr/>
            <p:nvPr/>
          </p:nvSpPr>
          <p:spPr>
            <a:xfrm>
              <a:off x="1247825" y="5168175"/>
              <a:ext cx="373875" cy="221650"/>
            </a:xfrm>
            <a:custGeom>
              <a:pathLst>
                <a:path extrusionOk="0" fill="none" h="8866" w="14955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85" name="Shape 785"/>
            <p:cNvSpPr/>
            <p:nvPr/>
          </p:nvSpPr>
          <p:spPr>
            <a:xfrm>
              <a:off x="1275850" y="5209575"/>
              <a:ext cx="60900" cy="87075"/>
            </a:xfrm>
            <a:custGeom>
              <a:pathLst>
                <a:path extrusionOk="0" fill="none" h="3483" w="2436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86" name="Shape 786"/>
            <p:cNvSpPr/>
            <p:nvPr/>
          </p:nvSpPr>
          <p:spPr>
            <a:xfrm>
              <a:off x="1247825" y="5391625"/>
              <a:ext cx="443300" cy="39000"/>
            </a:xfrm>
            <a:custGeom>
              <a:pathLst>
                <a:path extrusionOk="0" fill="none" h="1560" w="17732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87" name="Shape 787"/>
            <p:cNvSpPr/>
            <p:nvPr/>
          </p:nvSpPr>
          <p:spPr>
            <a:xfrm>
              <a:off x="1454850" y="5001950"/>
              <a:ext cx="17075" cy="114475"/>
            </a:xfrm>
            <a:custGeom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88" name="Shape 788"/>
            <p:cNvSpPr/>
            <p:nvPr/>
          </p:nvSpPr>
          <p:spPr>
            <a:xfrm>
              <a:off x="1411025" y="5001950"/>
              <a:ext cx="17075" cy="114475"/>
            </a:xfrm>
            <a:custGeom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89" name="Shape 789"/>
            <p:cNvSpPr/>
            <p:nvPr/>
          </p:nvSpPr>
          <p:spPr>
            <a:xfrm>
              <a:off x="1498700" y="5001950"/>
              <a:ext cx="16450" cy="114475"/>
            </a:xfrm>
            <a:custGeom>
              <a:pathLst>
                <a:path extrusionOk="0" fill="none" h="4579" w="658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Shape 790"/>
          <p:cNvGrpSpPr/>
          <p:nvPr/>
        </p:nvGrpSpPr>
        <p:grpSpPr>
          <a:xfrm>
            <a:off x="1620640" y="4507146"/>
            <a:ext cx="275844" cy="351480"/>
            <a:chOff x="1959600" y="4980625"/>
            <a:chExt cx="364150" cy="464000"/>
          </a:xfrm>
        </p:grpSpPr>
        <p:sp>
          <p:nvSpPr>
            <p:cNvPr id="791" name="Shape 791"/>
            <p:cNvSpPr/>
            <p:nvPr/>
          </p:nvSpPr>
          <p:spPr>
            <a:xfrm>
              <a:off x="1959600" y="4980625"/>
              <a:ext cx="364150" cy="239325"/>
            </a:xfrm>
            <a:custGeom>
              <a:pathLst>
                <a:path extrusionOk="0" fill="none" h="9573" w="14566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92" name="Shape 792"/>
            <p:cNvSpPr/>
            <p:nvPr/>
          </p:nvSpPr>
          <p:spPr>
            <a:xfrm>
              <a:off x="2053375" y="5121275"/>
              <a:ext cx="176600" cy="25"/>
            </a:xfrm>
            <a:custGeom>
              <a:pathLst>
                <a:path extrusionOk="0" fill="none" h="1" w="7064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93" name="Shape 793"/>
            <p:cNvSpPr/>
            <p:nvPr/>
          </p:nvSpPr>
          <p:spPr>
            <a:xfrm>
              <a:off x="2104525" y="5121275"/>
              <a:ext cx="74300" cy="323350"/>
            </a:xfrm>
            <a:custGeom>
              <a:pathLst>
                <a:path extrusionOk="0" fill="none" h="12934" w="2972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94" name="Shape 794"/>
            <p:cNvSpPr/>
            <p:nvPr/>
          </p:nvSpPr>
          <p:spPr>
            <a:xfrm>
              <a:off x="2166625" y="5023850"/>
              <a:ext cx="85275" cy="85275"/>
            </a:xfrm>
            <a:custGeom>
              <a:pathLst>
                <a:path extrusionOk="0" fill="none" h="3411" w="3411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95" name="Shape 795"/>
            <p:cNvSpPr/>
            <p:nvPr/>
          </p:nvSpPr>
          <p:spPr>
            <a:xfrm>
              <a:off x="2031450" y="5023850"/>
              <a:ext cx="85275" cy="85275"/>
            </a:xfrm>
            <a:custGeom>
              <a:pathLst>
                <a:path extrusionOk="0" fill="none" h="3411" w="3411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96" name="Shape 796"/>
            <p:cNvSpPr/>
            <p:nvPr/>
          </p:nvSpPr>
          <p:spPr>
            <a:xfrm>
              <a:off x="1979100" y="5219925"/>
              <a:ext cx="125450" cy="224700"/>
            </a:xfrm>
            <a:custGeom>
              <a:pathLst>
                <a:path extrusionOk="0" fill="none" h="8988" w="5018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797" name="Shape 797"/>
            <p:cNvSpPr/>
            <p:nvPr/>
          </p:nvSpPr>
          <p:spPr>
            <a:xfrm>
              <a:off x="2178800" y="5219925"/>
              <a:ext cx="125450" cy="224700"/>
            </a:xfrm>
            <a:custGeom>
              <a:pathLst>
                <a:path extrusionOk="0" fill="none" h="8988" w="5018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8" name="Shape 798"/>
          <p:cNvGrpSpPr/>
          <p:nvPr/>
        </p:nvGrpSpPr>
        <p:grpSpPr>
          <a:xfrm>
            <a:off x="2109550" y="4520534"/>
            <a:ext cx="316408" cy="325176"/>
            <a:chOff x="2605025" y="4998300"/>
            <a:chExt cx="417700" cy="429275"/>
          </a:xfrm>
        </p:grpSpPr>
        <p:sp>
          <p:nvSpPr>
            <p:cNvPr id="799" name="Shape 799"/>
            <p:cNvSpPr/>
            <p:nvPr/>
          </p:nvSpPr>
          <p:spPr>
            <a:xfrm>
              <a:off x="2819350" y="5216875"/>
              <a:ext cx="202150" cy="210700"/>
            </a:xfrm>
            <a:custGeom>
              <a:pathLst>
                <a:path extrusionOk="0" fill="none" h="8428" w="8086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0" name="Shape 800"/>
            <p:cNvSpPr/>
            <p:nvPr/>
          </p:nvSpPr>
          <p:spPr>
            <a:xfrm>
              <a:off x="2606225" y="4998300"/>
              <a:ext cx="203400" cy="207650"/>
            </a:xfrm>
            <a:custGeom>
              <a:pathLst>
                <a:path extrusionOk="0" fill="none" h="8306" w="8136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1" name="Shape 801"/>
            <p:cNvSpPr/>
            <p:nvPr/>
          </p:nvSpPr>
          <p:spPr>
            <a:xfrm>
              <a:off x="2605025" y="5003775"/>
              <a:ext cx="417700" cy="417700"/>
            </a:xfrm>
            <a:custGeom>
              <a:pathLst>
                <a:path extrusionOk="0" fill="none" h="16708" w="16708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Shape 802"/>
          <p:cNvGrpSpPr/>
          <p:nvPr/>
        </p:nvGrpSpPr>
        <p:grpSpPr>
          <a:xfrm>
            <a:off x="2587835" y="4523299"/>
            <a:ext cx="378220" cy="315025"/>
            <a:chOff x="3236425" y="5001950"/>
            <a:chExt cx="499300" cy="415875"/>
          </a:xfrm>
        </p:grpSpPr>
        <p:sp>
          <p:nvSpPr>
            <p:cNvPr id="803" name="Shape 803"/>
            <p:cNvSpPr/>
            <p:nvPr/>
          </p:nvSpPr>
          <p:spPr>
            <a:xfrm>
              <a:off x="3236425" y="5309425"/>
              <a:ext cx="499300" cy="108400"/>
            </a:xfrm>
            <a:custGeom>
              <a:pathLst>
                <a:path extrusionOk="0" fill="none" h="4336" w="19972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4" name="Shape 804"/>
            <p:cNvSpPr/>
            <p:nvPr/>
          </p:nvSpPr>
          <p:spPr>
            <a:xfrm>
              <a:off x="3294875" y="5330725"/>
              <a:ext cx="382400" cy="25"/>
            </a:xfrm>
            <a:custGeom>
              <a:pathLst>
                <a:path extrusionOk="0" fill="none" h="1" w="15296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5" name="Shape 805"/>
            <p:cNvSpPr/>
            <p:nvPr/>
          </p:nvSpPr>
          <p:spPr>
            <a:xfrm>
              <a:off x="3280250" y="5162675"/>
              <a:ext cx="411625" cy="140075"/>
            </a:xfrm>
            <a:custGeom>
              <a:pathLst>
                <a:path extrusionOk="0" fill="none" h="5603" w="16465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6" name="Shape 806"/>
            <p:cNvSpPr/>
            <p:nvPr/>
          </p:nvSpPr>
          <p:spPr>
            <a:xfrm>
              <a:off x="3471450" y="5001950"/>
              <a:ext cx="17075" cy="114475"/>
            </a:xfrm>
            <a:custGeom>
              <a:pathLst>
                <a:path extrusionOk="0" fill="none" h="4579" w="683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7" name="Shape 807"/>
            <p:cNvSpPr/>
            <p:nvPr/>
          </p:nvSpPr>
          <p:spPr>
            <a:xfrm>
              <a:off x="3427600" y="5001950"/>
              <a:ext cx="17075" cy="114475"/>
            </a:xfrm>
            <a:custGeom>
              <a:pathLst>
                <a:path extrusionOk="0" fill="none" h="4579" w="683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08" name="Shape 808"/>
            <p:cNvSpPr/>
            <p:nvPr/>
          </p:nvSpPr>
          <p:spPr>
            <a:xfrm>
              <a:off x="3515275" y="5001950"/>
              <a:ext cx="16475" cy="114475"/>
            </a:xfrm>
            <a:custGeom>
              <a:pathLst>
                <a:path extrusionOk="0" fill="none" h="4579" w="659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9" name="Shape 809"/>
          <p:cNvGrpSpPr/>
          <p:nvPr/>
        </p:nvGrpSpPr>
        <p:grpSpPr>
          <a:xfrm>
            <a:off x="3142211" y="4507146"/>
            <a:ext cx="287831" cy="342712"/>
            <a:chOff x="3968275" y="4980625"/>
            <a:chExt cx="379975" cy="452425"/>
          </a:xfrm>
        </p:grpSpPr>
        <p:sp>
          <p:nvSpPr>
            <p:cNvPr id="810" name="Shape 810"/>
            <p:cNvSpPr/>
            <p:nvPr/>
          </p:nvSpPr>
          <p:spPr>
            <a:xfrm>
              <a:off x="4168000" y="4980625"/>
              <a:ext cx="85875" cy="102325"/>
            </a:xfrm>
            <a:custGeom>
              <a:pathLst>
                <a:path extrusionOk="0" fill="none" h="4093" w="3435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11" name="Shape 811"/>
            <p:cNvSpPr/>
            <p:nvPr/>
          </p:nvSpPr>
          <p:spPr>
            <a:xfrm>
              <a:off x="3968275" y="5043350"/>
              <a:ext cx="379975" cy="389700"/>
            </a:xfrm>
            <a:custGeom>
              <a:pathLst>
                <a:path extrusionOk="0" fill="none" h="15588" w="15199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12" name="Shape 812"/>
            <p:cNvSpPr/>
            <p:nvPr/>
          </p:nvSpPr>
          <p:spPr>
            <a:xfrm>
              <a:off x="4031000" y="5150500"/>
              <a:ext cx="54200" cy="61525"/>
            </a:xfrm>
            <a:custGeom>
              <a:pathLst>
                <a:path extrusionOk="0" fill="none" h="2461" w="2168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3" name="Shape 813"/>
          <p:cNvGrpSpPr/>
          <p:nvPr/>
        </p:nvGrpSpPr>
        <p:grpSpPr>
          <a:xfrm>
            <a:off x="4634259" y="4583710"/>
            <a:ext cx="364395" cy="198351"/>
            <a:chOff x="5937975" y="5081700"/>
            <a:chExt cx="481050" cy="261850"/>
          </a:xfrm>
        </p:grpSpPr>
        <p:sp>
          <p:nvSpPr>
            <p:cNvPr id="814" name="Shape 814"/>
            <p:cNvSpPr/>
            <p:nvPr/>
          </p:nvSpPr>
          <p:spPr>
            <a:xfrm>
              <a:off x="6104200" y="5081700"/>
              <a:ext cx="314825" cy="215575"/>
            </a:xfrm>
            <a:custGeom>
              <a:pathLst>
                <a:path extrusionOk="0" fill="none" h="8623" w="12593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15" name="Shape 815"/>
            <p:cNvSpPr/>
            <p:nvPr/>
          </p:nvSpPr>
          <p:spPr>
            <a:xfrm>
              <a:off x="5937975" y="5210175"/>
              <a:ext cx="333700" cy="133375"/>
            </a:xfrm>
            <a:custGeom>
              <a:pathLst>
                <a:path extrusionOk="0" fill="none" h="5335" w="13348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16" name="Shape 816"/>
            <p:cNvSpPr/>
            <p:nvPr/>
          </p:nvSpPr>
          <p:spPr>
            <a:xfrm>
              <a:off x="6352025" y="5109100"/>
              <a:ext cx="19500" cy="18900"/>
            </a:xfrm>
            <a:custGeom>
              <a:pathLst>
                <a:path extrusionOk="0" h="756" w="78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cap="flat" cmpd="sng" w="952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Shape 817"/>
          <p:cNvGrpSpPr/>
          <p:nvPr/>
        </p:nvGrpSpPr>
        <p:grpSpPr>
          <a:xfrm>
            <a:off x="5191419" y="4545437"/>
            <a:ext cx="261527" cy="300728"/>
            <a:chOff x="6673500" y="5031175"/>
            <a:chExt cx="345250" cy="397000"/>
          </a:xfrm>
        </p:grpSpPr>
        <p:sp>
          <p:nvSpPr>
            <p:cNvPr id="818" name="Shape 818"/>
            <p:cNvSpPr/>
            <p:nvPr/>
          </p:nvSpPr>
          <p:spPr>
            <a:xfrm>
              <a:off x="6731950" y="5031175"/>
              <a:ext cx="105375" cy="147375"/>
            </a:xfrm>
            <a:custGeom>
              <a:pathLst>
                <a:path extrusionOk="0" fill="none" h="5895" w="4215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19" name="Shape 819"/>
            <p:cNvSpPr/>
            <p:nvPr/>
          </p:nvSpPr>
          <p:spPr>
            <a:xfrm>
              <a:off x="6673500" y="5146850"/>
              <a:ext cx="84050" cy="116925"/>
            </a:xfrm>
            <a:custGeom>
              <a:pathLst>
                <a:path extrusionOk="0" fill="none" h="4677" w="3362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0" name="Shape 820"/>
            <p:cNvSpPr/>
            <p:nvPr/>
          </p:nvSpPr>
          <p:spPr>
            <a:xfrm>
              <a:off x="6859225" y="5033600"/>
              <a:ext cx="105350" cy="144950"/>
            </a:xfrm>
            <a:custGeom>
              <a:pathLst>
                <a:path extrusionOk="0" fill="none" h="5798" w="4214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1" name="Shape 821"/>
            <p:cNvSpPr/>
            <p:nvPr/>
          </p:nvSpPr>
          <p:spPr>
            <a:xfrm>
              <a:off x="6931675" y="5150500"/>
              <a:ext cx="87075" cy="115725"/>
            </a:xfrm>
            <a:custGeom>
              <a:pathLst>
                <a:path extrusionOk="0" fill="none" h="4629" w="3483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2" name="Shape 822"/>
            <p:cNvSpPr/>
            <p:nvPr/>
          </p:nvSpPr>
          <p:spPr>
            <a:xfrm>
              <a:off x="6715525" y="5180350"/>
              <a:ext cx="263050" cy="247825"/>
            </a:xfrm>
            <a:custGeom>
              <a:pathLst>
                <a:path extrusionOk="0" fill="none" h="9913" w="10522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3" name="Shape 823"/>
          <p:cNvGrpSpPr/>
          <p:nvPr/>
        </p:nvGrpSpPr>
        <p:grpSpPr>
          <a:xfrm>
            <a:off x="3111324" y="962652"/>
            <a:ext cx="349624" cy="311806"/>
            <a:chOff x="3927500" y="301425"/>
            <a:chExt cx="461550" cy="411625"/>
          </a:xfrm>
        </p:grpSpPr>
        <p:sp>
          <p:nvSpPr>
            <p:cNvPr id="824" name="Shape 824"/>
            <p:cNvSpPr/>
            <p:nvPr/>
          </p:nvSpPr>
          <p:spPr>
            <a:xfrm>
              <a:off x="4080925" y="302050"/>
              <a:ext cx="154075" cy="411000"/>
            </a:xfrm>
            <a:custGeom>
              <a:pathLst>
                <a:path extrusionOk="0" fill="none" h="16440" w="6163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5" name="Shape 825"/>
            <p:cNvSpPr/>
            <p:nvPr/>
          </p:nvSpPr>
          <p:spPr>
            <a:xfrm>
              <a:off x="3927500" y="301425"/>
              <a:ext cx="153450" cy="406150"/>
            </a:xfrm>
            <a:custGeom>
              <a:pathLst>
                <a:path extrusionOk="0" fill="none" h="16246" w="6138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6" name="Shape 826"/>
            <p:cNvSpPr/>
            <p:nvPr/>
          </p:nvSpPr>
          <p:spPr>
            <a:xfrm>
              <a:off x="4234975" y="306925"/>
              <a:ext cx="154075" cy="405525"/>
            </a:xfrm>
            <a:custGeom>
              <a:pathLst>
                <a:path extrusionOk="0" fill="none" h="16221" w="6163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7" name="Shape 827"/>
            <p:cNvSpPr/>
            <p:nvPr/>
          </p:nvSpPr>
          <p:spPr>
            <a:xfrm>
              <a:off x="4295850" y="442075"/>
              <a:ext cx="46300" cy="26225"/>
            </a:xfrm>
            <a:custGeom>
              <a:pathLst>
                <a:path extrusionOk="0" fill="none" h="1049" w="1852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8" name="Shape 828"/>
            <p:cNvSpPr/>
            <p:nvPr/>
          </p:nvSpPr>
          <p:spPr>
            <a:xfrm>
              <a:off x="4296475" y="415900"/>
              <a:ext cx="45075" cy="78575"/>
            </a:xfrm>
            <a:custGeom>
              <a:pathLst>
                <a:path extrusionOk="0" fill="none" h="3143" w="1803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29" name="Shape 829"/>
            <p:cNvSpPr/>
            <p:nvPr/>
          </p:nvSpPr>
          <p:spPr>
            <a:xfrm>
              <a:off x="3968275" y="590050"/>
              <a:ext cx="25" cy="6100"/>
            </a:xfrm>
            <a:custGeom>
              <a:pathLst>
                <a:path extrusionOk="0" fill="none" h="244" w="1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0" name="Shape 830"/>
            <p:cNvSpPr/>
            <p:nvPr/>
          </p:nvSpPr>
          <p:spPr>
            <a:xfrm>
              <a:off x="3970725" y="558375"/>
              <a:ext cx="1850" cy="12200"/>
            </a:xfrm>
            <a:custGeom>
              <a:pathLst>
                <a:path extrusionOk="0" fill="none" h="488" w="74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1" name="Shape 831"/>
            <p:cNvSpPr/>
            <p:nvPr/>
          </p:nvSpPr>
          <p:spPr>
            <a:xfrm>
              <a:off x="3976200" y="527325"/>
              <a:ext cx="3675" cy="12200"/>
            </a:xfrm>
            <a:custGeom>
              <a:pathLst>
                <a:path extrusionOk="0" fill="none" h="488" w="147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2" name="Shape 832"/>
            <p:cNvSpPr/>
            <p:nvPr/>
          </p:nvSpPr>
          <p:spPr>
            <a:xfrm>
              <a:off x="3985950" y="498100"/>
              <a:ext cx="4875" cy="10975"/>
            </a:xfrm>
            <a:custGeom>
              <a:pathLst>
                <a:path extrusionOk="0" fill="none" h="439" w="195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3" name="Shape 833"/>
            <p:cNvSpPr/>
            <p:nvPr/>
          </p:nvSpPr>
          <p:spPr>
            <a:xfrm>
              <a:off x="4000550" y="471300"/>
              <a:ext cx="7325" cy="9775"/>
            </a:xfrm>
            <a:custGeom>
              <a:pathLst>
                <a:path extrusionOk="0" fill="none" h="391" w="293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4" name="Shape 834"/>
            <p:cNvSpPr/>
            <p:nvPr/>
          </p:nvSpPr>
          <p:spPr>
            <a:xfrm>
              <a:off x="4021250" y="450600"/>
              <a:ext cx="10375" cy="6725"/>
            </a:xfrm>
            <a:custGeom>
              <a:pathLst>
                <a:path extrusionOk="0" fill="none" h="269" w="415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5" name="Shape 835"/>
            <p:cNvSpPr/>
            <p:nvPr/>
          </p:nvSpPr>
          <p:spPr>
            <a:xfrm>
              <a:off x="4049250" y="440250"/>
              <a:ext cx="11600" cy="2475"/>
            </a:xfrm>
            <a:custGeom>
              <a:pathLst>
                <a:path extrusionOk="0" fill="none" h="99" w="464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6" name="Shape 836"/>
            <p:cNvSpPr/>
            <p:nvPr/>
          </p:nvSpPr>
          <p:spPr>
            <a:xfrm>
              <a:off x="4080325" y="439650"/>
              <a:ext cx="12200" cy="1850"/>
            </a:xfrm>
            <a:custGeom>
              <a:pathLst>
                <a:path extrusionOk="0" fill="none" h="74" w="488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7" name="Shape 837"/>
            <p:cNvSpPr/>
            <p:nvPr/>
          </p:nvSpPr>
          <p:spPr>
            <a:xfrm>
              <a:off x="4110150" y="450000"/>
              <a:ext cx="9150" cy="7950"/>
            </a:xfrm>
            <a:custGeom>
              <a:pathLst>
                <a:path extrusionOk="0" fill="none" h="318" w="366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8" name="Shape 838"/>
            <p:cNvSpPr/>
            <p:nvPr/>
          </p:nvSpPr>
          <p:spPr>
            <a:xfrm>
              <a:off x="4130250" y="473750"/>
              <a:ext cx="4900" cy="10975"/>
            </a:xfrm>
            <a:custGeom>
              <a:pathLst>
                <a:path extrusionOk="0" fill="none" h="439" w="196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39" name="Shape 839"/>
            <p:cNvSpPr/>
            <p:nvPr/>
          </p:nvSpPr>
          <p:spPr>
            <a:xfrm>
              <a:off x="4141800" y="502975"/>
              <a:ext cx="3700" cy="11600"/>
            </a:xfrm>
            <a:custGeom>
              <a:pathLst>
                <a:path extrusionOk="0" fill="none" h="464" w="148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0" name="Shape 840"/>
            <p:cNvSpPr/>
            <p:nvPr/>
          </p:nvSpPr>
          <p:spPr>
            <a:xfrm>
              <a:off x="4150950" y="533425"/>
              <a:ext cx="3675" cy="11575"/>
            </a:xfrm>
            <a:custGeom>
              <a:pathLst>
                <a:path extrusionOk="0" fill="none" h="463" w="147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1" name="Shape 841"/>
            <p:cNvSpPr/>
            <p:nvPr/>
          </p:nvSpPr>
          <p:spPr>
            <a:xfrm>
              <a:off x="4160675" y="563850"/>
              <a:ext cx="4900" cy="11000"/>
            </a:xfrm>
            <a:custGeom>
              <a:pathLst>
                <a:path extrusionOk="0" fill="none" h="440" w="196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2" name="Shape 842"/>
            <p:cNvSpPr/>
            <p:nvPr/>
          </p:nvSpPr>
          <p:spPr>
            <a:xfrm>
              <a:off x="4175300" y="591875"/>
              <a:ext cx="7325" cy="9150"/>
            </a:xfrm>
            <a:custGeom>
              <a:pathLst>
                <a:path extrusionOk="0" fill="none" h="366" w="293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3" name="Shape 843"/>
            <p:cNvSpPr/>
            <p:nvPr/>
          </p:nvSpPr>
          <p:spPr>
            <a:xfrm>
              <a:off x="4198425" y="613175"/>
              <a:ext cx="11000" cy="4900"/>
            </a:xfrm>
            <a:custGeom>
              <a:pathLst>
                <a:path extrusionOk="0" fill="none" h="196" w="44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4" name="Shape 844"/>
            <p:cNvSpPr/>
            <p:nvPr/>
          </p:nvSpPr>
          <p:spPr>
            <a:xfrm>
              <a:off x="4228275" y="621100"/>
              <a:ext cx="12200" cy="625"/>
            </a:xfrm>
            <a:custGeom>
              <a:pathLst>
                <a:path extrusionOk="0" fill="none" h="25" w="488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5" name="Shape 845"/>
            <p:cNvSpPr/>
            <p:nvPr/>
          </p:nvSpPr>
          <p:spPr>
            <a:xfrm>
              <a:off x="4259925" y="616225"/>
              <a:ext cx="11600" cy="3075"/>
            </a:xfrm>
            <a:custGeom>
              <a:pathLst>
                <a:path extrusionOk="0" fill="none" h="123" w="464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6" name="Shape 846"/>
            <p:cNvSpPr/>
            <p:nvPr/>
          </p:nvSpPr>
          <p:spPr>
            <a:xfrm>
              <a:off x="4289775" y="602225"/>
              <a:ext cx="10375" cy="6725"/>
            </a:xfrm>
            <a:custGeom>
              <a:pathLst>
                <a:path extrusionOk="0" fill="none" h="269" w="415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7" name="Shape 847"/>
            <p:cNvSpPr/>
            <p:nvPr/>
          </p:nvSpPr>
          <p:spPr>
            <a:xfrm>
              <a:off x="4313525" y="577875"/>
              <a:ext cx="6100" cy="10375"/>
            </a:xfrm>
            <a:custGeom>
              <a:pathLst>
                <a:path extrusionOk="0" fill="none" h="415" w="244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8" name="Shape 848"/>
            <p:cNvSpPr/>
            <p:nvPr/>
          </p:nvSpPr>
          <p:spPr>
            <a:xfrm>
              <a:off x="4326300" y="547425"/>
              <a:ext cx="2450" cy="12200"/>
            </a:xfrm>
            <a:custGeom>
              <a:pathLst>
                <a:path extrusionOk="0" fill="none" h="488" w="98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49" name="Shape 849"/>
            <p:cNvSpPr/>
            <p:nvPr/>
          </p:nvSpPr>
          <p:spPr>
            <a:xfrm>
              <a:off x="4329350" y="515750"/>
              <a:ext cx="625" cy="12200"/>
            </a:xfrm>
            <a:custGeom>
              <a:pathLst>
                <a:path extrusionOk="0" fill="none" h="488" w="25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0" name="Shape 850"/>
            <p:cNvSpPr/>
            <p:nvPr/>
          </p:nvSpPr>
          <p:spPr>
            <a:xfrm>
              <a:off x="4325075" y="488975"/>
              <a:ext cx="1250" cy="6100"/>
            </a:xfrm>
            <a:custGeom>
              <a:pathLst>
                <a:path extrusionOk="0" fill="none" h="244" w="5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1" name="Shape 851"/>
          <p:cNvGrpSpPr/>
          <p:nvPr/>
        </p:nvGrpSpPr>
        <p:grpSpPr>
          <a:xfrm>
            <a:off x="5172974" y="968655"/>
            <a:ext cx="299818" cy="299818"/>
            <a:chOff x="6649150" y="309350"/>
            <a:chExt cx="395800" cy="395800"/>
          </a:xfrm>
        </p:grpSpPr>
        <p:sp>
          <p:nvSpPr>
            <p:cNvPr id="852" name="Shape 852"/>
            <p:cNvSpPr/>
            <p:nvPr/>
          </p:nvSpPr>
          <p:spPr>
            <a:xfrm>
              <a:off x="6649150" y="309350"/>
              <a:ext cx="395800" cy="395800"/>
            </a:xfrm>
            <a:custGeom>
              <a:pathLst>
                <a:path extrusionOk="0" fill="none" h="15832" w="15832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3" name="Shape 853"/>
            <p:cNvSpPr/>
            <p:nvPr/>
          </p:nvSpPr>
          <p:spPr>
            <a:xfrm>
              <a:off x="6673500" y="333700"/>
              <a:ext cx="347100" cy="347100"/>
            </a:xfrm>
            <a:custGeom>
              <a:pathLst>
                <a:path extrusionOk="0" fill="none" h="13884" w="13884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4" name="Shape 854"/>
            <p:cNvSpPr/>
            <p:nvPr/>
          </p:nvSpPr>
          <p:spPr>
            <a:xfrm>
              <a:off x="6848850" y="397625"/>
              <a:ext cx="54825" cy="169300"/>
            </a:xfrm>
            <a:custGeom>
              <a:pathLst>
                <a:path extrusionOk="0" fill="none" h="6772" w="2193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5" name="Shape 855"/>
            <p:cNvSpPr/>
            <p:nvPr/>
          </p:nvSpPr>
          <p:spPr>
            <a:xfrm>
              <a:off x="6847025" y="333700"/>
              <a:ext cx="25" cy="29250"/>
            </a:xfrm>
            <a:custGeom>
              <a:pathLst>
                <a:path extrusionOk="0" fill="none" h="1170" w="1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6" name="Shape 856"/>
            <p:cNvSpPr/>
            <p:nvPr/>
          </p:nvSpPr>
          <p:spPr>
            <a:xfrm>
              <a:off x="6760575" y="356850"/>
              <a:ext cx="25" cy="25"/>
            </a:xfrm>
            <a:custGeom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7" name="Shape 857"/>
            <p:cNvSpPr/>
            <p:nvPr/>
          </p:nvSpPr>
          <p:spPr>
            <a:xfrm>
              <a:off x="6760575" y="356850"/>
              <a:ext cx="14025" cy="24975"/>
            </a:xfrm>
            <a:custGeom>
              <a:pathLst>
                <a:path extrusionOk="0" fill="none" h="999" w="561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8" name="Shape 858"/>
            <p:cNvSpPr/>
            <p:nvPr/>
          </p:nvSpPr>
          <p:spPr>
            <a:xfrm>
              <a:off x="6696650" y="420775"/>
              <a:ext cx="25" cy="25"/>
            </a:xfrm>
            <a:custGeom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59" name="Shape 859"/>
            <p:cNvSpPr/>
            <p:nvPr/>
          </p:nvSpPr>
          <p:spPr>
            <a:xfrm>
              <a:off x="6696650" y="420775"/>
              <a:ext cx="24975" cy="14025"/>
            </a:xfrm>
            <a:custGeom>
              <a:pathLst>
                <a:path extrusionOk="0" fill="none" h="561" w="999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0" name="Shape 860"/>
            <p:cNvSpPr/>
            <p:nvPr/>
          </p:nvSpPr>
          <p:spPr>
            <a:xfrm>
              <a:off x="6673500" y="507225"/>
              <a:ext cx="29250" cy="25"/>
            </a:xfrm>
            <a:custGeom>
              <a:pathLst>
                <a:path extrusionOk="0" fill="none" h="1" w="117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1" name="Shape 861"/>
            <p:cNvSpPr/>
            <p:nvPr/>
          </p:nvSpPr>
          <p:spPr>
            <a:xfrm>
              <a:off x="6696650" y="593700"/>
              <a:ext cx="25" cy="25"/>
            </a:xfrm>
            <a:custGeom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2" name="Shape 862"/>
            <p:cNvSpPr/>
            <p:nvPr/>
          </p:nvSpPr>
          <p:spPr>
            <a:xfrm>
              <a:off x="6696650" y="579700"/>
              <a:ext cx="24975" cy="14025"/>
            </a:xfrm>
            <a:custGeom>
              <a:pathLst>
                <a:path extrusionOk="0" fill="none" h="561" w="999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3" name="Shape 863"/>
            <p:cNvSpPr/>
            <p:nvPr/>
          </p:nvSpPr>
          <p:spPr>
            <a:xfrm>
              <a:off x="6760575" y="632675"/>
              <a:ext cx="14025" cy="24975"/>
            </a:xfrm>
            <a:custGeom>
              <a:pathLst>
                <a:path extrusionOk="0" fill="none" h="999" w="561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4" name="Shape 864"/>
            <p:cNvSpPr/>
            <p:nvPr/>
          </p:nvSpPr>
          <p:spPr>
            <a:xfrm>
              <a:off x="6760575" y="657625"/>
              <a:ext cx="25" cy="25"/>
            </a:xfrm>
            <a:custGeom>
              <a:pathLst>
                <a:path extrusionOk="0" fill="none" h="1" w="1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5" name="Shape 865"/>
            <p:cNvSpPr/>
            <p:nvPr/>
          </p:nvSpPr>
          <p:spPr>
            <a:xfrm>
              <a:off x="6847025" y="651550"/>
              <a:ext cx="25" cy="29250"/>
            </a:xfrm>
            <a:custGeom>
              <a:pathLst>
                <a:path extrusionOk="0" fill="none" h="1170" w="1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6" name="Shape 866"/>
            <p:cNvSpPr/>
            <p:nvPr/>
          </p:nvSpPr>
          <p:spPr>
            <a:xfrm>
              <a:off x="6919500" y="632675"/>
              <a:ext cx="14025" cy="24975"/>
            </a:xfrm>
            <a:custGeom>
              <a:pathLst>
                <a:path extrusionOk="0" fill="none" h="999" w="561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7" name="Shape 867"/>
            <p:cNvSpPr/>
            <p:nvPr/>
          </p:nvSpPr>
          <p:spPr>
            <a:xfrm>
              <a:off x="6933500" y="657625"/>
              <a:ext cx="25" cy="25"/>
            </a:xfrm>
            <a:custGeom>
              <a:pathLst>
                <a:path extrusionOk="0" fill="none" h="1" w="1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8" name="Shape 868"/>
            <p:cNvSpPr/>
            <p:nvPr/>
          </p:nvSpPr>
          <p:spPr>
            <a:xfrm>
              <a:off x="6972475" y="579700"/>
              <a:ext cx="24975" cy="14025"/>
            </a:xfrm>
            <a:custGeom>
              <a:pathLst>
                <a:path extrusionOk="0" fill="none" h="561" w="999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69" name="Shape 869"/>
            <p:cNvSpPr/>
            <p:nvPr/>
          </p:nvSpPr>
          <p:spPr>
            <a:xfrm>
              <a:off x="6997425" y="593700"/>
              <a:ext cx="25" cy="25"/>
            </a:xfrm>
            <a:custGeom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0" name="Shape 870"/>
            <p:cNvSpPr/>
            <p:nvPr/>
          </p:nvSpPr>
          <p:spPr>
            <a:xfrm>
              <a:off x="6991350" y="507225"/>
              <a:ext cx="29250" cy="25"/>
            </a:xfrm>
            <a:custGeom>
              <a:pathLst>
                <a:path extrusionOk="0" fill="none" h="1" w="117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1" name="Shape 871"/>
            <p:cNvSpPr/>
            <p:nvPr/>
          </p:nvSpPr>
          <p:spPr>
            <a:xfrm>
              <a:off x="6972475" y="420775"/>
              <a:ext cx="24975" cy="14025"/>
            </a:xfrm>
            <a:custGeom>
              <a:pathLst>
                <a:path extrusionOk="0" fill="none" h="561" w="999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2" name="Shape 872"/>
            <p:cNvSpPr/>
            <p:nvPr/>
          </p:nvSpPr>
          <p:spPr>
            <a:xfrm>
              <a:off x="6997425" y="420775"/>
              <a:ext cx="25" cy="25"/>
            </a:xfrm>
            <a:custGeom>
              <a:pathLst>
                <a:path extrusionOk="0" fill="none" h="1" w="1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3" name="Shape 873"/>
            <p:cNvSpPr/>
            <p:nvPr/>
          </p:nvSpPr>
          <p:spPr>
            <a:xfrm>
              <a:off x="6919500" y="356850"/>
              <a:ext cx="14025" cy="24975"/>
            </a:xfrm>
            <a:custGeom>
              <a:pathLst>
                <a:path extrusionOk="0" fill="none" h="999" w="561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4" name="Shape 874"/>
            <p:cNvSpPr/>
            <p:nvPr/>
          </p:nvSpPr>
          <p:spPr>
            <a:xfrm>
              <a:off x="6933500" y="356850"/>
              <a:ext cx="25" cy="25"/>
            </a:xfrm>
            <a:custGeom>
              <a:pathLst>
                <a:path extrusionOk="0" fill="none" h="1" w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5" name="Shape 875"/>
          <p:cNvGrpSpPr/>
          <p:nvPr/>
        </p:nvGrpSpPr>
        <p:grpSpPr>
          <a:xfrm>
            <a:off x="4661472" y="975567"/>
            <a:ext cx="304439" cy="288286"/>
            <a:chOff x="5973900" y="318475"/>
            <a:chExt cx="401900" cy="380575"/>
          </a:xfrm>
        </p:grpSpPr>
        <p:sp>
          <p:nvSpPr>
            <p:cNvPr id="876" name="Shape 876"/>
            <p:cNvSpPr/>
            <p:nvPr/>
          </p:nvSpPr>
          <p:spPr>
            <a:xfrm>
              <a:off x="5973900" y="337975"/>
              <a:ext cx="401900" cy="67000"/>
            </a:xfrm>
            <a:custGeom>
              <a:pathLst>
                <a:path extrusionOk="0" fill="none" h="2680" w="16076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7" name="Shape 877"/>
            <p:cNvSpPr/>
            <p:nvPr/>
          </p:nvSpPr>
          <p:spPr>
            <a:xfrm>
              <a:off x="6024450" y="348325"/>
              <a:ext cx="45075" cy="45075"/>
            </a:xfrm>
            <a:custGeom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8" name="Shape 878"/>
            <p:cNvSpPr/>
            <p:nvPr/>
          </p:nvSpPr>
          <p:spPr>
            <a:xfrm>
              <a:off x="6280175" y="348325"/>
              <a:ext cx="45075" cy="45075"/>
            </a:xfrm>
            <a:custGeom>
              <a:pathLst>
                <a:path extrusionOk="0" fill="none" h="1803" w="1803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79" name="Shape 879"/>
            <p:cNvSpPr/>
            <p:nvPr/>
          </p:nvSpPr>
          <p:spPr>
            <a:xfrm>
              <a:off x="5973900" y="667375"/>
              <a:ext cx="401900" cy="31675"/>
            </a:xfrm>
            <a:custGeom>
              <a:pathLst>
                <a:path extrusionOk="0" fill="none" h="1267" w="16076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0" name="Shape 880"/>
            <p:cNvSpPr/>
            <p:nvPr/>
          </p:nvSpPr>
          <p:spPr>
            <a:xfrm>
              <a:off x="6302700" y="318475"/>
              <a:ext cx="28650" cy="63350"/>
            </a:xfrm>
            <a:custGeom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1" name="Shape 881"/>
            <p:cNvSpPr/>
            <p:nvPr/>
          </p:nvSpPr>
          <p:spPr>
            <a:xfrm>
              <a:off x="6046975" y="318475"/>
              <a:ext cx="28650" cy="63350"/>
            </a:xfrm>
            <a:custGeom>
              <a:pathLst>
                <a:path extrusionOk="0" fill="none" h="2534" w="1146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2" name="Shape 882"/>
            <p:cNvSpPr/>
            <p:nvPr/>
          </p:nvSpPr>
          <p:spPr>
            <a:xfrm>
              <a:off x="5973900" y="407375"/>
              <a:ext cx="401900" cy="272200"/>
            </a:xfrm>
            <a:custGeom>
              <a:pathLst>
                <a:path extrusionOk="0" fill="none" h="10888" w="16076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3" name="Shape 883"/>
            <p:cNvSpPr/>
            <p:nvPr/>
          </p:nvSpPr>
          <p:spPr>
            <a:xfrm>
              <a:off x="6024450" y="456100"/>
              <a:ext cx="300800" cy="175375"/>
            </a:xfrm>
            <a:custGeom>
              <a:pathLst>
                <a:path extrusionOk="0" fill="none" h="7015" w="12032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4" name="Shape 884"/>
            <p:cNvSpPr/>
            <p:nvPr/>
          </p:nvSpPr>
          <p:spPr>
            <a:xfrm>
              <a:off x="6024450" y="573000"/>
              <a:ext cx="300800" cy="25"/>
            </a:xfrm>
            <a:custGeom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5" name="Shape 885"/>
            <p:cNvSpPr/>
            <p:nvPr/>
          </p:nvSpPr>
          <p:spPr>
            <a:xfrm>
              <a:off x="6024450" y="514550"/>
              <a:ext cx="300800" cy="25"/>
            </a:xfrm>
            <a:custGeom>
              <a:pathLst>
                <a:path extrusionOk="0" fill="none" h="1" w="12032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6" name="Shape 886"/>
            <p:cNvSpPr/>
            <p:nvPr/>
          </p:nvSpPr>
          <p:spPr>
            <a:xfrm>
              <a:off x="6264950" y="456100"/>
              <a:ext cx="25" cy="175375"/>
            </a:xfrm>
            <a:custGeom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7" name="Shape 887"/>
            <p:cNvSpPr/>
            <p:nvPr/>
          </p:nvSpPr>
          <p:spPr>
            <a:xfrm>
              <a:off x="6204675" y="456100"/>
              <a:ext cx="25" cy="175375"/>
            </a:xfrm>
            <a:custGeom>
              <a:pathLst>
                <a:path extrusionOk="0" fill="none" h="7015" w="1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8" name="Shape 888"/>
            <p:cNvSpPr/>
            <p:nvPr/>
          </p:nvSpPr>
          <p:spPr>
            <a:xfrm>
              <a:off x="6145000" y="456100"/>
              <a:ext cx="25" cy="175375"/>
            </a:xfrm>
            <a:custGeom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89" name="Shape 889"/>
            <p:cNvSpPr/>
            <p:nvPr/>
          </p:nvSpPr>
          <p:spPr>
            <a:xfrm>
              <a:off x="6084725" y="456100"/>
              <a:ext cx="25" cy="175375"/>
            </a:xfrm>
            <a:custGeom>
              <a:pathLst>
                <a:path extrusionOk="0" fill="none" h="7015" w="1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0" name="Shape 890"/>
          <p:cNvGrpSpPr/>
          <p:nvPr/>
        </p:nvGrpSpPr>
        <p:grpSpPr>
          <a:xfrm>
            <a:off x="1097170" y="1438172"/>
            <a:ext cx="309022" cy="376837"/>
            <a:chOff x="1268550" y="929175"/>
            <a:chExt cx="407950" cy="497475"/>
          </a:xfrm>
        </p:grpSpPr>
        <p:sp>
          <p:nvSpPr>
            <p:cNvPr id="891" name="Shape 891"/>
            <p:cNvSpPr/>
            <p:nvPr/>
          </p:nvSpPr>
          <p:spPr>
            <a:xfrm>
              <a:off x="1268550" y="953550"/>
              <a:ext cx="387250" cy="473100"/>
            </a:xfrm>
            <a:custGeom>
              <a:pathLst>
                <a:path extrusionOk="0" fill="none" h="18924" w="1549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92" name="Shape 892"/>
            <p:cNvSpPr/>
            <p:nvPr/>
          </p:nvSpPr>
          <p:spPr>
            <a:xfrm>
              <a:off x="1298975" y="929175"/>
              <a:ext cx="377525" cy="462775"/>
            </a:xfrm>
            <a:custGeom>
              <a:pathLst>
                <a:path extrusionOk="0" fill="none" h="18511" w="15101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93" name="Shape 893"/>
            <p:cNvSpPr/>
            <p:nvPr/>
          </p:nvSpPr>
          <p:spPr>
            <a:xfrm>
              <a:off x="1592450" y="929175"/>
              <a:ext cx="84050" cy="84050"/>
            </a:xfrm>
            <a:custGeom>
              <a:pathLst>
                <a:path extrusionOk="0" fill="none" h="3362" w="3362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4" name="Shape 894"/>
          <p:cNvGrpSpPr/>
          <p:nvPr/>
        </p:nvGrpSpPr>
        <p:grpSpPr>
          <a:xfrm>
            <a:off x="5140231" y="1452470"/>
            <a:ext cx="365304" cy="350552"/>
            <a:chOff x="6605925" y="948050"/>
            <a:chExt cx="482250" cy="462775"/>
          </a:xfrm>
        </p:grpSpPr>
        <p:sp>
          <p:nvSpPr>
            <p:cNvPr id="895" name="Shape 895"/>
            <p:cNvSpPr/>
            <p:nvPr/>
          </p:nvSpPr>
          <p:spPr>
            <a:xfrm>
              <a:off x="6847025" y="1209875"/>
              <a:ext cx="60325" cy="200950"/>
            </a:xfrm>
            <a:custGeom>
              <a:pathLst>
                <a:path extrusionOk="0" fill="none" h="8038" w="2413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96" name="Shape 896"/>
            <p:cNvSpPr/>
            <p:nvPr/>
          </p:nvSpPr>
          <p:spPr>
            <a:xfrm>
              <a:off x="6605925" y="971800"/>
              <a:ext cx="482250" cy="228350"/>
            </a:xfrm>
            <a:custGeom>
              <a:pathLst>
                <a:path extrusionOk="0" fill="none" h="9134" w="1929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97" name="Shape 897"/>
            <p:cNvSpPr/>
            <p:nvPr/>
          </p:nvSpPr>
          <p:spPr>
            <a:xfrm>
              <a:off x="6847025" y="948050"/>
              <a:ext cx="25" cy="23775"/>
            </a:xfrm>
            <a:custGeom>
              <a:pathLst>
                <a:path extrusionOk="0" fill="none" h="951" w="1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98" name="Shape 898"/>
            <p:cNvSpPr/>
            <p:nvPr/>
          </p:nvSpPr>
          <p:spPr>
            <a:xfrm>
              <a:off x="6847025" y="1001025"/>
              <a:ext cx="25" cy="183900"/>
            </a:xfrm>
            <a:custGeom>
              <a:pathLst>
                <a:path extrusionOk="0" fill="none" h="7356" w="1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899" name="Shape 899"/>
            <p:cNvSpPr/>
            <p:nvPr/>
          </p:nvSpPr>
          <p:spPr>
            <a:xfrm>
              <a:off x="6872000" y="994325"/>
              <a:ext cx="85275" cy="190600"/>
            </a:xfrm>
            <a:custGeom>
              <a:pathLst>
                <a:path extrusionOk="0" fill="none" h="7624" w="3411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00" name="Shape 900"/>
            <p:cNvSpPr/>
            <p:nvPr/>
          </p:nvSpPr>
          <p:spPr>
            <a:xfrm>
              <a:off x="6736825" y="994325"/>
              <a:ext cx="85275" cy="190600"/>
            </a:xfrm>
            <a:custGeom>
              <a:pathLst>
                <a:path extrusionOk="0" fill="none" h="7624" w="3411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1" name="Shape 901"/>
          <p:cNvGrpSpPr/>
          <p:nvPr/>
        </p:nvGrpSpPr>
        <p:grpSpPr>
          <a:xfrm>
            <a:off x="5225564" y="2490681"/>
            <a:ext cx="194640" cy="308587"/>
            <a:chOff x="6718575" y="2318625"/>
            <a:chExt cx="256950" cy="407375"/>
          </a:xfrm>
        </p:grpSpPr>
        <p:sp>
          <p:nvSpPr>
            <p:cNvPr id="902" name="Shape 902"/>
            <p:cNvSpPr/>
            <p:nvPr/>
          </p:nvSpPr>
          <p:spPr>
            <a:xfrm>
              <a:off x="6795900" y="2673600"/>
              <a:ext cx="102300" cy="22550"/>
            </a:xfrm>
            <a:custGeom>
              <a:pathLst>
                <a:path extrusionOk="0" fill="none" h="902" w="4092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03" name="Shape 903"/>
            <p:cNvSpPr/>
            <p:nvPr/>
          </p:nvSpPr>
          <p:spPr>
            <a:xfrm>
              <a:off x="6795900" y="2650475"/>
              <a:ext cx="102300" cy="22550"/>
            </a:xfrm>
            <a:custGeom>
              <a:pathLst>
                <a:path extrusionOk="0" fill="none" h="902" w="4092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04" name="Shape 904"/>
            <p:cNvSpPr/>
            <p:nvPr/>
          </p:nvSpPr>
          <p:spPr>
            <a:xfrm>
              <a:off x="6795900" y="2696125"/>
              <a:ext cx="102300" cy="29875"/>
            </a:xfrm>
            <a:custGeom>
              <a:pathLst>
                <a:path extrusionOk="0" fill="none" h="1195" w="4092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05" name="Shape 905"/>
            <p:cNvSpPr/>
            <p:nvPr/>
          </p:nvSpPr>
          <p:spPr>
            <a:xfrm>
              <a:off x="6784925" y="2459275"/>
              <a:ext cx="35350" cy="166875"/>
            </a:xfrm>
            <a:custGeom>
              <a:pathLst>
                <a:path extrusionOk="0" fill="none" h="6675" w="1414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06" name="Shape 906"/>
            <p:cNvSpPr/>
            <p:nvPr/>
          </p:nvSpPr>
          <p:spPr>
            <a:xfrm>
              <a:off x="6718575" y="2318625"/>
              <a:ext cx="256950" cy="307525"/>
            </a:xfrm>
            <a:custGeom>
              <a:pathLst>
                <a:path extrusionOk="0" fill="none" h="12301" w="10278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07" name="Shape 907"/>
            <p:cNvSpPr/>
            <p:nvPr/>
          </p:nvSpPr>
          <p:spPr>
            <a:xfrm>
              <a:off x="6873825" y="2459275"/>
              <a:ext cx="35350" cy="166875"/>
            </a:xfrm>
            <a:custGeom>
              <a:pathLst>
                <a:path extrusionOk="0" fill="none" h="6675" w="1414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08" name="Shape 908"/>
            <p:cNvSpPr/>
            <p:nvPr/>
          </p:nvSpPr>
          <p:spPr>
            <a:xfrm>
              <a:off x="6801975" y="2453200"/>
              <a:ext cx="90150" cy="19500"/>
            </a:xfrm>
            <a:custGeom>
              <a:pathLst>
                <a:path extrusionOk="0" fill="none" h="780" w="3606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09" name="Shape 909"/>
            <p:cNvSpPr/>
            <p:nvPr/>
          </p:nvSpPr>
          <p:spPr>
            <a:xfrm>
              <a:off x="6795900" y="2628550"/>
              <a:ext cx="102300" cy="25"/>
            </a:xfrm>
            <a:custGeom>
              <a:pathLst>
                <a:path extrusionOk="0" fill="none" h="1" w="4092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0" name="Shape 910"/>
          <p:cNvGrpSpPr/>
          <p:nvPr/>
        </p:nvGrpSpPr>
        <p:grpSpPr>
          <a:xfrm>
            <a:off x="2613192" y="3055681"/>
            <a:ext cx="327486" cy="199279"/>
            <a:chOff x="3269900" y="3064500"/>
            <a:chExt cx="432325" cy="263075"/>
          </a:xfrm>
        </p:grpSpPr>
        <p:sp>
          <p:nvSpPr>
            <p:cNvPr id="911" name="Shape 911"/>
            <p:cNvSpPr/>
            <p:nvPr/>
          </p:nvSpPr>
          <p:spPr>
            <a:xfrm>
              <a:off x="3269900" y="3064500"/>
              <a:ext cx="432325" cy="263075"/>
            </a:xfrm>
            <a:custGeom>
              <a:pathLst>
                <a:path extrusionOk="0" fill="none" h="10523" w="17293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12" name="Shape 912"/>
            <p:cNvSpPr/>
            <p:nvPr/>
          </p:nvSpPr>
          <p:spPr>
            <a:xfrm>
              <a:off x="3445875" y="3155825"/>
              <a:ext cx="80400" cy="80400"/>
            </a:xfrm>
            <a:custGeom>
              <a:pathLst>
                <a:path extrusionOk="0" fill="none" h="3216" w="3216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13" name="Shape 913"/>
            <p:cNvSpPr/>
            <p:nvPr/>
          </p:nvSpPr>
          <p:spPr>
            <a:xfrm>
              <a:off x="3381925" y="3091900"/>
              <a:ext cx="208275" cy="208275"/>
            </a:xfrm>
            <a:custGeom>
              <a:pathLst>
                <a:path extrusionOk="0" fill="none" h="8331" w="8331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4" name="Shape 914"/>
          <p:cNvGrpSpPr/>
          <p:nvPr/>
        </p:nvGrpSpPr>
        <p:grpSpPr>
          <a:xfrm>
            <a:off x="5203407" y="2994797"/>
            <a:ext cx="238934" cy="335800"/>
            <a:chOff x="6689325" y="2984125"/>
            <a:chExt cx="315425" cy="443300"/>
          </a:xfrm>
        </p:grpSpPr>
        <p:sp>
          <p:nvSpPr>
            <p:cNvPr id="915" name="Shape 915"/>
            <p:cNvSpPr/>
            <p:nvPr/>
          </p:nvSpPr>
          <p:spPr>
            <a:xfrm>
              <a:off x="6689325" y="2984125"/>
              <a:ext cx="315425" cy="77975"/>
            </a:xfrm>
            <a:custGeom>
              <a:pathLst>
                <a:path extrusionOk="0" fill="none" h="3119" w="12617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16" name="Shape 916"/>
            <p:cNvSpPr/>
            <p:nvPr/>
          </p:nvSpPr>
          <p:spPr>
            <a:xfrm>
              <a:off x="6702125" y="3069375"/>
              <a:ext cx="289850" cy="358050"/>
            </a:xfrm>
            <a:custGeom>
              <a:pathLst>
                <a:path extrusionOk="0" fill="none" h="14322" w="11594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17" name="Shape 917"/>
            <p:cNvSpPr/>
            <p:nvPr/>
          </p:nvSpPr>
          <p:spPr>
            <a:xfrm>
              <a:off x="6761175" y="3117475"/>
              <a:ext cx="25" cy="261850"/>
            </a:xfrm>
            <a:custGeom>
              <a:pathLst>
                <a:path extrusionOk="0" fill="none" h="10474" w="1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18" name="Shape 918"/>
            <p:cNvSpPr/>
            <p:nvPr/>
          </p:nvSpPr>
          <p:spPr>
            <a:xfrm>
              <a:off x="6847025" y="3117475"/>
              <a:ext cx="25" cy="261850"/>
            </a:xfrm>
            <a:custGeom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19" name="Shape 919"/>
            <p:cNvSpPr/>
            <p:nvPr/>
          </p:nvSpPr>
          <p:spPr>
            <a:xfrm>
              <a:off x="6932875" y="3117475"/>
              <a:ext cx="25" cy="261850"/>
            </a:xfrm>
            <a:custGeom>
              <a:pathLst>
                <a:path extrusionOk="0" fill="none" h="10474" w="1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0" name="Shape 920"/>
          <p:cNvGrpSpPr/>
          <p:nvPr/>
        </p:nvGrpSpPr>
        <p:grpSpPr>
          <a:xfrm>
            <a:off x="1642324" y="3981365"/>
            <a:ext cx="231094" cy="373599"/>
            <a:chOff x="1988225" y="4286525"/>
            <a:chExt cx="305075" cy="493200"/>
          </a:xfrm>
        </p:grpSpPr>
        <p:sp>
          <p:nvSpPr>
            <p:cNvPr id="921" name="Shape 921"/>
            <p:cNvSpPr/>
            <p:nvPr/>
          </p:nvSpPr>
          <p:spPr>
            <a:xfrm>
              <a:off x="2178800" y="4519725"/>
              <a:ext cx="114500" cy="114475"/>
            </a:xfrm>
            <a:custGeom>
              <a:pathLst>
                <a:path extrusionOk="0" fill="none" h="4579" w="458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22" name="Shape 922"/>
            <p:cNvSpPr/>
            <p:nvPr/>
          </p:nvSpPr>
          <p:spPr>
            <a:xfrm>
              <a:off x="1988225" y="4539200"/>
              <a:ext cx="156500" cy="156500"/>
            </a:xfrm>
            <a:custGeom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23" name="Shape 923"/>
            <p:cNvSpPr/>
            <p:nvPr/>
          </p:nvSpPr>
          <p:spPr>
            <a:xfrm>
              <a:off x="2042425" y="4286525"/>
              <a:ext cx="239300" cy="236250"/>
            </a:xfrm>
            <a:custGeom>
              <a:pathLst>
                <a:path extrusionOk="0" fill="none" h="9450" w="9572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24" name="Shape 924"/>
            <p:cNvSpPr/>
            <p:nvPr/>
          </p:nvSpPr>
          <p:spPr>
            <a:xfrm>
              <a:off x="2161750" y="4522750"/>
              <a:ext cx="25" cy="256975"/>
            </a:xfrm>
            <a:custGeom>
              <a:pathLst>
                <a:path extrusionOk="0" fill="none" h="10279" w="1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25" name="Shape 925"/>
            <p:cNvSpPr/>
            <p:nvPr/>
          </p:nvSpPr>
          <p:spPr>
            <a:xfrm>
              <a:off x="2133750" y="4377850"/>
              <a:ext cx="56050" cy="56025"/>
            </a:xfrm>
            <a:custGeom>
              <a:pathLst>
                <a:path extrusionOk="0" fill="none" h="2241" w="2242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26" name="Shape 926"/>
            <p:cNvSpPr/>
            <p:nvPr/>
          </p:nvSpPr>
          <p:spPr>
            <a:xfrm>
              <a:off x="2038150" y="4589125"/>
              <a:ext cx="87100" cy="87100"/>
            </a:xfrm>
            <a:custGeom>
              <a:pathLst>
                <a:path extrusionOk="0" fill="none" h="3484" w="3484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27" name="Shape 927"/>
            <p:cNvSpPr/>
            <p:nvPr/>
          </p:nvSpPr>
          <p:spPr>
            <a:xfrm>
              <a:off x="2194025" y="4564150"/>
              <a:ext cx="54825" cy="54825"/>
            </a:xfrm>
            <a:custGeom>
              <a:pathLst>
                <a:path extrusionOk="0" fill="none" h="2193" w="2193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8" name="Shape 928"/>
          <p:cNvGrpSpPr/>
          <p:nvPr/>
        </p:nvGrpSpPr>
        <p:grpSpPr>
          <a:xfrm>
            <a:off x="2132597" y="4007650"/>
            <a:ext cx="279063" cy="353317"/>
            <a:chOff x="2635450" y="4321225"/>
            <a:chExt cx="368400" cy="466425"/>
          </a:xfrm>
        </p:grpSpPr>
        <p:sp>
          <p:nvSpPr>
            <p:cNvPr id="929" name="Shape 929"/>
            <p:cNvSpPr/>
            <p:nvPr/>
          </p:nvSpPr>
          <p:spPr>
            <a:xfrm>
              <a:off x="2635450" y="4653050"/>
              <a:ext cx="368400" cy="134600"/>
            </a:xfrm>
            <a:custGeom>
              <a:pathLst>
                <a:path extrusionOk="0" fill="none" h="5384" w="14736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30" name="Shape 930"/>
            <p:cNvSpPr/>
            <p:nvPr/>
          </p:nvSpPr>
          <p:spPr>
            <a:xfrm>
              <a:off x="2819350" y="4321225"/>
              <a:ext cx="25" cy="347075"/>
            </a:xfrm>
            <a:custGeom>
              <a:pathLst>
                <a:path extrusionOk="0" fill="none" h="13883" w="1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31" name="Shape 931"/>
            <p:cNvSpPr/>
            <p:nvPr/>
          </p:nvSpPr>
          <p:spPr>
            <a:xfrm>
              <a:off x="2835175" y="4328525"/>
              <a:ext cx="114475" cy="114500"/>
            </a:xfrm>
            <a:custGeom>
              <a:pathLst>
                <a:path extrusionOk="0" fill="none" h="4580" w="4579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32" name="Shape 932"/>
            <p:cNvSpPr/>
            <p:nvPr/>
          </p:nvSpPr>
          <p:spPr>
            <a:xfrm>
              <a:off x="2850400" y="4372975"/>
              <a:ext cx="54825" cy="54825"/>
            </a:xfrm>
            <a:custGeom>
              <a:pathLst>
                <a:path extrusionOk="0" fill="none" h="2193" w="2193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33" name="Shape 933"/>
            <p:cNvSpPr/>
            <p:nvPr/>
          </p:nvSpPr>
          <p:spPr>
            <a:xfrm>
              <a:off x="2646425" y="4429600"/>
              <a:ext cx="156500" cy="156500"/>
            </a:xfrm>
            <a:custGeom>
              <a:pathLst>
                <a:path extrusionOk="0" fill="none" h="6260" w="626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34" name="Shape 934"/>
            <p:cNvSpPr/>
            <p:nvPr/>
          </p:nvSpPr>
          <p:spPr>
            <a:xfrm>
              <a:off x="2696350" y="4479525"/>
              <a:ext cx="87100" cy="87100"/>
            </a:xfrm>
            <a:custGeom>
              <a:pathLst>
                <a:path extrusionOk="0" fill="none" h="3484" w="3484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5" name="Shape 935"/>
          <p:cNvGrpSpPr/>
          <p:nvPr/>
        </p:nvGrpSpPr>
        <p:grpSpPr>
          <a:xfrm>
            <a:off x="5168372" y="3998882"/>
            <a:ext cx="309022" cy="345931"/>
            <a:chOff x="6643075" y="4309650"/>
            <a:chExt cx="407950" cy="456675"/>
          </a:xfrm>
        </p:grpSpPr>
        <p:sp>
          <p:nvSpPr>
            <p:cNvPr id="936" name="Shape 936"/>
            <p:cNvSpPr/>
            <p:nvPr/>
          </p:nvSpPr>
          <p:spPr>
            <a:xfrm>
              <a:off x="6643075" y="4698125"/>
              <a:ext cx="407950" cy="14625"/>
            </a:xfrm>
            <a:custGeom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37" name="Shape 937"/>
            <p:cNvSpPr/>
            <p:nvPr/>
          </p:nvSpPr>
          <p:spPr>
            <a:xfrm>
              <a:off x="6643075" y="4727350"/>
              <a:ext cx="407950" cy="14625"/>
            </a:xfrm>
            <a:custGeom>
              <a:pathLst>
                <a:path extrusionOk="0" fill="none" h="585" w="16318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38" name="Shape 938"/>
            <p:cNvSpPr/>
            <p:nvPr/>
          </p:nvSpPr>
          <p:spPr>
            <a:xfrm>
              <a:off x="6643075" y="4751700"/>
              <a:ext cx="407950" cy="14625"/>
            </a:xfrm>
            <a:custGeom>
              <a:pathLst>
                <a:path extrusionOk="0" fill="none" h="585" w="16318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39" name="Shape 939"/>
            <p:cNvSpPr/>
            <p:nvPr/>
          </p:nvSpPr>
          <p:spPr>
            <a:xfrm>
              <a:off x="6672900" y="4309650"/>
              <a:ext cx="348900" cy="376300"/>
            </a:xfrm>
            <a:custGeom>
              <a:pathLst>
                <a:path extrusionOk="0" fill="none" h="15052" w="13956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0" name="Shape 940"/>
            <p:cNvSpPr/>
            <p:nvPr/>
          </p:nvSpPr>
          <p:spPr>
            <a:xfrm>
              <a:off x="6805625" y="4452725"/>
              <a:ext cx="15850" cy="28050"/>
            </a:xfrm>
            <a:custGeom>
              <a:pathLst>
                <a:path extrusionOk="0" fill="none" h="1122" w="634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1" name="Shape 941"/>
            <p:cNvSpPr/>
            <p:nvPr/>
          </p:nvSpPr>
          <p:spPr>
            <a:xfrm>
              <a:off x="6872600" y="4452725"/>
              <a:ext cx="15875" cy="28050"/>
            </a:xfrm>
            <a:custGeom>
              <a:pathLst>
                <a:path extrusionOk="0" fill="none" h="1122" w="635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2" name="Shape 942"/>
            <p:cNvSpPr/>
            <p:nvPr/>
          </p:nvSpPr>
          <p:spPr>
            <a:xfrm>
              <a:off x="6709425" y="4414975"/>
              <a:ext cx="275250" cy="54825"/>
            </a:xfrm>
            <a:custGeom>
              <a:pathLst>
                <a:path extrusionOk="0" fill="none" h="2193" w="1101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3" name="Shape 943"/>
            <p:cNvSpPr/>
            <p:nvPr/>
          </p:nvSpPr>
          <p:spPr>
            <a:xfrm>
              <a:off x="6733175" y="4382725"/>
              <a:ext cx="227750" cy="37150"/>
            </a:xfrm>
            <a:custGeom>
              <a:pathLst>
                <a:path extrusionOk="0" fill="none" h="1486" w="911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4" name="Shape 944"/>
            <p:cNvSpPr/>
            <p:nvPr/>
          </p:nvSpPr>
          <p:spPr>
            <a:xfrm>
              <a:off x="6847025" y="4414975"/>
              <a:ext cx="25" cy="145550"/>
            </a:xfrm>
            <a:custGeom>
              <a:pathLst>
                <a:path extrusionOk="0" fill="none" h="5822" w="1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5" name="Shape 945"/>
          <p:cNvGrpSpPr/>
          <p:nvPr/>
        </p:nvGrpSpPr>
        <p:grpSpPr>
          <a:xfrm>
            <a:off x="4100638" y="4487318"/>
            <a:ext cx="407743" cy="391135"/>
            <a:chOff x="5233525" y="4954450"/>
            <a:chExt cx="538275" cy="516350"/>
          </a:xfrm>
        </p:grpSpPr>
        <p:sp>
          <p:nvSpPr>
            <p:cNvPr id="946" name="Shape 946"/>
            <p:cNvSpPr/>
            <p:nvPr/>
          </p:nvSpPr>
          <p:spPr>
            <a:xfrm>
              <a:off x="5637825" y="4954450"/>
              <a:ext cx="89525" cy="89525"/>
            </a:xfrm>
            <a:custGeom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7" name="Shape 947"/>
            <p:cNvSpPr/>
            <p:nvPr/>
          </p:nvSpPr>
          <p:spPr>
            <a:xfrm>
              <a:off x="5323025" y="4980625"/>
              <a:ext cx="88925" cy="88925"/>
            </a:xfrm>
            <a:custGeom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8" name="Shape 948"/>
            <p:cNvSpPr/>
            <p:nvPr/>
          </p:nvSpPr>
          <p:spPr>
            <a:xfrm>
              <a:off x="5233525" y="5255225"/>
              <a:ext cx="89525" cy="89525"/>
            </a:xfrm>
            <a:custGeom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49" name="Shape 949"/>
            <p:cNvSpPr/>
            <p:nvPr/>
          </p:nvSpPr>
          <p:spPr>
            <a:xfrm>
              <a:off x="5453325" y="5382475"/>
              <a:ext cx="88925" cy="88325"/>
            </a:xfrm>
            <a:custGeom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50" name="Shape 950"/>
            <p:cNvSpPr/>
            <p:nvPr/>
          </p:nvSpPr>
          <p:spPr>
            <a:xfrm>
              <a:off x="5682875" y="5188875"/>
              <a:ext cx="88925" cy="89525"/>
            </a:xfrm>
            <a:custGeom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51" name="Shape 951"/>
            <p:cNvSpPr/>
            <p:nvPr/>
          </p:nvSpPr>
          <p:spPr>
            <a:xfrm>
              <a:off x="5411925" y="5110925"/>
              <a:ext cx="188775" cy="189400"/>
            </a:xfrm>
            <a:custGeom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52" name="Shape 952"/>
            <p:cNvSpPr/>
            <p:nvPr/>
          </p:nvSpPr>
          <p:spPr>
            <a:xfrm>
              <a:off x="5367475" y="5025075"/>
              <a:ext cx="81600" cy="105975"/>
            </a:xfrm>
            <a:custGeom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53" name="Shape 953"/>
            <p:cNvSpPr/>
            <p:nvPr/>
          </p:nvSpPr>
          <p:spPr>
            <a:xfrm>
              <a:off x="5567800" y="4999500"/>
              <a:ext cx="115100" cy="133975"/>
            </a:xfrm>
            <a:custGeom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54" name="Shape 954"/>
            <p:cNvSpPr/>
            <p:nvPr/>
          </p:nvSpPr>
          <p:spPr>
            <a:xfrm>
              <a:off x="5600075" y="5217475"/>
              <a:ext cx="127275" cy="16475"/>
            </a:xfrm>
            <a:custGeom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55" name="Shape 955"/>
            <p:cNvSpPr/>
            <p:nvPr/>
          </p:nvSpPr>
          <p:spPr>
            <a:xfrm>
              <a:off x="5497775" y="5299675"/>
              <a:ext cx="4900" cy="126675"/>
            </a:xfrm>
            <a:custGeom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56" name="Shape 956"/>
            <p:cNvSpPr/>
            <p:nvPr/>
          </p:nvSpPr>
          <p:spPr>
            <a:xfrm>
              <a:off x="5277975" y="5241825"/>
              <a:ext cx="141275" cy="58500"/>
            </a:xfrm>
            <a:custGeom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7" name="Shape 957"/>
          <p:cNvGrpSpPr/>
          <p:nvPr/>
        </p:nvGrpSpPr>
        <p:grpSpPr>
          <a:xfrm>
            <a:off x="3587754" y="4494230"/>
            <a:ext cx="415129" cy="377311"/>
            <a:chOff x="4556450" y="4963575"/>
            <a:chExt cx="548025" cy="498100"/>
          </a:xfrm>
        </p:grpSpPr>
        <p:sp>
          <p:nvSpPr>
            <p:cNvPr id="958" name="Shape 958"/>
            <p:cNvSpPr/>
            <p:nvPr/>
          </p:nvSpPr>
          <p:spPr>
            <a:xfrm>
              <a:off x="4611850" y="5222350"/>
              <a:ext cx="436600" cy="239325"/>
            </a:xfrm>
            <a:custGeom>
              <a:pathLst>
                <a:path extrusionOk="0" fill="none" h="9573" w="17464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59" name="Shape 959"/>
            <p:cNvSpPr/>
            <p:nvPr/>
          </p:nvSpPr>
          <p:spPr>
            <a:xfrm>
              <a:off x="4612475" y="4963575"/>
              <a:ext cx="435975" cy="125450"/>
            </a:xfrm>
            <a:custGeom>
              <a:pathLst>
                <a:path extrusionOk="0" fill="none" h="5018" w="17439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60" name="Shape 960"/>
            <p:cNvSpPr/>
            <p:nvPr/>
          </p:nvSpPr>
          <p:spPr>
            <a:xfrm>
              <a:off x="4556450" y="5089000"/>
              <a:ext cx="274025" cy="225925"/>
            </a:xfrm>
            <a:custGeom>
              <a:pathLst>
                <a:path extrusionOk="0" fill="none" h="9037" w="10961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61" name="Shape 961"/>
            <p:cNvSpPr/>
            <p:nvPr/>
          </p:nvSpPr>
          <p:spPr>
            <a:xfrm>
              <a:off x="4830450" y="5089000"/>
              <a:ext cx="274025" cy="225925"/>
            </a:xfrm>
            <a:custGeom>
              <a:pathLst>
                <a:path extrusionOk="0" fill="none" h="9037" w="10961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62" name="Shape 962"/>
            <p:cNvSpPr/>
            <p:nvPr/>
          </p:nvSpPr>
          <p:spPr>
            <a:xfrm>
              <a:off x="4830450" y="5213225"/>
              <a:ext cx="25" cy="248450"/>
            </a:xfrm>
            <a:custGeom>
              <a:pathLst>
                <a:path extrusionOk="0" fill="none" h="9938" w="1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Shape 963"/>
          <p:cNvGrpSpPr/>
          <p:nvPr/>
        </p:nvGrpSpPr>
        <p:grpSpPr>
          <a:xfrm>
            <a:off x="539082" y="4575870"/>
            <a:ext cx="401286" cy="221872"/>
            <a:chOff x="531800" y="5071350"/>
            <a:chExt cx="529750" cy="292900"/>
          </a:xfrm>
        </p:grpSpPr>
        <p:sp>
          <p:nvSpPr>
            <p:cNvPr id="964" name="Shape 964"/>
            <p:cNvSpPr/>
            <p:nvPr/>
          </p:nvSpPr>
          <p:spPr>
            <a:xfrm>
              <a:off x="632875" y="5077450"/>
              <a:ext cx="272200" cy="185725"/>
            </a:xfrm>
            <a:custGeom>
              <a:pathLst>
                <a:path extrusionOk="0" fill="none" h="7429" w="10888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65" name="Shape 965"/>
            <p:cNvSpPr/>
            <p:nvPr/>
          </p:nvSpPr>
          <p:spPr>
            <a:xfrm>
              <a:off x="886175" y="5071350"/>
              <a:ext cx="74300" cy="191825"/>
            </a:xfrm>
            <a:custGeom>
              <a:pathLst>
                <a:path extrusionOk="0" fill="none" h="7673" w="2972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66" name="Shape 966"/>
            <p:cNvSpPr/>
            <p:nvPr/>
          </p:nvSpPr>
          <p:spPr>
            <a:xfrm>
              <a:off x="531800" y="5162075"/>
              <a:ext cx="202175" cy="202175"/>
            </a:xfrm>
            <a:custGeom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67" name="Shape 967"/>
            <p:cNvSpPr/>
            <p:nvPr/>
          </p:nvSpPr>
          <p:spPr>
            <a:xfrm>
              <a:off x="859375" y="5162075"/>
              <a:ext cx="202175" cy="202175"/>
            </a:xfrm>
            <a:custGeom>
              <a:pathLst>
                <a:path extrusionOk="0" fill="none" h="8087" w="8087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68" name="Shape 968"/>
            <p:cNvSpPr/>
            <p:nvPr/>
          </p:nvSpPr>
          <p:spPr>
            <a:xfrm>
              <a:off x="676100" y="5071350"/>
              <a:ext cx="86500" cy="7325"/>
            </a:xfrm>
            <a:custGeom>
              <a:pathLst>
                <a:path extrusionOk="0" fill="none" h="293" w="346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69" name="Shape 969"/>
            <p:cNvSpPr/>
            <p:nvPr/>
          </p:nvSpPr>
          <p:spPr>
            <a:xfrm>
              <a:off x="941575" y="5244275"/>
              <a:ext cx="37175" cy="37175"/>
            </a:xfrm>
            <a:custGeom>
              <a:pathLst>
                <a:path extrusionOk="0" fill="none" h="1487" w="1487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70" name="Shape 970"/>
            <p:cNvSpPr/>
            <p:nvPr/>
          </p:nvSpPr>
          <p:spPr>
            <a:xfrm>
              <a:off x="614600" y="5244275"/>
              <a:ext cx="37175" cy="37175"/>
            </a:xfrm>
            <a:custGeom>
              <a:pathLst>
                <a:path extrusionOk="0" fill="none" h="1487" w="1487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1" name="Shape 971"/>
          <p:cNvGrpSpPr/>
          <p:nvPr/>
        </p:nvGrpSpPr>
        <p:grpSpPr>
          <a:xfrm>
            <a:off x="6967444" y="2410625"/>
            <a:ext cx="433992" cy="422729"/>
            <a:chOff x="5916675" y="927975"/>
            <a:chExt cx="516350" cy="502950"/>
          </a:xfrm>
        </p:grpSpPr>
        <p:sp>
          <p:nvSpPr>
            <p:cNvPr id="972" name="Shape 972"/>
            <p:cNvSpPr/>
            <p:nvPr/>
          </p:nvSpPr>
          <p:spPr>
            <a:xfrm>
              <a:off x="5916675" y="927975"/>
              <a:ext cx="516350" cy="502950"/>
            </a:xfrm>
            <a:custGeom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38100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73" name="Shape 973"/>
            <p:cNvSpPr/>
            <p:nvPr/>
          </p:nvSpPr>
          <p:spPr>
            <a:xfrm>
              <a:off x="6006800" y="1011375"/>
              <a:ext cx="336125" cy="336125"/>
            </a:xfrm>
            <a:custGeom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38100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4" name="Shape 974"/>
          <p:cNvGrpSpPr/>
          <p:nvPr/>
        </p:nvGrpSpPr>
        <p:grpSpPr>
          <a:xfrm>
            <a:off x="6083464" y="3116527"/>
            <a:ext cx="1079481" cy="1051467"/>
            <a:chOff x="5916675" y="927975"/>
            <a:chExt cx="516350" cy="502950"/>
          </a:xfrm>
        </p:grpSpPr>
        <p:sp>
          <p:nvSpPr>
            <p:cNvPr id="975" name="Shape 975"/>
            <p:cNvSpPr/>
            <p:nvPr/>
          </p:nvSpPr>
          <p:spPr>
            <a:xfrm>
              <a:off x="5916675" y="927975"/>
              <a:ext cx="516350" cy="502950"/>
            </a:xfrm>
            <a:custGeom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9800"/>
              </a:solidFill>
              <a:prstDash val="dash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76" name="Shape 976"/>
            <p:cNvSpPr/>
            <p:nvPr/>
          </p:nvSpPr>
          <p:spPr>
            <a:xfrm>
              <a:off x="6006800" y="1011375"/>
              <a:ext cx="336125" cy="336125"/>
            </a:xfrm>
            <a:custGeom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cap="rnd" cmpd="sng" w="9525">
              <a:solidFill>
                <a:srgbClr val="FF9800"/>
              </a:solidFill>
              <a:prstDash val="dash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7" name="Shape 977"/>
          <p:cNvGrpSpPr/>
          <p:nvPr/>
        </p:nvGrpSpPr>
        <p:grpSpPr>
          <a:xfrm>
            <a:off x="6083607" y="2410625"/>
            <a:ext cx="433992" cy="422729"/>
            <a:chOff x="5916675" y="927975"/>
            <a:chExt cx="516350" cy="502950"/>
          </a:xfrm>
        </p:grpSpPr>
        <p:sp>
          <p:nvSpPr>
            <p:cNvPr id="978" name="Shape 978"/>
            <p:cNvSpPr/>
            <p:nvPr/>
          </p:nvSpPr>
          <p:spPr>
            <a:xfrm>
              <a:off x="5916675" y="927975"/>
              <a:ext cx="516350" cy="502950"/>
            </a:xfrm>
            <a:custGeom>
              <a:pathLst>
                <a:path extrusionOk="0" fill="none" h="20118" w="20654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  <p:sp>
          <p:nvSpPr>
            <p:cNvPr id="979" name="Shape 979"/>
            <p:cNvSpPr/>
            <p:nvPr/>
          </p:nvSpPr>
          <p:spPr>
            <a:xfrm>
              <a:off x="6006800" y="1011375"/>
              <a:ext cx="336125" cy="336125"/>
            </a:xfrm>
            <a:custGeom>
              <a:pathLst>
                <a:path extrusionOk="0" fill="none" h="13445" w="13445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cap="rnd" cmpd="sng" w="12175">
              <a:solidFill>
                <a:srgbClr val="FF9800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ctr" bIns="91425" lIns="91425" rIns="91425" wrap="square" tIns="91425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r>
                <a:t/>
              </a:r>
              <a:endParaRPr/>
            </a:p>
          </p:txBody>
        </p:sp>
      </p:grpSp>
      <p:sp>
        <p:nvSpPr>
          <p:cNvPr id="980" name="Shape 980"/>
          <p:cNvSpPr/>
          <p:nvPr/>
        </p:nvSpPr>
        <p:spPr>
          <a:xfrm>
            <a:off x="7159605" y="2647003"/>
            <a:ext cx="402263" cy="227229"/>
          </a:xfrm>
          <a:custGeom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38100">
            <a:solidFill>
              <a:srgbClr val="C7D3E6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81" name="Shape 981"/>
          <p:cNvSpPr/>
          <p:nvPr/>
        </p:nvSpPr>
        <p:spPr>
          <a:xfrm>
            <a:off x="6275768" y="2647003"/>
            <a:ext cx="402263" cy="227229"/>
          </a:xfrm>
          <a:custGeom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12175">
            <a:solidFill>
              <a:srgbClr val="C7D3E6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82" name="Shape 982"/>
          <p:cNvSpPr/>
          <p:nvPr/>
        </p:nvSpPr>
        <p:spPr>
          <a:xfrm>
            <a:off x="6561303" y="3704540"/>
            <a:ext cx="1000561" cy="565194"/>
          </a:xfrm>
          <a:custGeom>
            <a:pathLst>
              <a:path extrusionOk="0" fill="none" h="10814" w="19144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cap="rnd" cmpd="sng" w="9525">
            <a:solidFill>
              <a:srgbClr val="C7D3E6"/>
            </a:solidFill>
            <a:prstDash val="dash"/>
            <a:round/>
            <a:headEnd len="med" w="med" type="none"/>
            <a:tailEnd len="med" w="med" type="none"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83" name="Shape 983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FFFFFF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Shape 988"/>
          <p:cNvSpPr txBox="1"/>
          <p:nvPr/>
        </p:nvSpPr>
        <p:spPr>
          <a:xfrm>
            <a:off x="2087650" y="9142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b="1" lang="en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Now you can use any emoji as an icon!</a:t>
            </a: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of course it resizes without losing quality and you can change the color.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>
              <a:spcBef>
                <a:spcPts val="0"/>
              </a:spcBef>
              <a:buNone/>
            </a:pPr>
            <a:r>
              <a:rPr lang="en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How? Follow Google instructions </a:t>
            </a:r>
            <a:r>
              <a:rPr lang="en" u="sng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>https://twitter.com/googledocs/status/730087240156643328</a:t>
            </a: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 rt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lvl="0" rtl="0">
              <a:spcBef>
                <a:spcPts val="0"/>
              </a:spcBef>
              <a:buNone/>
            </a:pPr>
            <a:r>
              <a:t/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89" name="Shape 989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wrap="square" tIns="91425">
            <a:noAutofit/>
          </a:bodyPr>
          <a:lstStyle/>
          <a:p>
            <a:pPr lvl="0">
              <a:lnSpc>
                <a:spcPct val="115000"/>
              </a:lnSpc>
              <a:spcBef>
                <a:spcPts val="0"/>
              </a:spcBef>
              <a:buNone/>
            </a:pPr>
            <a:r>
              <a:rPr lang="en" sz="36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9800"/>
                </a:solidFill>
                <a:highlight>
                  <a:srgbClr val="3F5378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 and many more...</a:t>
            </a:r>
          </a:p>
        </p:txBody>
      </p:sp>
      <p:sp>
        <p:nvSpPr>
          <p:cNvPr id="990" name="Shape 990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wrap="square" tIns="91425">
            <a:noAutofit/>
          </a:bodyPr>
          <a:lstStyle/>
          <a:p>
            <a:pPr lv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lang="en" sz="9600">
                <a:solidFill>
                  <a:srgbClr val="FF9800"/>
                </a:solidFill>
              </a:rPr>
              <a:t>😉</a:t>
            </a:r>
          </a:p>
        </p:txBody>
      </p:sp>
      <p:sp>
        <p:nvSpPr>
          <p:cNvPr id="991" name="Shape 991"/>
          <p:cNvSpPr txBox="1"/>
          <p:nvPr>
            <p:ph idx="12" type="sldNum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anchorCtr="0" anchor="ctr" bIns="91425" lIns="91425" rIns="91425" wrap="square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