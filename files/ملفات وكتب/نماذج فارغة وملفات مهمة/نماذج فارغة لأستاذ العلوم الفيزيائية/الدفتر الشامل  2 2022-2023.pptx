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41" r:id="rId2"/>
    <p:sldId id="367" r:id="rId3"/>
    <p:sldId id="368" r:id="rId4"/>
    <p:sldId id="326" r:id="rId5"/>
    <p:sldId id="316" r:id="rId6"/>
    <p:sldId id="354" r:id="rId7"/>
    <p:sldId id="417" r:id="rId8"/>
    <p:sldId id="355" r:id="rId9"/>
    <p:sldId id="369" r:id="rId10"/>
    <p:sldId id="353" r:id="rId11"/>
    <p:sldId id="329" r:id="rId12"/>
    <p:sldId id="356" r:id="rId13"/>
    <p:sldId id="357" r:id="rId14"/>
    <p:sldId id="358" r:id="rId15"/>
    <p:sldId id="359" r:id="rId16"/>
    <p:sldId id="370" r:id="rId17"/>
    <p:sldId id="371" r:id="rId18"/>
    <p:sldId id="372" r:id="rId19"/>
    <p:sldId id="373" r:id="rId20"/>
    <p:sldId id="374" r:id="rId21"/>
    <p:sldId id="375" r:id="rId22"/>
    <p:sldId id="376" r:id="rId23"/>
    <p:sldId id="378" r:id="rId24"/>
    <p:sldId id="379" r:id="rId25"/>
    <p:sldId id="380" r:id="rId26"/>
    <p:sldId id="381" r:id="rId27"/>
    <p:sldId id="382" r:id="rId28"/>
    <p:sldId id="383" r:id="rId29"/>
    <p:sldId id="384" r:id="rId30"/>
    <p:sldId id="385" r:id="rId31"/>
    <p:sldId id="386" r:id="rId32"/>
    <p:sldId id="387" r:id="rId33"/>
    <p:sldId id="389" r:id="rId34"/>
    <p:sldId id="390" r:id="rId35"/>
    <p:sldId id="391" r:id="rId36"/>
    <p:sldId id="392" r:id="rId37"/>
    <p:sldId id="393" r:id="rId38"/>
    <p:sldId id="394" r:id="rId39"/>
    <p:sldId id="377" r:id="rId40"/>
    <p:sldId id="388" r:id="rId41"/>
    <p:sldId id="418" r:id="rId42"/>
    <p:sldId id="366" r:id="rId43"/>
    <p:sldId id="331" r:id="rId44"/>
    <p:sldId id="360" r:id="rId45"/>
    <p:sldId id="361" r:id="rId46"/>
    <p:sldId id="395" r:id="rId47"/>
    <p:sldId id="396" r:id="rId48"/>
    <p:sldId id="397" r:id="rId49"/>
    <p:sldId id="398" r:id="rId50"/>
    <p:sldId id="399" r:id="rId51"/>
    <p:sldId id="400" r:id="rId52"/>
    <p:sldId id="401" r:id="rId53"/>
    <p:sldId id="402" r:id="rId54"/>
    <p:sldId id="403" r:id="rId55"/>
    <p:sldId id="404" r:id="rId56"/>
    <p:sldId id="405" r:id="rId57"/>
    <p:sldId id="406" r:id="rId58"/>
    <p:sldId id="407" r:id="rId59"/>
    <p:sldId id="408" r:id="rId60"/>
    <p:sldId id="409" r:id="rId61"/>
    <p:sldId id="410" r:id="rId62"/>
    <p:sldId id="411" r:id="rId63"/>
    <p:sldId id="412" r:id="rId64"/>
    <p:sldId id="413" r:id="rId65"/>
    <p:sldId id="414" r:id="rId66"/>
    <p:sldId id="415" r:id="rId67"/>
    <p:sldId id="420" r:id="rId68"/>
    <p:sldId id="421" r:id="rId69"/>
    <p:sldId id="422" r:id="rId70"/>
    <p:sldId id="312" r:id="rId71"/>
    <p:sldId id="416" r:id="rId72"/>
    <p:sldId id="349" r:id="rId73"/>
    <p:sldId id="362" r:id="rId74"/>
    <p:sldId id="363" r:id="rId75"/>
    <p:sldId id="364" r:id="rId76"/>
    <p:sldId id="419" r:id="rId77"/>
  </p:sldIdLst>
  <p:sldSz cx="7561263" cy="10693400"/>
  <p:notesSz cx="6858000" cy="9144000"/>
  <p:defaultTextStyle>
    <a:defPPr>
      <a:defRPr lang="fr-FR"/>
    </a:defPPr>
    <a:lvl1pPr marL="0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1pPr>
    <a:lvl2pPr marL="521528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2pPr>
    <a:lvl3pPr marL="1043056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3pPr>
    <a:lvl4pPr marL="1564584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4pPr>
    <a:lvl5pPr marL="2086112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5pPr>
    <a:lvl6pPr marL="2607640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6pPr>
    <a:lvl7pPr marL="3129168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7pPr>
    <a:lvl8pPr marL="3650696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8pPr>
    <a:lvl9pPr marL="4172224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369">
          <p15:clr>
            <a:srgbClr val="A4A3A4"/>
          </p15:clr>
        </p15:guide>
        <p15:guide id="2" pos="2382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6DAE6"/>
    <a:srgbClr val="E6D5DD"/>
    <a:srgbClr val="D50054"/>
    <a:srgbClr val="874356"/>
    <a:srgbClr val="FFEAF3"/>
    <a:srgbClr val="F94892"/>
    <a:srgbClr val="FA61A1"/>
    <a:srgbClr val="FFEEF6"/>
    <a:srgbClr val="FFE3EF"/>
    <a:srgbClr val="E6096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BDBED569-4797-4DF1-A0F4-6AAB3CD982D8}" styleName="Style léger 3 - Accentuation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522" autoAdjust="0"/>
    <p:restoredTop sz="95380" autoAdjust="0"/>
  </p:normalViewPr>
  <p:slideViewPr>
    <p:cSldViewPr snapToGrid="0">
      <p:cViewPr>
        <p:scale>
          <a:sx n="93" d="100"/>
          <a:sy n="93" d="100"/>
        </p:scale>
        <p:origin x="1878" y="66"/>
      </p:cViewPr>
      <p:guideLst>
        <p:guide orient="horz" pos="3369"/>
        <p:guide pos="2382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40" d="100"/>
        <a:sy n="140" d="100"/>
      </p:scale>
      <p:origin x="0" y="-2586"/>
    </p:cViewPr>
  </p:sorterViewPr>
  <p:gridSpacing cx="60128" cy="6012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presProps" Target="presProps.xml"/><Relationship Id="rId8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567095" y="3321886"/>
            <a:ext cx="6427074" cy="2292150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134190" y="6059593"/>
            <a:ext cx="5292884" cy="2732758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919413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10347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597287" y="6871500"/>
            <a:ext cx="6427074" cy="2123828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597287" y="4532320"/>
            <a:ext cx="6427074" cy="233918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16890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312428" y="3891210"/>
            <a:ext cx="2750147" cy="1100281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3188595" y="3891210"/>
            <a:ext cx="2751460" cy="1100281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96055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78063" y="428232"/>
            <a:ext cx="6805137" cy="1782233"/>
          </a:xfrm>
        </p:spPr>
        <p:txBody>
          <a:bodyPr/>
          <a:lstStyle>
            <a:lvl1pPr>
              <a:defRPr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378063" y="2393639"/>
            <a:ext cx="3340871" cy="997555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378063" y="3391194"/>
            <a:ext cx="3340871" cy="6161082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3841017" y="2393639"/>
            <a:ext cx="3342183" cy="997555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3841017" y="3391194"/>
            <a:ext cx="3342183" cy="6161082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8" name="Espace réservé du pied de page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58248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4" name="Espace réservé du pied de pag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554577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15206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78064" y="425756"/>
            <a:ext cx="2487603" cy="1811937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2956244" y="425756"/>
            <a:ext cx="4226956" cy="9126521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378064" y="2237694"/>
            <a:ext cx="2487603" cy="731458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532348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1482060" y="7485380"/>
            <a:ext cx="4536758" cy="88369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1482060" y="955475"/>
            <a:ext cx="4536758" cy="641604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1482060" y="8369071"/>
            <a:ext cx="4536758" cy="1254989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86031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153302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4534133" y="668338"/>
            <a:ext cx="1405923" cy="14225688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312427" y="668338"/>
            <a:ext cx="4095684" cy="14225688"/>
          </a:xfrm>
        </p:spPr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641148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378063" y="428232"/>
            <a:ext cx="6805137" cy="178223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378063" y="2495127"/>
            <a:ext cx="6805137" cy="70571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2"/>
          </p:nvPr>
        </p:nvSpPr>
        <p:spPr>
          <a:xfrm>
            <a:off x="378063" y="9911198"/>
            <a:ext cx="1764295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r>
              <a:rPr lang="fr-FR" dirty="0">
                <a:solidFill>
                  <a:prstClr val="black">
                    <a:tint val="75000"/>
                  </a:prstClr>
                </a:solidFill>
              </a:rPr>
              <a:t>2015/2016</a:t>
            </a: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3"/>
          </p:nvPr>
        </p:nvSpPr>
        <p:spPr>
          <a:xfrm>
            <a:off x="2583432" y="9911198"/>
            <a:ext cx="2394400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r>
              <a:rPr lang="ar-MA" dirty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>
          <a:xfrm>
            <a:off x="5418905" y="9911198"/>
            <a:ext cx="1764295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 defTabSz="914400"/>
              <a:t>‹#›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33656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hf hdr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1.png"/><Relationship Id="rId7" Type="http://schemas.openxmlformats.org/officeDocument/2006/relationships/image" Target="../media/image9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png"/><Relationship Id="rId11" Type="http://schemas.microsoft.com/office/2007/relationships/hdphoto" Target="../media/hdphoto1.wdp"/><Relationship Id="rId5" Type="http://schemas.openxmlformats.org/officeDocument/2006/relationships/image" Target="../media/image8.png"/><Relationship Id="rId10" Type="http://schemas.openxmlformats.org/officeDocument/2006/relationships/image" Target="../media/image5.png"/><Relationship Id="rId4" Type="http://schemas.openxmlformats.org/officeDocument/2006/relationships/image" Target="../media/image7.png"/><Relationship Id="rId9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.png"/><Relationship Id="rId7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10" Type="http://schemas.openxmlformats.org/officeDocument/2006/relationships/image" Target="../media/image11.png"/><Relationship Id="rId4" Type="http://schemas.openxmlformats.org/officeDocument/2006/relationships/image" Target="../media/image3.png"/><Relationship Id="rId9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6" Type="http://schemas.microsoft.com/office/2007/relationships/hdphoto" Target="../media/hdphoto3.wdp"/><Relationship Id="rId5" Type="http://schemas.openxmlformats.org/officeDocument/2006/relationships/image" Target="../media/image13.png"/><Relationship Id="rId4" Type="http://schemas.microsoft.com/office/2007/relationships/hdphoto" Target="../media/hdphoto2.wdp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AC393FBB-D3F2-4BB3-8441-820D11E7AB41}"/>
              </a:ext>
            </a:extLst>
          </p:cNvPr>
          <p:cNvGrpSpPr/>
          <p:nvPr/>
        </p:nvGrpSpPr>
        <p:grpSpPr>
          <a:xfrm flipH="1">
            <a:off x="-9522" y="12496"/>
            <a:ext cx="7561261" cy="1275253"/>
            <a:chOff x="-9522" y="12496"/>
            <a:chExt cx="7561261" cy="1275253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FB3D396-B300-4AF1-B1E9-D2F72BD2512D}"/>
                </a:ext>
              </a:extLst>
            </p:cNvPr>
            <p:cNvSpPr/>
            <p:nvPr/>
          </p:nvSpPr>
          <p:spPr>
            <a:xfrm>
              <a:off x="-9522" y="104644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BE5E5">
                    <a:shade val="30000"/>
                    <a:satMod val="115000"/>
                  </a:srgbClr>
                </a:gs>
                <a:gs pos="50000">
                  <a:srgbClr val="FBE5E5">
                    <a:shade val="67500"/>
                    <a:satMod val="115000"/>
                  </a:srgbClr>
                </a:gs>
                <a:gs pos="100000">
                  <a:srgbClr val="FBE5E5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" name="Rectangle 10">
              <a:extLst>
                <a:ext uri="{FF2B5EF4-FFF2-40B4-BE49-F238E27FC236}">
                  <a16:creationId xmlns:a16="http://schemas.microsoft.com/office/drawing/2014/main" id="{11DC612A-9D39-406A-A557-F681F975005F}"/>
                </a:ext>
              </a:extLst>
            </p:cNvPr>
            <p:cNvSpPr/>
            <p:nvPr/>
          </p:nvSpPr>
          <p:spPr>
            <a:xfrm>
              <a:off x="-9522" y="12496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E60965">
                    <a:shade val="30000"/>
                    <a:satMod val="115000"/>
                  </a:srgbClr>
                </a:gs>
                <a:gs pos="50000">
                  <a:srgbClr val="E60965">
                    <a:shade val="67500"/>
                    <a:satMod val="115000"/>
                  </a:srgbClr>
                </a:gs>
                <a:gs pos="100000">
                  <a:srgbClr val="E60965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250F2FDB-AC67-461F-A161-64ACA6D19029}"/>
              </a:ext>
            </a:extLst>
          </p:cNvPr>
          <p:cNvSpPr/>
          <p:nvPr/>
        </p:nvSpPr>
        <p:spPr>
          <a:xfrm>
            <a:off x="-9523" y="10246202"/>
            <a:ext cx="7561261" cy="304800"/>
          </a:xfrm>
          <a:prstGeom prst="rect">
            <a:avLst/>
          </a:prstGeom>
          <a:gradFill flip="none" rotWithShape="1">
            <a:gsLst>
              <a:gs pos="0">
                <a:srgbClr val="C00000">
                  <a:shade val="30000"/>
                  <a:satMod val="115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51738BD-740B-41BA-B731-867378E9B7F2}"/>
              </a:ext>
            </a:extLst>
          </p:cNvPr>
          <p:cNvSpPr/>
          <p:nvPr/>
        </p:nvSpPr>
        <p:spPr>
          <a:xfrm>
            <a:off x="2" y="10319300"/>
            <a:ext cx="7561261" cy="374100"/>
          </a:xfrm>
          <a:prstGeom prst="rect">
            <a:avLst/>
          </a:prstGeom>
          <a:solidFill>
            <a:srgbClr val="F6DA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D32942D1-296C-404F-88A8-7F414524FD9D}"/>
              </a:ext>
            </a:extLst>
          </p:cNvPr>
          <p:cNvSpPr/>
          <p:nvPr/>
        </p:nvSpPr>
        <p:spPr>
          <a:xfrm>
            <a:off x="710430" y="2135722"/>
            <a:ext cx="5980131" cy="1174688"/>
          </a:xfrm>
          <a:prstGeom prst="roundRect">
            <a:avLst>
              <a:gd name="adj" fmla="val 50000"/>
            </a:avLst>
          </a:prstGeom>
          <a:solidFill>
            <a:srgbClr val="FFA1C9">
              <a:alpha val="30000"/>
            </a:srgbClr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DZ" sz="4800" b="1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الدفتر الشامل      </a:t>
            </a:r>
            <a:endParaRPr lang="fr-FR" sz="4800" b="1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46AE4773-292C-4537-8302-049C8BEF070F}"/>
              </a:ext>
            </a:extLst>
          </p:cNvPr>
          <p:cNvSpPr>
            <a:spLocks/>
          </p:cNvSpPr>
          <p:nvPr/>
        </p:nvSpPr>
        <p:spPr>
          <a:xfrm>
            <a:off x="710430" y="2148145"/>
            <a:ext cx="1174688" cy="1173004"/>
          </a:xfrm>
          <a:prstGeom prst="ellipse">
            <a:avLst/>
          </a:prstGeom>
          <a:solidFill>
            <a:schemeClr val="bg1"/>
          </a:solidFill>
          <a:ln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35B5F40E-7557-46D6-9527-A670C5C1AF8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430" y="2157199"/>
            <a:ext cx="1174688" cy="1174688"/>
          </a:xfrm>
          <a:prstGeom prst="ellipse">
            <a:avLst/>
          </a:prstGeom>
          <a:ln w="28575">
            <a:solidFill>
              <a:srgbClr val="F94892"/>
            </a:solidFill>
            <a:prstDash val="dash"/>
          </a:ln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857E00C9-2DB8-44CF-B3F6-19C5D5E0A381}"/>
              </a:ext>
            </a:extLst>
          </p:cNvPr>
          <p:cNvSpPr txBox="1"/>
          <p:nvPr/>
        </p:nvSpPr>
        <p:spPr>
          <a:xfrm>
            <a:off x="2112808" y="832039"/>
            <a:ext cx="3615069" cy="10000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ar-DZ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وزارة التربية الوطنية</a:t>
            </a:r>
          </a:p>
          <a:p>
            <a:pPr algn="ctr">
              <a:lnSpc>
                <a:spcPct val="150000"/>
              </a:lnSpc>
            </a:pPr>
            <a:r>
              <a:rPr lang="ar-DZ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مديرية التربية لولاية ................</a:t>
            </a:r>
            <a:endParaRPr lang="fr-FR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EB62068-B01F-48EB-9226-10C9F3CFFC15}"/>
              </a:ext>
            </a:extLst>
          </p:cNvPr>
          <p:cNvSpPr txBox="1"/>
          <p:nvPr/>
        </p:nvSpPr>
        <p:spPr>
          <a:xfrm>
            <a:off x="3055082" y="3533674"/>
            <a:ext cx="3023098" cy="4548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العلوم الفيزيائية والتكنولوجية</a:t>
            </a:r>
            <a:endParaRPr lang="fr-FR" sz="18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A06D3170-FA56-450F-A28F-E4D65DBD4CD9}"/>
              </a:ext>
            </a:extLst>
          </p:cNvPr>
          <p:cNvSpPr/>
          <p:nvPr/>
        </p:nvSpPr>
        <p:spPr>
          <a:xfrm>
            <a:off x="2667000" y="4343400"/>
            <a:ext cx="4023561" cy="4784463"/>
          </a:xfrm>
          <a:prstGeom prst="roundRect">
            <a:avLst>
              <a:gd name="adj" fmla="val 6251"/>
            </a:avLst>
          </a:prstGeom>
          <a:gradFill flip="none" rotWithShape="1">
            <a:gsLst>
              <a:gs pos="0">
                <a:srgbClr val="E60965">
                  <a:shade val="30000"/>
                  <a:satMod val="115000"/>
                </a:srgbClr>
              </a:gs>
              <a:gs pos="50000">
                <a:srgbClr val="E60965">
                  <a:shade val="67500"/>
                  <a:satMod val="115000"/>
                </a:srgbClr>
              </a:gs>
              <a:gs pos="100000">
                <a:srgbClr val="E60965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9C92E088-0FD9-44D9-8ADD-E21D33CE31E4}"/>
              </a:ext>
            </a:extLst>
          </p:cNvPr>
          <p:cNvSpPr txBox="1"/>
          <p:nvPr/>
        </p:nvSpPr>
        <p:spPr>
          <a:xfrm>
            <a:off x="3119606" y="4439758"/>
            <a:ext cx="2966869" cy="447718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البطاقة الفنية للأستاذ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جدول الزيارات التكوينية والتفتيشية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جدول الأيام التكوينية والندوات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التوزيع السنوي للمادة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الدفتر اليومي 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الأقسام المسندة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التوقيت الأسبوعي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دفتر التنقيط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الإمتحانات الفصلية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مجالس الأقسام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مخطط الجلوس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مفكرة الأستاذ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30C482E-6854-464D-9D62-2B73CA543D43}"/>
              </a:ext>
            </a:extLst>
          </p:cNvPr>
          <p:cNvGrpSpPr/>
          <p:nvPr/>
        </p:nvGrpSpPr>
        <p:grpSpPr>
          <a:xfrm>
            <a:off x="6223100" y="4591549"/>
            <a:ext cx="253223" cy="4220735"/>
            <a:chOff x="6223100" y="4574924"/>
            <a:chExt cx="253223" cy="4220735"/>
          </a:xfrm>
        </p:grpSpPr>
        <p:sp>
          <p:nvSpPr>
            <p:cNvPr id="39" name="Isosceles Triangle 38">
              <a:extLst>
                <a:ext uri="{FF2B5EF4-FFF2-40B4-BE49-F238E27FC236}">
                  <a16:creationId xmlns:a16="http://schemas.microsoft.com/office/drawing/2014/main" id="{5EA49D9E-E2C5-439A-98CB-9AA2B1264205}"/>
                </a:ext>
              </a:extLst>
            </p:cNvPr>
            <p:cNvSpPr/>
            <p:nvPr/>
          </p:nvSpPr>
          <p:spPr>
            <a:xfrm rot="1949564">
              <a:off x="6223100" y="4574924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0" name="Isosceles Triangle 39">
              <a:extLst>
                <a:ext uri="{FF2B5EF4-FFF2-40B4-BE49-F238E27FC236}">
                  <a16:creationId xmlns:a16="http://schemas.microsoft.com/office/drawing/2014/main" id="{02328361-A189-4215-81D5-9260771A96F0}"/>
                </a:ext>
              </a:extLst>
            </p:cNvPr>
            <p:cNvSpPr/>
            <p:nvPr/>
          </p:nvSpPr>
          <p:spPr>
            <a:xfrm rot="1949564">
              <a:off x="6223101" y="4938783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1" name="Isosceles Triangle 40">
              <a:extLst>
                <a:ext uri="{FF2B5EF4-FFF2-40B4-BE49-F238E27FC236}">
                  <a16:creationId xmlns:a16="http://schemas.microsoft.com/office/drawing/2014/main" id="{87F2CBB0-E78F-4A91-AAB6-F289A08C345D}"/>
                </a:ext>
              </a:extLst>
            </p:cNvPr>
            <p:cNvSpPr/>
            <p:nvPr/>
          </p:nvSpPr>
          <p:spPr>
            <a:xfrm rot="1949564">
              <a:off x="6223102" y="5302642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2" name="Isosceles Triangle 41">
              <a:extLst>
                <a:ext uri="{FF2B5EF4-FFF2-40B4-BE49-F238E27FC236}">
                  <a16:creationId xmlns:a16="http://schemas.microsoft.com/office/drawing/2014/main" id="{FE2E5526-837A-42D8-9ECC-AB924F68A2AB}"/>
                </a:ext>
              </a:extLst>
            </p:cNvPr>
            <p:cNvSpPr/>
            <p:nvPr/>
          </p:nvSpPr>
          <p:spPr>
            <a:xfrm rot="1949564">
              <a:off x="6223103" y="5666501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3" name="Isosceles Triangle 42">
              <a:extLst>
                <a:ext uri="{FF2B5EF4-FFF2-40B4-BE49-F238E27FC236}">
                  <a16:creationId xmlns:a16="http://schemas.microsoft.com/office/drawing/2014/main" id="{943F6172-E2A5-459D-B966-73E5505203DF}"/>
                </a:ext>
              </a:extLst>
            </p:cNvPr>
            <p:cNvSpPr/>
            <p:nvPr/>
          </p:nvSpPr>
          <p:spPr>
            <a:xfrm rot="1949564">
              <a:off x="6223104" y="6030360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4" name="Isosceles Triangle 43">
              <a:extLst>
                <a:ext uri="{FF2B5EF4-FFF2-40B4-BE49-F238E27FC236}">
                  <a16:creationId xmlns:a16="http://schemas.microsoft.com/office/drawing/2014/main" id="{E5588CBE-3BE1-428E-8CAF-972FFFCBB1A3}"/>
                </a:ext>
              </a:extLst>
            </p:cNvPr>
            <p:cNvSpPr/>
            <p:nvPr/>
          </p:nvSpPr>
          <p:spPr>
            <a:xfrm rot="1949564">
              <a:off x="6223105" y="6394219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5" name="Isosceles Triangle 44">
              <a:extLst>
                <a:ext uri="{FF2B5EF4-FFF2-40B4-BE49-F238E27FC236}">
                  <a16:creationId xmlns:a16="http://schemas.microsoft.com/office/drawing/2014/main" id="{E0F5DD2B-21C0-44AC-9536-1C5A67326C18}"/>
                </a:ext>
              </a:extLst>
            </p:cNvPr>
            <p:cNvSpPr/>
            <p:nvPr/>
          </p:nvSpPr>
          <p:spPr>
            <a:xfrm rot="1949564">
              <a:off x="6223106" y="6758078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6" name="Isosceles Triangle 45">
              <a:extLst>
                <a:ext uri="{FF2B5EF4-FFF2-40B4-BE49-F238E27FC236}">
                  <a16:creationId xmlns:a16="http://schemas.microsoft.com/office/drawing/2014/main" id="{984B99CE-D05F-4F48-8985-21539DB2604F}"/>
                </a:ext>
              </a:extLst>
            </p:cNvPr>
            <p:cNvSpPr/>
            <p:nvPr/>
          </p:nvSpPr>
          <p:spPr>
            <a:xfrm rot="1949564">
              <a:off x="6223107" y="7121937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7" name="Isosceles Triangle 46">
              <a:extLst>
                <a:ext uri="{FF2B5EF4-FFF2-40B4-BE49-F238E27FC236}">
                  <a16:creationId xmlns:a16="http://schemas.microsoft.com/office/drawing/2014/main" id="{6A4D0DB5-F687-42F0-88BC-C5B4C277E45E}"/>
                </a:ext>
              </a:extLst>
            </p:cNvPr>
            <p:cNvSpPr/>
            <p:nvPr/>
          </p:nvSpPr>
          <p:spPr>
            <a:xfrm rot="1949564">
              <a:off x="6223108" y="7485796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8" name="Isosceles Triangle 47">
              <a:extLst>
                <a:ext uri="{FF2B5EF4-FFF2-40B4-BE49-F238E27FC236}">
                  <a16:creationId xmlns:a16="http://schemas.microsoft.com/office/drawing/2014/main" id="{F655A56C-48EC-4F97-B832-97ECEF1AA374}"/>
                </a:ext>
              </a:extLst>
            </p:cNvPr>
            <p:cNvSpPr/>
            <p:nvPr/>
          </p:nvSpPr>
          <p:spPr>
            <a:xfrm rot="1949564">
              <a:off x="6223109" y="7849655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9" name="Isosceles Triangle 48">
              <a:extLst>
                <a:ext uri="{FF2B5EF4-FFF2-40B4-BE49-F238E27FC236}">
                  <a16:creationId xmlns:a16="http://schemas.microsoft.com/office/drawing/2014/main" id="{EE004948-923F-49F4-92A7-F4CD19160943}"/>
                </a:ext>
              </a:extLst>
            </p:cNvPr>
            <p:cNvSpPr/>
            <p:nvPr/>
          </p:nvSpPr>
          <p:spPr>
            <a:xfrm rot="1949564">
              <a:off x="6223110" y="8213514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0" name="Isosceles Triangle 49">
              <a:extLst>
                <a:ext uri="{FF2B5EF4-FFF2-40B4-BE49-F238E27FC236}">
                  <a16:creationId xmlns:a16="http://schemas.microsoft.com/office/drawing/2014/main" id="{84CAC417-B24E-4A58-9078-2DD2D395758A}"/>
                </a:ext>
              </a:extLst>
            </p:cNvPr>
            <p:cNvSpPr/>
            <p:nvPr/>
          </p:nvSpPr>
          <p:spPr>
            <a:xfrm rot="1949564">
              <a:off x="6223111" y="8577373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pic>
        <p:nvPicPr>
          <p:cNvPr id="6" name="Picture 5" descr="A group of beakers with different colored liquids&#10;&#10;Description automatically generated">
            <a:extLst>
              <a:ext uri="{FF2B5EF4-FFF2-40B4-BE49-F238E27FC236}">
                <a16:creationId xmlns:a16="http://schemas.microsoft.com/office/drawing/2014/main" id="{23A8B955-E07C-41A3-B0DD-92728497634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179"/>
          <a:stretch/>
        </p:blipFill>
        <p:spPr>
          <a:xfrm>
            <a:off x="-1210323" y="4100606"/>
            <a:ext cx="5715000" cy="5746692"/>
          </a:xfrm>
          <a:prstGeom prst="rect">
            <a:avLst/>
          </a:prstGeom>
        </p:spPr>
      </p:pic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D40E8173-2F54-4176-8EAD-C798B847A6DF}"/>
              </a:ext>
            </a:extLst>
          </p:cNvPr>
          <p:cNvSpPr/>
          <p:nvPr/>
        </p:nvSpPr>
        <p:spPr>
          <a:xfrm>
            <a:off x="-634882" y="9405000"/>
            <a:ext cx="5040000" cy="540000"/>
          </a:xfrm>
          <a:prstGeom prst="roundRect">
            <a:avLst>
              <a:gd name="adj" fmla="val 50000"/>
            </a:avLst>
          </a:prstGeom>
          <a:solidFill>
            <a:srgbClr val="F6DAE6"/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ar-DZ" sz="20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       الأستاذة : ..............................................</a:t>
            </a:r>
            <a:endParaRPr lang="fr-FR" sz="20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98FF2B6-C8CC-4FA2-8D67-174AC2F412E9}"/>
              </a:ext>
            </a:extLst>
          </p:cNvPr>
          <p:cNvSpPr txBox="1"/>
          <p:nvPr/>
        </p:nvSpPr>
        <p:spPr>
          <a:xfrm>
            <a:off x="2259558" y="10222137"/>
            <a:ext cx="3023098" cy="4548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السنة الدراسية: 2023 - 2024</a:t>
            </a:r>
            <a:endParaRPr lang="fr-FR" sz="18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23E9B8B1-FD64-4B06-9AC2-892056A7654D}"/>
              </a:ext>
            </a:extLst>
          </p:cNvPr>
          <p:cNvSpPr txBox="1"/>
          <p:nvPr/>
        </p:nvSpPr>
        <p:spPr>
          <a:xfrm>
            <a:off x="4421962" y="9305668"/>
            <a:ext cx="127545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ar-DZ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للتــواصـــــل</a:t>
            </a:r>
          </a:p>
          <a:p>
            <a:pPr algn="r"/>
            <a:r>
              <a:rPr lang="ar-DZ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قم بمسح</a:t>
            </a:r>
          </a:p>
          <a:p>
            <a:pPr algn="r"/>
            <a:r>
              <a:rPr lang="fr-FR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 QR</a:t>
            </a:r>
            <a:r>
              <a:rPr lang="ar-DZ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الكـــود </a:t>
            </a:r>
            <a:endParaRPr lang="fr-FR" sz="1400" dirty="0">
              <a:solidFill>
                <a:srgbClr val="FA61A1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59298EC4-7EC8-4106-9E06-F4C09BB84895}"/>
              </a:ext>
            </a:extLst>
          </p:cNvPr>
          <p:cNvCxnSpPr/>
          <p:nvPr/>
        </p:nvCxnSpPr>
        <p:spPr>
          <a:xfrm>
            <a:off x="5719816" y="9324332"/>
            <a:ext cx="0" cy="720000"/>
          </a:xfrm>
          <a:prstGeom prst="line">
            <a:avLst/>
          </a:prstGeom>
          <a:ln w="19050">
            <a:solidFill>
              <a:srgbClr val="F948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4" name="Picture 73">
            <a:extLst>
              <a:ext uri="{FF2B5EF4-FFF2-40B4-BE49-F238E27FC236}">
                <a16:creationId xmlns:a16="http://schemas.microsoft.com/office/drawing/2014/main" id="{DC7617DF-41FA-41CF-870A-60A14067611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73364" y="3517687"/>
            <a:ext cx="617197" cy="617197"/>
          </a:xfrm>
          <a:prstGeom prst="rect">
            <a:avLst/>
          </a:prstGeom>
        </p:spPr>
      </p:pic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CCFD0C45-DEE6-481C-8EBD-7CA1881C648F}"/>
              </a:ext>
            </a:extLst>
          </p:cNvPr>
          <p:cNvSpPr/>
          <p:nvPr/>
        </p:nvSpPr>
        <p:spPr>
          <a:xfrm rot="19383682">
            <a:off x="-763575" y="524316"/>
            <a:ext cx="3484245" cy="562610"/>
          </a:xfrm>
          <a:prstGeom prst="roundRect">
            <a:avLst>
              <a:gd name="adj" fmla="val 0"/>
            </a:avLst>
          </a:prstGeom>
          <a:solidFill>
            <a:srgbClr val="FFFF66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fr-FR" sz="1100" dirty="0">
                <a:solidFill>
                  <a:srgbClr val="262626"/>
                </a:solidFill>
                <a:ea typeface="Calibri" panose="020F0502020204030204" pitchFamily="34" charset="0"/>
                <a:cs typeface="DIN Next LT Arabic" panose="020B0503020203050203" pitchFamily="34" charset="-78"/>
              </a:rPr>
              <a:t> </a:t>
            </a:r>
            <a:r>
              <a:rPr lang="ar-DZ" sz="1100" dirty="0">
                <a:solidFill>
                  <a:srgbClr val="262626"/>
                </a:solidFill>
                <a:ea typeface="Calibri" panose="020F0502020204030204" pitchFamily="34" charset="0"/>
                <a:cs typeface="DIN Next LT Arabic" panose="020B0503020203050203" pitchFamily="34" charset="-78"/>
              </a:rPr>
              <a:t>تعديــل</a:t>
            </a:r>
            <a:r>
              <a:rPr lang="ar-SA" sz="1100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 الأستـــاذ : حكيـــم بوزورداز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SA" sz="1100" b="1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hbouzourdaz@gmail.com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  <p:pic>
        <p:nvPicPr>
          <p:cNvPr id="81" name="Picture 80">
            <a:extLst>
              <a:ext uri="{FF2B5EF4-FFF2-40B4-BE49-F238E27FC236}">
                <a16:creationId xmlns:a16="http://schemas.microsoft.com/office/drawing/2014/main" id="{C1BBE98A-DDF8-4EBE-9FF4-FF6290BC5785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456"/>
          <a:stretch/>
        </p:blipFill>
        <p:spPr>
          <a:xfrm>
            <a:off x="5845225" y="9246008"/>
            <a:ext cx="845336" cy="864000"/>
          </a:xfrm>
          <a:prstGeom prst="rect">
            <a:avLst/>
          </a:prstGeom>
        </p:spPr>
      </p:pic>
      <p:pic>
        <p:nvPicPr>
          <p:cNvPr id="83" name="Picture 82">
            <a:extLst>
              <a:ext uri="{FF2B5EF4-FFF2-40B4-BE49-F238E27FC236}">
                <a16:creationId xmlns:a16="http://schemas.microsoft.com/office/drawing/2014/main" id="{B5C7E664-8125-4A73-87C5-72AD84AA4FF1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25500" b="73250" l="36250" r="62667">
                        <a14:foregroundMark x1="46750" y1="25667" x2="46750" y2="25667"/>
                        <a14:foregroundMark x1="50917" y1="25500" x2="50917" y2="25500"/>
                        <a14:foregroundMark x1="37417" y1="40917" x2="37417" y2="40917"/>
                        <a14:foregroundMark x1="43833" y1="39750" x2="43833" y2="39750"/>
                        <a14:foregroundMark x1="48333" y1="47833" x2="48333" y2="47833"/>
                        <a14:foregroundMark x1="62667" y1="48667" x2="62667" y2="48667"/>
                        <a14:foregroundMark x1="56917" y1="71417" x2="56917" y2="71417"/>
                        <a14:foregroundMark x1="53083" y1="73250" x2="53083" y2="73250"/>
                        <a14:foregroundMark x1="36667" y1="70833" x2="36667" y2="70833"/>
                        <a14:foregroundMark x1="36250" y1="60583" x2="36250" y2="60583"/>
                        <a14:foregroundMark x1="36250" y1="62917" x2="36250" y2="629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4261" t="23545" r="34837" b="24061"/>
          <a:stretch/>
        </p:blipFill>
        <p:spPr>
          <a:xfrm>
            <a:off x="3962271" y="9473117"/>
            <a:ext cx="233558" cy="39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60381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AC393FBB-D3F2-4BB3-8441-820D11E7AB41}"/>
              </a:ext>
            </a:extLst>
          </p:cNvPr>
          <p:cNvGrpSpPr/>
          <p:nvPr/>
        </p:nvGrpSpPr>
        <p:grpSpPr>
          <a:xfrm flipH="1">
            <a:off x="-9522" y="12496"/>
            <a:ext cx="7561261" cy="1275253"/>
            <a:chOff x="-9522" y="12496"/>
            <a:chExt cx="7561261" cy="1275253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FB3D396-B300-4AF1-B1E9-D2F72BD2512D}"/>
                </a:ext>
              </a:extLst>
            </p:cNvPr>
            <p:cNvSpPr/>
            <p:nvPr/>
          </p:nvSpPr>
          <p:spPr>
            <a:xfrm>
              <a:off x="-9522" y="104644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BE5E5">
                    <a:shade val="30000"/>
                    <a:satMod val="115000"/>
                  </a:srgbClr>
                </a:gs>
                <a:gs pos="50000">
                  <a:srgbClr val="FBE5E5">
                    <a:shade val="67500"/>
                    <a:satMod val="115000"/>
                  </a:srgbClr>
                </a:gs>
                <a:gs pos="100000">
                  <a:srgbClr val="FBE5E5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" name="Rectangle 10">
              <a:extLst>
                <a:ext uri="{FF2B5EF4-FFF2-40B4-BE49-F238E27FC236}">
                  <a16:creationId xmlns:a16="http://schemas.microsoft.com/office/drawing/2014/main" id="{11DC612A-9D39-406A-A557-F681F975005F}"/>
                </a:ext>
              </a:extLst>
            </p:cNvPr>
            <p:cNvSpPr/>
            <p:nvPr/>
          </p:nvSpPr>
          <p:spPr>
            <a:xfrm>
              <a:off x="-9522" y="12496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E60965">
                    <a:shade val="30000"/>
                    <a:satMod val="115000"/>
                  </a:srgbClr>
                </a:gs>
                <a:gs pos="50000">
                  <a:srgbClr val="E60965">
                    <a:shade val="67500"/>
                    <a:satMod val="115000"/>
                  </a:srgbClr>
                </a:gs>
                <a:gs pos="100000">
                  <a:srgbClr val="E60965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pic>
        <p:nvPicPr>
          <p:cNvPr id="15" name="Picture 14">
            <a:extLst>
              <a:ext uri="{FF2B5EF4-FFF2-40B4-BE49-F238E27FC236}">
                <a16:creationId xmlns:a16="http://schemas.microsoft.com/office/drawing/2014/main" id="{9166C4A7-7881-41C0-91FC-84DEC95E3BD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210594" y="0"/>
            <a:ext cx="1664079" cy="1664079"/>
          </a:xfrm>
          <a:prstGeom prst="rect">
            <a:avLst/>
          </a:prstGeom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250F2FDB-AC67-461F-A161-64ACA6D19029}"/>
              </a:ext>
            </a:extLst>
          </p:cNvPr>
          <p:cNvSpPr/>
          <p:nvPr/>
        </p:nvSpPr>
        <p:spPr>
          <a:xfrm>
            <a:off x="-9523" y="10246202"/>
            <a:ext cx="7561261" cy="304800"/>
          </a:xfrm>
          <a:prstGeom prst="rect">
            <a:avLst/>
          </a:prstGeom>
          <a:gradFill flip="none" rotWithShape="1">
            <a:gsLst>
              <a:gs pos="0">
                <a:srgbClr val="C00000">
                  <a:shade val="30000"/>
                  <a:satMod val="115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51738BD-740B-41BA-B731-867378E9B7F2}"/>
              </a:ext>
            </a:extLst>
          </p:cNvPr>
          <p:cNvSpPr/>
          <p:nvPr/>
        </p:nvSpPr>
        <p:spPr>
          <a:xfrm>
            <a:off x="2" y="10319300"/>
            <a:ext cx="7561261" cy="374100"/>
          </a:xfrm>
          <a:prstGeom prst="rect">
            <a:avLst/>
          </a:prstGeom>
          <a:solidFill>
            <a:srgbClr val="F6DA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D32942D1-296C-404F-88A8-7F414524FD9D}"/>
              </a:ext>
            </a:extLst>
          </p:cNvPr>
          <p:cNvSpPr/>
          <p:nvPr/>
        </p:nvSpPr>
        <p:spPr>
          <a:xfrm>
            <a:off x="710430" y="2135722"/>
            <a:ext cx="5980131" cy="1174688"/>
          </a:xfrm>
          <a:prstGeom prst="roundRect">
            <a:avLst>
              <a:gd name="adj" fmla="val 50000"/>
            </a:avLst>
          </a:prstGeom>
          <a:solidFill>
            <a:srgbClr val="FFA1C9">
              <a:alpha val="30000"/>
            </a:srgbClr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DZ" sz="4800" b="1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الدفتر الشامل      </a:t>
            </a:r>
            <a:endParaRPr lang="fr-FR" sz="4800" b="1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46AE4773-292C-4537-8302-049C8BEF070F}"/>
              </a:ext>
            </a:extLst>
          </p:cNvPr>
          <p:cNvSpPr>
            <a:spLocks/>
          </p:cNvSpPr>
          <p:nvPr/>
        </p:nvSpPr>
        <p:spPr>
          <a:xfrm>
            <a:off x="710430" y="2148145"/>
            <a:ext cx="1174688" cy="1173004"/>
          </a:xfrm>
          <a:prstGeom prst="ellipse">
            <a:avLst/>
          </a:prstGeom>
          <a:solidFill>
            <a:schemeClr val="bg1"/>
          </a:solidFill>
          <a:ln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35B5F40E-7557-46D6-9527-A670C5C1AF8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430" y="2157199"/>
            <a:ext cx="1174688" cy="1174688"/>
          </a:xfrm>
          <a:prstGeom prst="ellipse">
            <a:avLst/>
          </a:prstGeom>
          <a:ln w="28575">
            <a:solidFill>
              <a:srgbClr val="F94892"/>
            </a:solidFill>
            <a:prstDash val="dash"/>
          </a:ln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857E00C9-2DB8-44CF-B3F6-19C5D5E0A381}"/>
              </a:ext>
            </a:extLst>
          </p:cNvPr>
          <p:cNvSpPr txBox="1"/>
          <p:nvPr/>
        </p:nvSpPr>
        <p:spPr>
          <a:xfrm>
            <a:off x="2112808" y="832039"/>
            <a:ext cx="3615069" cy="10000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ar-DZ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وزارة التربية الوطنية</a:t>
            </a:r>
          </a:p>
          <a:p>
            <a:pPr algn="ctr">
              <a:lnSpc>
                <a:spcPct val="150000"/>
              </a:lnSpc>
            </a:pPr>
            <a:r>
              <a:rPr lang="ar-DZ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مديرية التربية لولاية ................</a:t>
            </a:r>
            <a:endParaRPr lang="fr-FR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EB62068-B01F-48EB-9226-10C9F3CFFC15}"/>
              </a:ext>
            </a:extLst>
          </p:cNvPr>
          <p:cNvSpPr txBox="1"/>
          <p:nvPr/>
        </p:nvSpPr>
        <p:spPr>
          <a:xfrm>
            <a:off x="3055082" y="3533674"/>
            <a:ext cx="3023098" cy="4548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العلوم الفيزيائية والتكنولوجية</a:t>
            </a:r>
            <a:endParaRPr lang="fr-FR" sz="18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A06D3170-FA56-450F-A28F-E4D65DBD4CD9}"/>
              </a:ext>
            </a:extLst>
          </p:cNvPr>
          <p:cNvSpPr/>
          <p:nvPr/>
        </p:nvSpPr>
        <p:spPr>
          <a:xfrm>
            <a:off x="2667000" y="4343400"/>
            <a:ext cx="4023561" cy="4784463"/>
          </a:xfrm>
          <a:prstGeom prst="roundRect">
            <a:avLst>
              <a:gd name="adj" fmla="val 6251"/>
            </a:avLst>
          </a:prstGeom>
          <a:gradFill flip="none" rotWithShape="1">
            <a:gsLst>
              <a:gs pos="0">
                <a:srgbClr val="E60965">
                  <a:shade val="30000"/>
                  <a:satMod val="115000"/>
                </a:srgbClr>
              </a:gs>
              <a:gs pos="50000">
                <a:srgbClr val="E60965">
                  <a:shade val="67500"/>
                  <a:satMod val="115000"/>
                </a:srgbClr>
              </a:gs>
              <a:gs pos="100000">
                <a:srgbClr val="E60965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9C92E088-0FD9-44D9-8ADD-E21D33CE31E4}"/>
              </a:ext>
            </a:extLst>
          </p:cNvPr>
          <p:cNvSpPr txBox="1"/>
          <p:nvPr/>
        </p:nvSpPr>
        <p:spPr>
          <a:xfrm>
            <a:off x="3119606" y="4439758"/>
            <a:ext cx="2966869" cy="447718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البطاقة الفنية للأستاذ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جدول الزيارات التكوينية والتفتيشية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جدول الأيام التكوينية والندوات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التوزيع السنوي للمادة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الدفتر اليومي 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الأقسام المسندة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التوقيت الأسبوعي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دفتر التنقيط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الإمتحانات الفصلية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مجالس الأقسام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مخطط الجلوس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مفكرة الأستاذ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30C482E-6854-464D-9D62-2B73CA543D43}"/>
              </a:ext>
            </a:extLst>
          </p:cNvPr>
          <p:cNvGrpSpPr/>
          <p:nvPr/>
        </p:nvGrpSpPr>
        <p:grpSpPr>
          <a:xfrm>
            <a:off x="6223100" y="4591549"/>
            <a:ext cx="253223" cy="4220735"/>
            <a:chOff x="6223100" y="4574924"/>
            <a:chExt cx="253223" cy="4220735"/>
          </a:xfrm>
        </p:grpSpPr>
        <p:sp>
          <p:nvSpPr>
            <p:cNvPr id="39" name="Isosceles Triangle 38">
              <a:extLst>
                <a:ext uri="{FF2B5EF4-FFF2-40B4-BE49-F238E27FC236}">
                  <a16:creationId xmlns:a16="http://schemas.microsoft.com/office/drawing/2014/main" id="{5EA49D9E-E2C5-439A-98CB-9AA2B1264205}"/>
                </a:ext>
              </a:extLst>
            </p:cNvPr>
            <p:cNvSpPr/>
            <p:nvPr/>
          </p:nvSpPr>
          <p:spPr>
            <a:xfrm rot="1949564">
              <a:off x="6223100" y="4574924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0" name="Isosceles Triangle 39">
              <a:extLst>
                <a:ext uri="{FF2B5EF4-FFF2-40B4-BE49-F238E27FC236}">
                  <a16:creationId xmlns:a16="http://schemas.microsoft.com/office/drawing/2014/main" id="{02328361-A189-4215-81D5-9260771A96F0}"/>
                </a:ext>
              </a:extLst>
            </p:cNvPr>
            <p:cNvSpPr/>
            <p:nvPr/>
          </p:nvSpPr>
          <p:spPr>
            <a:xfrm rot="1949564">
              <a:off x="6223101" y="4938783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1" name="Isosceles Triangle 40">
              <a:extLst>
                <a:ext uri="{FF2B5EF4-FFF2-40B4-BE49-F238E27FC236}">
                  <a16:creationId xmlns:a16="http://schemas.microsoft.com/office/drawing/2014/main" id="{87F2CBB0-E78F-4A91-AAB6-F289A08C345D}"/>
                </a:ext>
              </a:extLst>
            </p:cNvPr>
            <p:cNvSpPr/>
            <p:nvPr/>
          </p:nvSpPr>
          <p:spPr>
            <a:xfrm rot="1949564">
              <a:off x="6223102" y="5302642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2" name="Isosceles Triangle 41">
              <a:extLst>
                <a:ext uri="{FF2B5EF4-FFF2-40B4-BE49-F238E27FC236}">
                  <a16:creationId xmlns:a16="http://schemas.microsoft.com/office/drawing/2014/main" id="{FE2E5526-837A-42D8-9ECC-AB924F68A2AB}"/>
                </a:ext>
              </a:extLst>
            </p:cNvPr>
            <p:cNvSpPr/>
            <p:nvPr/>
          </p:nvSpPr>
          <p:spPr>
            <a:xfrm rot="1949564">
              <a:off x="6223103" y="5666501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3" name="Isosceles Triangle 42">
              <a:extLst>
                <a:ext uri="{FF2B5EF4-FFF2-40B4-BE49-F238E27FC236}">
                  <a16:creationId xmlns:a16="http://schemas.microsoft.com/office/drawing/2014/main" id="{943F6172-E2A5-459D-B966-73E5505203DF}"/>
                </a:ext>
              </a:extLst>
            </p:cNvPr>
            <p:cNvSpPr/>
            <p:nvPr/>
          </p:nvSpPr>
          <p:spPr>
            <a:xfrm rot="1949564">
              <a:off x="6223104" y="6030360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4" name="Isosceles Triangle 43">
              <a:extLst>
                <a:ext uri="{FF2B5EF4-FFF2-40B4-BE49-F238E27FC236}">
                  <a16:creationId xmlns:a16="http://schemas.microsoft.com/office/drawing/2014/main" id="{E5588CBE-3BE1-428E-8CAF-972FFFCBB1A3}"/>
                </a:ext>
              </a:extLst>
            </p:cNvPr>
            <p:cNvSpPr/>
            <p:nvPr/>
          </p:nvSpPr>
          <p:spPr>
            <a:xfrm rot="1949564">
              <a:off x="6223105" y="6394219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5" name="Isosceles Triangle 44">
              <a:extLst>
                <a:ext uri="{FF2B5EF4-FFF2-40B4-BE49-F238E27FC236}">
                  <a16:creationId xmlns:a16="http://schemas.microsoft.com/office/drawing/2014/main" id="{E0F5DD2B-21C0-44AC-9536-1C5A67326C18}"/>
                </a:ext>
              </a:extLst>
            </p:cNvPr>
            <p:cNvSpPr/>
            <p:nvPr/>
          </p:nvSpPr>
          <p:spPr>
            <a:xfrm rot="1949564">
              <a:off x="6223106" y="6758078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6" name="Isosceles Triangle 45">
              <a:extLst>
                <a:ext uri="{FF2B5EF4-FFF2-40B4-BE49-F238E27FC236}">
                  <a16:creationId xmlns:a16="http://schemas.microsoft.com/office/drawing/2014/main" id="{984B99CE-D05F-4F48-8985-21539DB2604F}"/>
                </a:ext>
              </a:extLst>
            </p:cNvPr>
            <p:cNvSpPr/>
            <p:nvPr/>
          </p:nvSpPr>
          <p:spPr>
            <a:xfrm rot="1949564">
              <a:off x="6223107" y="7121937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7" name="Isosceles Triangle 46">
              <a:extLst>
                <a:ext uri="{FF2B5EF4-FFF2-40B4-BE49-F238E27FC236}">
                  <a16:creationId xmlns:a16="http://schemas.microsoft.com/office/drawing/2014/main" id="{6A4D0DB5-F687-42F0-88BC-C5B4C277E45E}"/>
                </a:ext>
              </a:extLst>
            </p:cNvPr>
            <p:cNvSpPr/>
            <p:nvPr/>
          </p:nvSpPr>
          <p:spPr>
            <a:xfrm rot="1949564">
              <a:off x="6223108" y="7485796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8" name="Isosceles Triangle 47">
              <a:extLst>
                <a:ext uri="{FF2B5EF4-FFF2-40B4-BE49-F238E27FC236}">
                  <a16:creationId xmlns:a16="http://schemas.microsoft.com/office/drawing/2014/main" id="{F655A56C-48EC-4F97-B832-97ECEF1AA374}"/>
                </a:ext>
              </a:extLst>
            </p:cNvPr>
            <p:cNvSpPr/>
            <p:nvPr/>
          </p:nvSpPr>
          <p:spPr>
            <a:xfrm rot="1949564">
              <a:off x="6223109" y="7849655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9" name="Isosceles Triangle 48">
              <a:extLst>
                <a:ext uri="{FF2B5EF4-FFF2-40B4-BE49-F238E27FC236}">
                  <a16:creationId xmlns:a16="http://schemas.microsoft.com/office/drawing/2014/main" id="{EE004948-923F-49F4-92A7-F4CD19160943}"/>
                </a:ext>
              </a:extLst>
            </p:cNvPr>
            <p:cNvSpPr/>
            <p:nvPr/>
          </p:nvSpPr>
          <p:spPr>
            <a:xfrm rot="1949564">
              <a:off x="6223110" y="8213514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0" name="Isosceles Triangle 49">
              <a:extLst>
                <a:ext uri="{FF2B5EF4-FFF2-40B4-BE49-F238E27FC236}">
                  <a16:creationId xmlns:a16="http://schemas.microsoft.com/office/drawing/2014/main" id="{84CAC417-B24E-4A58-9078-2DD2D395758A}"/>
                </a:ext>
              </a:extLst>
            </p:cNvPr>
            <p:cNvSpPr/>
            <p:nvPr/>
          </p:nvSpPr>
          <p:spPr>
            <a:xfrm rot="1949564">
              <a:off x="6223111" y="8577373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pic>
        <p:nvPicPr>
          <p:cNvPr id="51" name="Picture 50" descr="A group of white dots in the sky&#10;&#10;Description automatically generated">
            <a:extLst>
              <a:ext uri="{FF2B5EF4-FFF2-40B4-BE49-F238E27FC236}">
                <a16:creationId xmlns:a16="http://schemas.microsoft.com/office/drawing/2014/main" id="{3A1375AF-E6DD-42EE-BA51-3DE5CDA4EE17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54130" y="3445097"/>
            <a:ext cx="4023561" cy="4023561"/>
          </a:xfrm>
          <a:prstGeom prst="rect">
            <a:avLst/>
          </a:prstGeom>
        </p:spPr>
      </p:pic>
      <p:pic>
        <p:nvPicPr>
          <p:cNvPr id="4" name="Picture 3" descr="A group of glass beakers with colored liquid&#10;&#10;Description automatically generated">
            <a:extLst>
              <a:ext uri="{FF2B5EF4-FFF2-40B4-BE49-F238E27FC236}">
                <a16:creationId xmlns:a16="http://schemas.microsoft.com/office/drawing/2014/main" id="{FA6D6195-B0E2-4195-9FFB-3A86345806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84163" y="4775604"/>
            <a:ext cx="5856024" cy="4982301"/>
          </a:xfrm>
          <a:prstGeom prst="rect">
            <a:avLst/>
          </a:prstGeom>
        </p:spPr>
      </p:pic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D40E8173-2F54-4176-8EAD-C798B847A6DF}"/>
              </a:ext>
            </a:extLst>
          </p:cNvPr>
          <p:cNvSpPr/>
          <p:nvPr/>
        </p:nvSpPr>
        <p:spPr>
          <a:xfrm>
            <a:off x="-634882" y="9405000"/>
            <a:ext cx="5040000" cy="540000"/>
          </a:xfrm>
          <a:prstGeom prst="roundRect">
            <a:avLst>
              <a:gd name="adj" fmla="val 50000"/>
            </a:avLst>
          </a:prstGeom>
          <a:solidFill>
            <a:srgbClr val="F6DAE6"/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ar-DZ" sz="20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       الأستاذة : ..............................................</a:t>
            </a:r>
            <a:endParaRPr lang="fr-FR" sz="20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98FF2B6-C8CC-4FA2-8D67-174AC2F412E9}"/>
              </a:ext>
            </a:extLst>
          </p:cNvPr>
          <p:cNvSpPr txBox="1"/>
          <p:nvPr/>
        </p:nvSpPr>
        <p:spPr>
          <a:xfrm>
            <a:off x="2259558" y="10222137"/>
            <a:ext cx="3023098" cy="4548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السنة الدراسية: 2023 - 2024</a:t>
            </a:r>
            <a:endParaRPr lang="fr-FR" sz="18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23E9B8B1-FD64-4B06-9AC2-892056A7654D}"/>
              </a:ext>
            </a:extLst>
          </p:cNvPr>
          <p:cNvSpPr txBox="1"/>
          <p:nvPr/>
        </p:nvSpPr>
        <p:spPr>
          <a:xfrm>
            <a:off x="4421962" y="9305668"/>
            <a:ext cx="127545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ar-DZ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للتــواصـــــل</a:t>
            </a:r>
          </a:p>
          <a:p>
            <a:pPr algn="r"/>
            <a:r>
              <a:rPr lang="ar-DZ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قم بمسح</a:t>
            </a:r>
          </a:p>
          <a:p>
            <a:pPr algn="r"/>
            <a:r>
              <a:rPr lang="fr-FR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 QR</a:t>
            </a:r>
            <a:r>
              <a:rPr lang="ar-DZ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الكـــود </a:t>
            </a:r>
            <a:endParaRPr lang="fr-FR" sz="1400" dirty="0">
              <a:solidFill>
                <a:srgbClr val="FA61A1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59298EC4-7EC8-4106-9E06-F4C09BB84895}"/>
              </a:ext>
            </a:extLst>
          </p:cNvPr>
          <p:cNvCxnSpPr/>
          <p:nvPr/>
        </p:nvCxnSpPr>
        <p:spPr>
          <a:xfrm>
            <a:off x="5719816" y="9324332"/>
            <a:ext cx="0" cy="720000"/>
          </a:xfrm>
          <a:prstGeom prst="line">
            <a:avLst/>
          </a:prstGeom>
          <a:ln w="19050">
            <a:solidFill>
              <a:srgbClr val="F948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4" name="Picture 73">
            <a:extLst>
              <a:ext uri="{FF2B5EF4-FFF2-40B4-BE49-F238E27FC236}">
                <a16:creationId xmlns:a16="http://schemas.microsoft.com/office/drawing/2014/main" id="{DC7617DF-41FA-41CF-870A-60A14067611A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73364" y="3517687"/>
            <a:ext cx="617197" cy="617197"/>
          </a:xfrm>
          <a:prstGeom prst="rect">
            <a:avLst/>
          </a:prstGeom>
        </p:spPr>
      </p:pic>
      <p:pic>
        <p:nvPicPr>
          <p:cNvPr id="77" name="Picture 76">
            <a:extLst>
              <a:ext uri="{FF2B5EF4-FFF2-40B4-BE49-F238E27FC236}">
                <a16:creationId xmlns:a16="http://schemas.microsoft.com/office/drawing/2014/main" id="{6B3E320D-B451-444D-9FBF-EB7614C92F9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03126" y="5166010"/>
            <a:ext cx="3810000" cy="3810000"/>
          </a:xfrm>
          <a:prstGeom prst="rect">
            <a:avLst/>
          </a:prstGeom>
        </p:spPr>
      </p:pic>
      <p:pic>
        <p:nvPicPr>
          <p:cNvPr id="79" name="Picture 78">
            <a:extLst>
              <a:ext uri="{FF2B5EF4-FFF2-40B4-BE49-F238E27FC236}">
                <a16:creationId xmlns:a16="http://schemas.microsoft.com/office/drawing/2014/main" id="{CB279816-0A1B-4EF7-908B-7A341AD3E3B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3568" y="237752"/>
            <a:ext cx="3187295" cy="3187295"/>
          </a:xfrm>
          <a:prstGeom prst="rect">
            <a:avLst/>
          </a:prstGeom>
        </p:spPr>
      </p:pic>
      <p:pic>
        <p:nvPicPr>
          <p:cNvPr id="81" name="Picture 80">
            <a:extLst>
              <a:ext uri="{FF2B5EF4-FFF2-40B4-BE49-F238E27FC236}">
                <a16:creationId xmlns:a16="http://schemas.microsoft.com/office/drawing/2014/main" id="{C1BBE98A-DDF8-4EBE-9FF4-FF6290BC5785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456"/>
          <a:stretch/>
        </p:blipFill>
        <p:spPr>
          <a:xfrm>
            <a:off x="5845225" y="9246008"/>
            <a:ext cx="845336" cy="864000"/>
          </a:xfrm>
          <a:prstGeom prst="rect">
            <a:avLst/>
          </a:prstGeom>
        </p:spPr>
      </p:pic>
      <p:pic>
        <p:nvPicPr>
          <p:cNvPr id="83" name="Picture 82">
            <a:extLst>
              <a:ext uri="{FF2B5EF4-FFF2-40B4-BE49-F238E27FC236}">
                <a16:creationId xmlns:a16="http://schemas.microsoft.com/office/drawing/2014/main" id="{B5C7E664-8125-4A73-87C5-72AD84AA4FF1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25500" b="73250" l="36250" r="62667">
                        <a14:foregroundMark x1="46750" y1="25667" x2="46750" y2="25667"/>
                        <a14:foregroundMark x1="50917" y1="25500" x2="50917" y2="25500"/>
                        <a14:foregroundMark x1="37417" y1="40917" x2="37417" y2="40917"/>
                        <a14:foregroundMark x1="43833" y1="39750" x2="43833" y2="39750"/>
                        <a14:foregroundMark x1="48333" y1="47833" x2="48333" y2="47833"/>
                        <a14:foregroundMark x1="62667" y1="48667" x2="62667" y2="48667"/>
                        <a14:foregroundMark x1="56917" y1="71417" x2="56917" y2="71417"/>
                        <a14:foregroundMark x1="53083" y1="73250" x2="53083" y2="73250"/>
                        <a14:foregroundMark x1="36667" y1="70833" x2="36667" y2="70833"/>
                        <a14:foregroundMark x1="36250" y1="60583" x2="36250" y2="60583"/>
                        <a14:foregroundMark x1="36250" y1="62917" x2="36250" y2="629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4261" t="23545" r="34837" b="24061"/>
          <a:stretch/>
        </p:blipFill>
        <p:spPr>
          <a:xfrm>
            <a:off x="3962271" y="9473117"/>
            <a:ext cx="233558" cy="396000"/>
          </a:xfrm>
          <a:prstGeom prst="rect">
            <a:avLst/>
          </a:prstGeom>
        </p:spPr>
      </p:pic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70D0A017-675C-4E3D-B5C0-3F2F839D20BC}"/>
              </a:ext>
            </a:extLst>
          </p:cNvPr>
          <p:cNvSpPr/>
          <p:nvPr/>
        </p:nvSpPr>
        <p:spPr>
          <a:xfrm rot="19383682">
            <a:off x="-763575" y="524316"/>
            <a:ext cx="3484245" cy="562610"/>
          </a:xfrm>
          <a:prstGeom prst="roundRect">
            <a:avLst>
              <a:gd name="adj" fmla="val 0"/>
            </a:avLst>
          </a:prstGeom>
          <a:solidFill>
            <a:srgbClr val="FFFF66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fr-FR" sz="1100" dirty="0">
                <a:solidFill>
                  <a:srgbClr val="262626"/>
                </a:solidFill>
                <a:ea typeface="Calibri" panose="020F0502020204030204" pitchFamily="34" charset="0"/>
                <a:cs typeface="DIN Next LT Arabic" panose="020B0503020203050203" pitchFamily="34" charset="-78"/>
              </a:rPr>
              <a:t> </a:t>
            </a:r>
            <a:r>
              <a:rPr lang="ar-DZ" sz="1100" dirty="0">
                <a:solidFill>
                  <a:srgbClr val="262626"/>
                </a:solidFill>
                <a:ea typeface="Calibri" panose="020F0502020204030204" pitchFamily="34" charset="0"/>
                <a:cs typeface="DIN Next LT Arabic" panose="020B0503020203050203" pitchFamily="34" charset="-78"/>
              </a:rPr>
              <a:t>تعديــل</a:t>
            </a:r>
            <a:r>
              <a:rPr lang="ar-SA" sz="1100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 الأستـــاذ : حكيـــم بوزورداز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SA" sz="1100" b="1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hbouzourdaz@gmail.com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626660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AC393FBB-D3F2-4BB3-8441-820D11E7AB41}"/>
              </a:ext>
            </a:extLst>
          </p:cNvPr>
          <p:cNvGrpSpPr/>
          <p:nvPr/>
        </p:nvGrpSpPr>
        <p:grpSpPr>
          <a:xfrm flipH="1">
            <a:off x="-9522" y="12496"/>
            <a:ext cx="7561261" cy="1275253"/>
            <a:chOff x="-9522" y="12496"/>
            <a:chExt cx="7561261" cy="1275253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FB3D396-B300-4AF1-B1E9-D2F72BD2512D}"/>
                </a:ext>
              </a:extLst>
            </p:cNvPr>
            <p:cNvSpPr/>
            <p:nvPr/>
          </p:nvSpPr>
          <p:spPr>
            <a:xfrm>
              <a:off x="-9522" y="104644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BE5E5">
                    <a:shade val="30000"/>
                    <a:satMod val="115000"/>
                  </a:srgbClr>
                </a:gs>
                <a:gs pos="50000">
                  <a:srgbClr val="FBE5E5">
                    <a:shade val="67500"/>
                    <a:satMod val="115000"/>
                  </a:srgbClr>
                </a:gs>
                <a:gs pos="100000">
                  <a:srgbClr val="FBE5E5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" name="Rectangle 10">
              <a:extLst>
                <a:ext uri="{FF2B5EF4-FFF2-40B4-BE49-F238E27FC236}">
                  <a16:creationId xmlns:a16="http://schemas.microsoft.com/office/drawing/2014/main" id="{11DC612A-9D39-406A-A557-F681F975005F}"/>
                </a:ext>
              </a:extLst>
            </p:cNvPr>
            <p:cNvSpPr/>
            <p:nvPr/>
          </p:nvSpPr>
          <p:spPr>
            <a:xfrm>
              <a:off x="-9522" y="12496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E60965">
                    <a:shade val="30000"/>
                    <a:satMod val="115000"/>
                  </a:srgbClr>
                </a:gs>
                <a:gs pos="50000">
                  <a:srgbClr val="E60965">
                    <a:shade val="67500"/>
                    <a:satMod val="115000"/>
                  </a:srgbClr>
                </a:gs>
                <a:gs pos="100000">
                  <a:srgbClr val="E60965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pic>
        <p:nvPicPr>
          <p:cNvPr id="15" name="Picture 14">
            <a:extLst>
              <a:ext uri="{FF2B5EF4-FFF2-40B4-BE49-F238E27FC236}">
                <a16:creationId xmlns:a16="http://schemas.microsoft.com/office/drawing/2014/main" id="{9166C4A7-7881-41C0-91FC-84DEC95E3BD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210594" y="0"/>
            <a:ext cx="1664079" cy="1664079"/>
          </a:xfrm>
          <a:prstGeom prst="rect">
            <a:avLst/>
          </a:prstGeom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250F2FDB-AC67-461F-A161-64ACA6D19029}"/>
              </a:ext>
            </a:extLst>
          </p:cNvPr>
          <p:cNvSpPr/>
          <p:nvPr/>
        </p:nvSpPr>
        <p:spPr>
          <a:xfrm>
            <a:off x="-9523" y="10246202"/>
            <a:ext cx="7561261" cy="304800"/>
          </a:xfrm>
          <a:prstGeom prst="rect">
            <a:avLst/>
          </a:prstGeom>
          <a:gradFill flip="none" rotWithShape="1">
            <a:gsLst>
              <a:gs pos="0">
                <a:srgbClr val="C00000">
                  <a:shade val="30000"/>
                  <a:satMod val="115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51738BD-740B-41BA-B731-867378E9B7F2}"/>
              </a:ext>
            </a:extLst>
          </p:cNvPr>
          <p:cNvSpPr/>
          <p:nvPr/>
        </p:nvSpPr>
        <p:spPr>
          <a:xfrm>
            <a:off x="2" y="10319300"/>
            <a:ext cx="7561261" cy="374100"/>
          </a:xfrm>
          <a:prstGeom prst="rect">
            <a:avLst/>
          </a:prstGeom>
          <a:solidFill>
            <a:srgbClr val="F6DA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D32942D1-296C-404F-88A8-7F414524FD9D}"/>
              </a:ext>
            </a:extLst>
          </p:cNvPr>
          <p:cNvSpPr/>
          <p:nvPr/>
        </p:nvSpPr>
        <p:spPr>
          <a:xfrm>
            <a:off x="710430" y="2135722"/>
            <a:ext cx="5980131" cy="1174688"/>
          </a:xfrm>
          <a:prstGeom prst="roundRect">
            <a:avLst>
              <a:gd name="adj" fmla="val 50000"/>
            </a:avLst>
          </a:prstGeom>
          <a:solidFill>
            <a:srgbClr val="FFA1C9">
              <a:alpha val="30000"/>
            </a:srgbClr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DZ" sz="4800" b="1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الدفتر الشامل      </a:t>
            </a:r>
            <a:endParaRPr lang="fr-FR" sz="4800" b="1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46AE4773-292C-4537-8302-049C8BEF070F}"/>
              </a:ext>
            </a:extLst>
          </p:cNvPr>
          <p:cNvSpPr>
            <a:spLocks/>
          </p:cNvSpPr>
          <p:nvPr/>
        </p:nvSpPr>
        <p:spPr>
          <a:xfrm>
            <a:off x="710430" y="2148145"/>
            <a:ext cx="1174688" cy="1173004"/>
          </a:xfrm>
          <a:prstGeom prst="ellipse">
            <a:avLst/>
          </a:prstGeom>
          <a:solidFill>
            <a:schemeClr val="bg1"/>
          </a:solidFill>
          <a:ln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35B5F40E-7557-46D6-9527-A670C5C1AF8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430" y="2157199"/>
            <a:ext cx="1174688" cy="1174688"/>
          </a:xfrm>
          <a:prstGeom prst="ellipse">
            <a:avLst/>
          </a:prstGeom>
          <a:ln w="28575">
            <a:solidFill>
              <a:srgbClr val="F94892"/>
            </a:solidFill>
            <a:prstDash val="dash"/>
          </a:ln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857E00C9-2DB8-44CF-B3F6-19C5D5E0A381}"/>
              </a:ext>
            </a:extLst>
          </p:cNvPr>
          <p:cNvSpPr txBox="1"/>
          <p:nvPr/>
        </p:nvSpPr>
        <p:spPr>
          <a:xfrm>
            <a:off x="2112808" y="832039"/>
            <a:ext cx="3615069" cy="10000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ar-DZ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وزارة التربية الوطنية</a:t>
            </a:r>
          </a:p>
          <a:p>
            <a:pPr algn="ctr">
              <a:lnSpc>
                <a:spcPct val="150000"/>
              </a:lnSpc>
            </a:pPr>
            <a:r>
              <a:rPr lang="ar-DZ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مديرية التربية لولاية ................</a:t>
            </a:r>
            <a:endParaRPr lang="fr-FR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EB62068-B01F-48EB-9226-10C9F3CFFC15}"/>
              </a:ext>
            </a:extLst>
          </p:cNvPr>
          <p:cNvSpPr txBox="1"/>
          <p:nvPr/>
        </p:nvSpPr>
        <p:spPr>
          <a:xfrm>
            <a:off x="3055082" y="3533674"/>
            <a:ext cx="3023098" cy="4548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العلوم الفيزيائية والتكنولوجية</a:t>
            </a:r>
            <a:endParaRPr lang="fr-FR" sz="18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A06D3170-FA56-450F-A28F-E4D65DBD4CD9}"/>
              </a:ext>
            </a:extLst>
          </p:cNvPr>
          <p:cNvSpPr/>
          <p:nvPr/>
        </p:nvSpPr>
        <p:spPr>
          <a:xfrm>
            <a:off x="2667000" y="4343400"/>
            <a:ext cx="4023561" cy="4784463"/>
          </a:xfrm>
          <a:prstGeom prst="roundRect">
            <a:avLst>
              <a:gd name="adj" fmla="val 6251"/>
            </a:avLst>
          </a:prstGeom>
          <a:gradFill flip="none" rotWithShape="1">
            <a:gsLst>
              <a:gs pos="0">
                <a:srgbClr val="E60965">
                  <a:shade val="30000"/>
                  <a:satMod val="115000"/>
                </a:srgbClr>
              </a:gs>
              <a:gs pos="50000">
                <a:srgbClr val="E60965">
                  <a:shade val="67500"/>
                  <a:satMod val="115000"/>
                </a:srgbClr>
              </a:gs>
              <a:gs pos="100000">
                <a:srgbClr val="E60965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9C92E088-0FD9-44D9-8ADD-E21D33CE31E4}"/>
              </a:ext>
            </a:extLst>
          </p:cNvPr>
          <p:cNvSpPr txBox="1"/>
          <p:nvPr/>
        </p:nvSpPr>
        <p:spPr>
          <a:xfrm>
            <a:off x="3119606" y="4439758"/>
            <a:ext cx="2966869" cy="447718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البطاقة الفنية للأستاذ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جدول الزيارات التكوينية والتفتيشية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جدول الأيام التكوينية والندوات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التوزيع السنوي للمادة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الدفتر اليومي 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الأقسام المسندة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التوقيت الأسبوعي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دفتر التنقيط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الإمتحانات الفصلية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مجالس الأقسام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مخطط الجلوس</a:t>
            </a:r>
          </a:p>
          <a:p>
            <a:pPr algn="r">
              <a:lnSpc>
                <a:spcPct val="150000"/>
              </a:lnSpc>
            </a:pPr>
            <a:r>
              <a:rPr lang="ar-DZ" sz="1600" dirty="0">
                <a:solidFill>
                  <a:srgbClr val="F2F2F2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مفكرة الأستاذ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30C482E-6854-464D-9D62-2B73CA543D43}"/>
              </a:ext>
            </a:extLst>
          </p:cNvPr>
          <p:cNvGrpSpPr/>
          <p:nvPr/>
        </p:nvGrpSpPr>
        <p:grpSpPr>
          <a:xfrm>
            <a:off x="6223100" y="4591549"/>
            <a:ext cx="253223" cy="4220735"/>
            <a:chOff x="6223100" y="4574924"/>
            <a:chExt cx="253223" cy="4220735"/>
          </a:xfrm>
        </p:grpSpPr>
        <p:sp>
          <p:nvSpPr>
            <p:cNvPr id="39" name="Isosceles Triangle 38">
              <a:extLst>
                <a:ext uri="{FF2B5EF4-FFF2-40B4-BE49-F238E27FC236}">
                  <a16:creationId xmlns:a16="http://schemas.microsoft.com/office/drawing/2014/main" id="{5EA49D9E-E2C5-439A-98CB-9AA2B1264205}"/>
                </a:ext>
              </a:extLst>
            </p:cNvPr>
            <p:cNvSpPr/>
            <p:nvPr/>
          </p:nvSpPr>
          <p:spPr>
            <a:xfrm rot="1949564">
              <a:off x="6223100" y="4574924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0" name="Isosceles Triangle 39">
              <a:extLst>
                <a:ext uri="{FF2B5EF4-FFF2-40B4-BE49-F238E27FC236}">
                  <a16:creationId xmlns:a16="http://schemas.microsoft.com/office/drawing/2014/main" id="{02328361-A189-4215-81D5-9260771A96F0}"/>
                </a:ext>
              </a:extLst>
            </p:cNvPr>
            <p:cNvSpPr/>
            <p:nvPr/>
          </p:nvSpPr>
          <p:spPr>
            <a:xfrm rot="1949564">
              <a:off x="6223101" y="4938783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1" name="Isosceles Triangle 40">
              <a:extLst>
                <a:ext uri="{FF2B5EF4-FFF2-40B4-BE49-F238E27FC236}">
                  <a16:creationId xmlns:a16="http://schemas.microsoft.com/office/drawing/2014/main" id="{87F2CBB0-E78F-4A91-AAB6-F289A08C345D}"/>
                </a:ext>
              </a:extLst>
            </p:cNvPr>
            <p:cNvSpPr/>
            <p:nvPr/>
          </p:nvSpPr>
          <p:spPr>
            <a:xfrm rot="1949564">
              <a:off x="6223102" y="5302642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2" name="Isosceles Triangle 41">
              <a:extLst>
                <a:ext uri="{FF2B5EF4-FFF2-40B4-BE49-F238E27FC236}">
                  <a16:creationId xmlns:a16="http://schemas.microsoft.com/office/drawing/2014/main" id="{FE2E5526-837A-42D8-9ECC-AB924F68A2AB}"/>
                </a:ext>
              </a:extLst>
            </p:cNvPr>
            <p:cNvSpPr/>
            <p:nvPr/>
          </p:nvSpPr>
          <p:spPr>
            <a:xfrm rot="1949564">
              <a:off x="6223103" y="5666501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3" name="Isosceles Triangle 42">
              <a:extLst>
                <a:ext uri="{FF2B5EF4-FFF2-40B4-BE49-F238E27FC236}">
                  <a16:creationId xmlns:a16="http://schemas.microsoft.com/office/drawing/2014/main" id="{943F6172-E2A5-459D-B966-73E5505203DF}"/>
                </a:ext>
              </a:extLst>
            </p:cNvPr>
            <p:cNvSpPr/>
            <p:nvPr/>
          </p:nvSpPr>
          <p:spPr>
            <a:xfrm rot="1949564">
              <a:off x="6223104" y="6030360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4" name="Isosceles Triangle 43">
              <a:extLst>
                <a:ext uri="{FF2B5EF4-FFF2-40B4-BE49-F238E27FC236}">
                  <a16:creationId xmlns:a16="http://schemas.microsoft.com/office/drawing/2014/main" id="{E5588CBE-3BE1-428E-8CAF-972FFFCBB1A3}"/>
                </a:ext>
              </a:extLst>
            </p:cNvPr>
            <p:cNvSpPr/>
            <p:nvPr/>
          </p:nvSpPr>
          <p:spPr>
            <a:xfrm rot="1949564">
              <a:off x="6223105" y="6394219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5" name="Isosceles Triangle 44">
              <a:extLst>
                <a:ext uri="{FF2B5EF4-FFF2-40B4-BE49-F238E27FC236}">
                  <a16:creationId xmlns:a16="http://schemas.microsoft.com/office/drawing/2014/main" id="{E0F5DD2B-21C0-44AC-9536-1C5A67326C18}"/>
                </a:ext>
              </a:extLst>
            </p:cNvPr>
            <p:cNvSpPr/>
            <p:nvPr/>
          </p:nvSpPr>
          <p:spPr>
            <a:xfrm rot="1949564">
              <a:off x="6223106" y="6758078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6" name="Isosceles Triangle 45">
              <a:extLst>
                <a:ext uri="{FF2B5EF4-FFF2-40B4-BE49-F238E27FC236}">
                  <a16:creationId xmlns:a16="http://schemas.microsoft.com/office/drawing/2014/main" id="{984B99CE-D05F-4F48-8985-21539DB2604F}"/>
                </a:ext>
              </a:extLst>
            </p:cNvPr>
            <p:cNvSpPr/>
            <p:nvPr/>
          </p:nvSpPr>
          <p:spPr>
            <a:xfrm rot="1949564">
              <a:off x="6223107" y="7121937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7" name="Isosceles Triangle 46">
              <a:extLst>
                <a:ext uri="{FF2B5EF4-FFF2-40B4-BE49-F238E27FC236}">
                  <a16:creationId xmlns:a16="http://schemas.microsoft.com/office/drawing/2014/main" id="{6A4D0DB5-F687-42F0-88BC-C5B4C277E45E}"/>
                </a:ext>
              </a:extLst>
            </p:cNvPr>
            <p:cNvSpPr/>
            <p:nvPr/>
          </p:nvSpPr>
          <p:spPr>
            <a:xfrm rot="1949564">
              <a:off x="6223108" y="7485796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8" name="Isosceles Triangle 47">
              <a:extLst>
                <a:ext uri="{FF2B5EF4-FFF2-40B4-BE49-F238E27FC236}">
                  <a16:creationId xmlns:a16="http://schemas.microsoft.com/office/drawing/2014/main" id="{F655A56C-48EC-4F97-B832-97ECEF1AA374}"/>
                </a:ext>
              </a:extLst>
            </p:cNvPr>
            <p:cNvSpPr/>
            <p:nvPr/>
          </p:nvSpPr>
          <p:spPr>
            <a:xfrm rot="1949564">
              <a:off x="6223109" y="7849655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9" name="Isosceles Triangle 48">
              <a:extLst>
                <a:ext uri="{FF2B5EF4-FFF2-40B4-BE49-F238E27FC236}">
                  <a16:creationId xmlns:a16="http://schemas.microsoft.com/office/drawing/2014/main" id="{EE004948-923F-49F4-92A7-F4CD19160943}"/>
                </a:ext>
              </a:extLst>
            </p:cNvPr>
            <p:cNvSpPr/>
            <p:nvPr/>
          </p:nvSpPr>
          <p:spPr>
            <a:xfrm rot="1949564">
              <a:off x="6223110" y="8213514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0" name="Isosceles Triangle 49">
              <a:extLst>
                <a:ext uri="{FF2B5EF4-FFF2-40B4-BE49-F238E27FC236}">
                  <a16:creationId xmlns:a16="http://schemas.microsoft.com/office/drawing/2014/main" id="{84CAC417-B24E-4A58-9078-2DD2D395758A}"/>
                </a:ext>
              </a:extLst>
            </p:cNvPr>
            <p:cNvSpPr/>
            <p:nvPr/>
          </p:nvSpPr>
          <p:spPr>
            <a:xfrm rot="1949564">
              <a:off x="6223111" y="8577373"/>
              <a:ext cx="253212" cy="218286"/>
            </a:xfrm>
            <a:prstGeom prst="triangle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D40E8173-2F54-4176-8EAD-C798B847A6DF}"/>
              </a:ext>
            </a:extLst>
          </p:cNvPr>
          <p:cNvSpPr/>
          <p:nvPr/>
        </p:nvSpPr>
        <p:spPr>
          <a:xfrm>
            <a:off x="-634882" y="9405000"/>
            <a:ext cx="5040000" cy="540000"/>
          </a:xfrm>
          <a:prstGeom prst="roundRect">
            <a:avLst>
              <a:gd name="adj" fmla="val 50000"/>
            </a:avLst>
          </a:prstGeom>
          <a:solidFill>
            <a:srgbClr val="F6DAE6"/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ar-DZ" sz="20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       الأستاذة : ..............................................</a:t>
            </a:r>
            <a:endParaRPr lang="fr-FR" sz="20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98FF2B6-C8CC-4FA2-8D67-174AC2F412E9}"/>
              </a:ext>
            </a:extLst>
          </p:cNvPr>
          <p:cNvSpPr txBox="1"/>
          <p:nvPr/>
        </p:nvSpPr>
        <p:spPr>
          <a:xfrm>
            <a:off x="2259558" y="10222137"/>
            <a:ext cx="3023098" cy="4548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السنة الدراسية: 2023 - 2024</a:t>
            </a:r>
            <a:endParaRPr lang="fr-FR" sz="18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23E9B8B1-FD64-4B06-9AC2-892056A7654D}"/>
              </a:ext>
            </a:extLst>
          </p:cNvPr>
          <p:cNvSpPr txBox="1"/>
          <p:nvPr/>
        </p:nvSpPr>
        <p:spPr>
          <a:xfrm>
            <a:off x="4421962" y="9305668"/>
            <a:ext cx="127545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ar-DZ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للتــواصـــــل</a:t>
            </a:r>
          </a:p>
          <a:p>
            <a:pPr algn="r"/>
            <a:r>
              <a:rPr lang="ar-DZ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قم بمسح</a:t>
            </a:r>
          </a:p>
          <a:p>
            <a:pPr algn="r"/>
            <a:r>
              <a:rPr lang="fr-FR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 QR</a:t>
            </a:r>
            <a:r>
              <a:rPr lang="ar-DZ" sz="1400" dirty="0">
                <a:solidFill>
                  <a:srgbClr val="FA61A1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الكـــود </a:t>
            </a:r>
            <a:endParaRPr lang="fr-FR" sz="1400" dirty="0">
              <a:solidFill>
                <a:srgbClr val="FA61A1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59298EC4-7EC8-4106-9E06-F4C09BB84895}"/>
              </a:ext>
            </a:extLst>
          </p:cNvPr>
          <p:cNvCxnSpPr/>
          <p:nvPr/>
        </p:nvCxnSpPr>
        <p:spPr>
          <a:xfrm>
            <a:off x="5719816" y="9324332"/>
            <a:ext cx="0" cy="720000"/>
          </a:xfrm>
          <a:prstGeom prst="line">
            <a:avLst/>
          </a:prstGeom>
          <a:ln w="19050">
            <a:solidFill>
              <a:srgbClr val="F948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4" name="Picture 73">
            <a:extLst>
              <a:ext uri="{FF2B5EF4-FFF2-40B4-BE49-F238E27FC236}">
                <a16:creationId xmlns:a16="http://schemas.microsoft.com/office/drawing/2014/main" id="{DC7617DF-41FA-41CF-870A-60A14067611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73364" y="3517687"/>
            <a:ext cx="617197" cy="617197"/>
          </a:xfrm>
          <a:prstGeom prst="rect">
            <a:avLst/>
          </a:prstGeom>
        </p:spPr>
      </p:pic>
      <p:pic>
        <p:nvPicPr>
          <p:cNvPr id="77" name="Picture 76">
            <a:extLst>
              <a:ext uri="{FF2B5EF4-FFF2-40B4-BE49-F238E27FC236}">
                <a16:creationId xmlns:a16="http://schemas.microsoft.com/office/drawing/2014/main" id="{6B3E320D-B451-444D-9FBF-EB7614C92F9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03126" y="5166010"/>
            <a:ext cx="3810000" cy="3810000"/>
          </a:xfrm>
          <a:prstGeom prst="rect">
            <a:avLst/>
          </a:prstGeom>
        </p:spPr>
      </p:pic>
      <p:pic>
        <p:nvPicPr>
          <p:cNvPr id="79" name="Picture 78">
            <a:extLst>
              <a:ext uri="{FF2B5EF4-FFF2-40B4-BE49-F238E27FC236}">
                <a16:creationId xmlns:a16="http://schemas.microsoft.com/office/drawing/2014/main" id="{CB279816-0A1B-4EF7-908B-7A341AD3E3B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3568" y="237752"/>
            <a:ext cx="3187295" cy="3187295"/>
          </a:xfrm>
          <a:prstGeom prst="rect">
            <a:avLst/>
          </a:prstGeom>
        </p:spPr>
      </p:pic>
      <p:pic>
        <p:nvPicPr>
          <p:cNvPr id="81" name="Picture 80">
            <a:extLst>
              <a:ext uri="{FF2B5EF4-FFF2-40B4-BE49-F238E27FC236}">
                <a16:creationId xmlns:a16="http://schemas.microsoft.com/office/drawing/2014/main" id="{C1BBE98A-DDF8-4EBE-9FF4-FF6290BC5785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456"/>
          <a:stretch/>
        </p:blipFill>
        <p:spPr>
          <a:xfrm>
            <a:off x="5845225" y="9246008"/>
            <a:ext cx="845336" cy="864000"/>
          </a:xfrm>
          <a:prstGeom prst="rect">
            <a:avLst/>
          </a:prstGeom>
        </p:spPr>
      </p:pic>
      <p:pic>
        <p:nvPicPr>
          <p:cNvPr id="83" name="Picture 82">
            <a:extLst>
              <a:ext uri="{FF2B5EF4-FFF2-40B4-BE49-F238E27FC236}">
                <a16:creationId xmlns:a16="http://schemas.microsoft.com/office/drawing/2014/main" id="{B5C7E664-8125-4A73-87C5-72AD84AA4FF1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25500" b="73250" l="36250" r="62667">
                        <a14:foregroundMark x1="46750" y1="25667" x2="46750" y2="25667"/>
                        <a14:foregroundMark x1="50917" y1="25500" x2="50917" y2="25500"/>
                        <a14:foregroundMark x1="37417" y1="40917" x2="37417" y2="40917"/>
                        <a14:foregroundMark x1="43833" y1="39750" x2="43833" y2="39750"/>
                        <a14:foregroundMark x1="48333" y1="47833" x2="48333" y2="47833"/>
                        <a14:foregroundMark x1="62667" y1="48667" x2="62667" y2="48667"/>
                        <a14:foregroundMark x1="56917" y1="71417" x2="56917" y2="71417"/>
                        <a14:foregroundMark x1="53083" y1="73250" x2="53083" y2="73250"/>
                        <a14:foregroundMark x1="36667" y1="70833" x2="36667" y2="70833"/>
                        <a14:foregroundMark x1="36250" y1="60583" x2="36250" y2="60583"/>
                        <a14:foregroundMark x1="36250" y1="62917" x2="36250" y2="629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4261" t="23545" r="34837" b="24061"/>
          <a:stretch/>
        </p:blipFill>
        <p:spPr>
          <a:xfrm>
            <a:off x="3962271" y="9473117"/>
            <a:ext cx="233558" cy="396000"/>
          </a:xfrm>
          <a:prstGeom prst="rect">
            <a:avLst/>
          </a:prstGeom>
        </p:spPr>
      </p:pic>
      <p:pic>
        <p:nvPicPr>
          <p:cNvPr id="52" name="Picture 51" descr="A group of electrical equipment&#10;&#10;Description automatically generated">
            <a:extLst>
              <a:ext uri="{FF2B5EF4-FFF2-40B4-BE49-F238E27FC236}">
                <a16:creationId xmlns:a16="http://schemas.microsoft.com/office/drawing/2014/main" id="{1DF15622-E8E5-43D5-87EC-62941AD7037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3617125" y="2364573"/>
            <a:ext cx="8181348" cy="8181348"/>
          </a:xfrm>
          <a:prstGeom prst="rect">
            <a:avLst/>
          </a:prstGeom>
        </p:spPr>
      </p:pic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859D77F7-F189-429E-9D30-C4D8477CF4D6}"/>
              </a:ext>
            </a:extLst>
          </p:cNvPr>
          <p:cNvSpPr/>
          <p:nvPr/>
        </p:nvSpPr>
        <p:spPr>
          <a:xfrm rot="19383682">
            <a:off x="-763575" y="524316"/>
            <a:ext cx="3484245" cy="562610"/>
          </a:xfrm>
          <a:prstGeom prst="roundRect">
            <a:avLst>
              <a:gd name="adj" fmla="val 0"/>
            </a:avLst>
          </a:prstGeom>
          <a:solidFill>
            <a:srgbClr val="FFFF66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fr-FR" sz="1100" dirty="0">
                <a:solidFill>
                  <a:srgbClr val="262626"/>
                </a:solidFill>
                <a:ea typeface="Calibri" panose="020F0502020204030204" pitchFamily="34" charset="0"/>
                <a:cs typeface="DIN Next LT Arabic" panose="020B0503020203050203" pitchFamily="34" charset="-78"/>
              </a:rPr>
              <a:t> </a:t>
            </a:r>
            <a:r>
              <a:rPr lang="ar-DZ" sz="1100" dirty="0">
                <a:solidFill>
                  <a:srgbClr val="262626"/>
                </a:solidFill>
                <a:ea typeface="Calibri" panose="020F0502020204030204" pitchFamily="34" charset="0"/>
                <a:cs typeface="DIN Next LT Arabic" panose="020B0503020203050203" pitchFamily="34" charset="-78"/>
              </a:rPr>
              <a:t>تعديــل</a:t>
            </a:r>
            <a:r>
              <a:rPr lang="ar-SA" sz="1100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 الأستـــاذ : حكيـــم بوزورداز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SA" sz="1100" b="1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hbouzourdaz@gmail.com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110829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roupe 87"/>
          <p:cNvGrpSpPr/>
          <p:nvPr/>
        </p:nvGrpSpPr>
        <p:grpSpPr>
          <a:xfrm>
            <a:off x="359104" y="339719"/>
            <a:ext cx="6831492" cy="9624721"/>
            <a:chOff x="599074" y="5630559"/>
            <a:chExt cx="6557568" cy="3664759"/>
          </a:xfrm>
          <a:effectLst/>
        </p:grpSpPr>
        <p:grpSp>
          <p:nvGrpSpPr>
            <p:cNvPr id="90" name="Groupe 89"/>
            <p:cNvGrpSpPr/>
            <p:nvPr/>
          </p:nvGrpSpPr>
          <p:grpSpPr>
            <a:xfrm>
              <a:off x="599074" y="5630559"/>
              <a:ext cx="6557568" cy="3664759"/>
              <a:chOff x="301661" y="1058559"/>
              <a:chExt cx="6845814" cy="3664759"/>
            </a:xfrm>
          </p:grpSpPr>
          <p:sp>
            <p:nvSpPr>
              <p:cNvPr id="92" name="ZoneTexte 123"/>
              <p:cNvSpPr txBox="1"/>
              <p:nvPr/>
            </p:nvSpPr>
            <p:spPr>
              <a:xfrm>
                <a:off x="3995867" y="1058559"/>
                <a:ext cx="3151608" cy="327649"/>
              </a:xfrm>
              <a:custGeom>
                <a:avLst/>
                <a:gdLst>
                  <a:gd name="connsiteX0" fmla="*/ 177463 w 1879956"/>
                  <a:gd name="connsiteY0" fmla="*/ 0 h 354925"/>
                  <a:gd name="connsiteX1" fmla="*/ 1702494 w 1879956"/>
                  <a:gd name="connsiteY1" fmla="*/ 0 h 354925"/>
                  <a:gd name="connsiteX2" fmla="*/ 1879957 w 1879956"/>
                  <a:gd name="connsiteY2" fmla="*/ 177463 h 354925"/>
                  <a:gd name="connsiteX3" fmla="*/ 1879956 w 1879956"/>
                  <a:gd name="connsiteY3" fmla="*/ 354925 h 354925"/>
                  <a:gd name="connsiteX4" fmla="*/ 1879956 w 1879956"/>
                  <a:gd name="connsiteY4" fmla="*/ 354925 h 354925"/>
                  <a:gd name="connsiteX5" fmla="*/ 0 w 1879956"/>
                  <a:gd name="connsiteY5" fmla="*/ 354925 h 354925"/>
                  <a:gd name="connsiteX6" fmla="*/ 0 w 1879956"/>
                  <a:gd name="connsiteY6" fmla="*/ 354925 h 354925"/>
                  <a:gd name="connsiteX7" fmla="*/ 0 w 1879956"/>
                  <a:gd name="connsiteY7" fmla="*/ 177463 h 354925"/>
                  <a:gd name="connsiteX8" fmla="*/ 177463 w 1879956"/>
                  <a:gd name="connsiteY8" fmla="*/ 0 h 354925"/>
                  <a:gd name="connsiteX0" fmla="*/ 177463 w 1879957"/>
                  <a:gd name="connsiteY0" fmla="*/ 0 h 716875"/>
                  <a:gd name="connsiteX1" fmla="*/ 1702494 w 1879957"/>
                  <a:gd name="connsiteY1" fmla="*/ 0 h 716875"/>
                  <a:gd name="connsiteX2" fmla="*/ 1879957 w 1879957"/>
                  <a:gd name="connsiteY2" fmla="*/ 177463 h 716875"/>
                  <a:gd name="connsiteX3" fmla="*/ 1879956 w 1879957"/>
                  <a:gd name="connsiteY3" fmla="*/ 354925 h 716875"/>
                  <a:gd name="connsiteX4" fmla="*/ 1879956 w 1879957"/>
                  <a:gd name="connsiteY4" fmla="*/ 716875 h 716875"/>
                  <a:gd name="connsiteX5" fmla="*/ 0 w 1879957"/>
                  <a:gd name="connsiteY5" fmla="*/ 354925 h 716875"/>
                  <a:gd name="connsiteX6" fmla="*/ 0 w 1879957"/>
                  <a:gd name="connsiteY6" fmla="*/ 354925 h 716875"/>
                  <a:gd name="connsiteX7" fmla="*/ 0 w 1879957"/>
                  <a:gd name="connsiteY7" fmla="*/ 177463 h 716875"/>
                  <a:gd name="connsiteX8" fmla="*/ 177463 w 1879957"/>
                  <a:gd name="connsiteY8" fmla="*/ 0 h 716875"/>
                  <a:gd name="connsiteX0" fmla="*/ 177463 w 1884579"/>
                  <a:gd name="connsiteY0" fmla="*/ 0 h 716875"/>
                  <a:gd name="connsiteX1" fmla="*/ 1702494 w 1884579"/>
                  <a:gd name="connsiteY1" fmla="*/ 0 h 716875"/>
                  <a:gd name="connsiteX2" fmla="*/ 1879957 w 1884579"/>
                  <a:gd name="connsiteY2" fmla="*/ 177463 h 716875"/>
                  <a:gd name="connsiteX3" fmla="*/ 1879956 w 1884579"/>
                  <a:gd name="connsiteY3" fmla="*/ 354925 h 716875"/>
                  <a:gd name="connsiteX4" fmla="*/ 1879956 w 1884579"/>
                  <a:gd name="connsiteY4" fmla="*/ 716875 h 716875"/>
                  <a:gd name="connsiteX5" fmla="*/ 0 w 1884579"/>
                  <a:gd name="connsiteY5" fmla="*/ 354925 h 716875"/>
                  <a:gd name="connsiteX6" fmla="*/ 0 w 1884579"/>
                  <a:gd name="connsiteY6" fmla="*/ 354925 h 716875"/>
                  <a:gd name="connsiteX7" fmla="*/ 0 w 1884579"/>
                  <a:gd name="connsiteY7" fmla="*/ 177463 h 716875"/>
                  <a:gd name="connsiteX8" fmla="*/ 177463 w 1884579"/>
                  <a:gd name="connsiteY8" fmla="*/ 0 h 716875"/>
                  <a:gd name="connsiteX0" fmla="*/ 177463 w 1884704"/>
                  <a:gd name="connsiteY0" fmla="*/ 0 h 716875"/>
                  <a:gd name="connsiteX1" fmla="*/ 1702494 w 1884704"/>
                  <a:gd name="connsiteY1" fmla="*/ 0 h 716875"/>
                  <a:gd name="connsiteX2" fmla="*/ 1879957 w 1884704"/>
                  <a:gd name="connsiteY2" fmla="*/ 177463 h 716875"/>
                  <a:gd name="connsiteX3" fmla="*/ 1879956 w 1884704"/>
                  <a:gd name="connsiteY3" fmla="*/ 354925 h 716875"/>
                  <a:gd name="connsiteX4" fmla="*/ 1879956 w 1884704"/>
                  <a:gd name="connsiteY4" fmla="*/ 716875 h 716875"/>
                  <a:gd name="connsiteX5" fmla="*/ 0 w 1884704"/>
                  <a:gd name="connsiteY5" fmla="*/ 354925 h 716875"/>
                  <a:gd name="connsiteX6" fmla="*/ 0 w 1884704"/>
                  <a:gd name="connsiteY6" fmla="*/ 354925 h 716875"/>
                  <a:gd name="connsiteX7" fmla="*/ 0 w 1884704"/>
                  <a:gd name="connsiteY7" fmla="*/ 177463 h 716875"/>
                  <a:gd name="connsiteX8" fmla="*/ 177463 w 1884704"/>
                  <a:gd name="connsiteY8" fmla="*/ 0 h 716875"/>
                  <a:gd name="connsiteX0" fmla="*/ 177463 w 1880012"/>
                  <a:gd name="connsiteY0" fmla="*/ 0 h 716875"/>
                  <a:gd name="connsiteX1" fmla="*/ 1702494 w 1880012"/>
                  <a:gd name="connsiteY1" fmla="*/ 0 h 716875"/>
                  <a:gd name="connsiteX2" fmla="*/ 1879957 w 1880012"/>
                  <a:gd name="connsiteY2" fmla="*/ 177463 h 716875"/>
                  <a:gd name="connsiteX3" fmla="*/ 1879956 w 1880012"/>
                  <a:gd name="connsiteY3" fmla="*/ 354925 h 716875"/>
                  <a:gd name="connsiteX4" fmla="*/ 1879956 w 1880012"/>
                  <a:gd name="connsiteY4" fmla="*/ 716875 h 716875"/>
                  <a:gd name="connsiteX5" fmla="*/ 0 w 1880012"/>
                  <a:gd name="connsiteY5" fmla="*/ 354925 h 716875"/>
                  <a:gd name="connsiteX6" fmla="*/ 0 w 1880012"/>
                  <a:gd name="connsiteY6" fmla="*/ 354925 h 716875"/>
                  <a:gd name="connsiteX7" fmla="*/ 0 w 1880012"/>
                  <a:gd name="connsiteY7" fmla="*/ 177463 h 716875"/>
                  <a:gd name="connsiteX8" fmla="*/ 177463 w 1880012"/>
                  <a:gd name="connsiteY8" fmla="*/ 0 h 716875"/>
                  <a:gd name="connsiteX0" fmla="*/ 322243 w 2024792"/>
                  <a:gd name="connsiteY0" fmla="*/ 0 h 716875"/>
                  <a:gd name="connsiteX1" fmla="*/ 1847274 w 2024792"/>
                  <a:gd name="connsiteY1" fmla="*/ 0 h 716875"/>
                  <a:gd name="connsiteX2" fmla="*/ 2024737 w 2024792"/>
                  <a:gd name="connsiteY2" fmla="*/ 177463 h 716875"/>
                  <a:gd name="connsiteX3" fmla="*/ 2024736 w 2024792"/>
                  <a:gd name="connsiteY3" fmla="*/ 354925 h 716875"/>
                  <a:gd name="connsiteX4" fmla="*/ 2024736 w 2024792"/>
                  <a:gd name="connsiteY4" fmla="*/ 716875 h 716875"/>
                  <a:gd name="connsiteX5" fmla="*/ 144780 w 2024792"/>
                  <a:gd name="connsiteY5" fmla="*/ 354925 h 716875"/>
                  <a:gd name="connsiteX6" fmla="*/ 0 w 2024792"/>
                  <a:gd name="connsiteY6" fmla="*/ 362545 h 716875"/>
                  <a:gd name="connsiteX7" fmla="*/ 144780 w 2024792"/>
                  <a:gd name="connsiteY7" fmla="*/ 177463 h 716875"/>
                  <a:gd name="connsiteX8" fmla="*/ 322243 w 2024792"/>
                  <a:gd name="connsiteY8" fmla="*/ 0 h 716875"/>
                  <a:gd name="connsiteX0" fmla="*/ 322243 w 2024792"/>
                  <a:gd name="connsiteY0" fmla="*/ 0 h 716875"/>
                  <a:gd name="connsiteX1" fmla="*/ 1847274 w 2024792"/>
                  <a:gd name="connsiteY1" fmla="*/ 0 h 716875"/>
                  <a:gd name="connsiteX2" fmla="*/ 2024737 w 2024792"/>
                  <a:gd name="connsiteY2" fmla="*/ 177463 h 716875"/>
                  <a:gd name="connsiteX3" fmla="*/ 2024736 w 2024792"/>
                  <a:gd name="connsiteY3" fmla="*/ 354925 h 716875"/>
                  <a:gd name="connsiteX4" fmla="*/ 2024736 w 2024792"/>
                  <a:gd name="connsiteY4" fmla="*/ 716875 h 716875"/>
                  <a:gd name="connsiteX5" fmla="*/ 144780 w 2024792"/>
                  <a:gd name="connsiteY5" fmla="*/ 354925 h 716875"/>
                  <a:gd name="connsiteX6" fmla="*/ 0 w 2024792"/>
                  <a:gd name="connsiteY6" fmla="*/ 362545 h 716875"/>
                  <a:gd name="connsiteX7" fmla="*/ 144780 w 2024792"/>
                  <a:gd name="connsiteY7" fmla="*/ 177463 h 716875"/>
                  <a:gd name="connsiteX8" fmla="*/ 322243 w 2024792"/>
                  <a:gd name="connsiteY8" fmla="*/ 0 h 716875"/>
                  <a:gd name="connsiteX0" fmla="*/ 322243 w 2024792"/>
                  <a:gd name="connsiteY0" fmla="*/ 0 h 716875"/>
                  <a:gd name="connsiteX1" fmla="*/ 1847274 w 2024792"/>
                  <a:gd name="connsiteY1" fmla="*/ 0 h 716875"/>
                  <a:gd name="connsiteX2" fmla="*/ 2024737 w 2024792"/>
                  <a:gd name="connsiteY2" fmla="*/ 177463 h 716875"/>
                  <a:gd name="connsiteX3" fmla="*/ 2024736 w 2024792"/>
                  <a:gd name="connsiteY3" fmla="*/ 354925 h 716875"/>
                  <a:gd name="connsiteX4" fmla="*/ 2024736 w 2024792"/>
                  <a:gd name="connsiteY4" fmla="*/ 716875 h 716875"/>
                  <a:gd name="connsiteX5" fmla="*/ 144780 w 2024792"/>
                  <a:gd name="connsiteY5" fmla="*/ 354925 h 716875"/>
                  <a:gd name="connsiteX6" fmla="*/ 0 w 2024792"/>
                  <a:gd name="connsiteY6" fmla="*/ 362545 h 716875"/>
                  <a:gd name="connsiteX7" fmla="*/ 167640 w 2024792"/>
                  <a:gd name="connsiteY7" fmla="*/ 192703 h 716875"/>
                  <a:gd name="connsiteX8" fmla="*/ 322243 w 2024792"/>
                  <a:gd name="connsiteY8" fmla="*/ 0 h 716875"/>
                  <a:gd name="connsiteX0" fmla="*/ 322243 w 2024792"/>
                  <a:gd name="connsiteY0" fmla="*/ 0 h 716875"/>
                  <a:gd name="connsiteX1" fmla="*/ 1847274 w 2024792"/>
                  <a:gd name="connsiteY1" fmla="*/ 0 h 716875"/>
                  <a:gd name="connsiteX2" fmla="*/ 2024737 w 2024792"/>
                  <a:gd name="connsiteY2" fmla="*/ 177463 h 716875"/>
                  <a:gd name="connsiteX3" fmla="*/ 2024736 w 2024792"/>
                  <a:gd name="connsiteY3" fmla="*/ 354925 h 716875"/>
                  <a:gd name="connsiteX4" fmla="*/ 2024736 w 2024792"/>
                  <a:gd name="connsiteY4" fmla="*/ 716875 h 716875"/>
                  <a:gd name="connsiteX5" fmla="*/ 144780 w 2024792"/>
                  <a:gd name="connsiteY5" fmla="*/ 354925 h 716875"/>
                  <a:gd name="connsiteX6" fmla="*/ 0 w 2024792"/>
                  <a:gd name="connsiteY6" fmla="*/ 362545 h 716875"/>
                  <a:gd name="connsiteX7" fmla="*/ 167640 w 2024792"/>
                  <a:gd name="connsiteY7" fmla="*/ 192703 h 716875"/>
                  <a:gd name="connsiteX8" fmla="*/ 322243 w 2024792"/>
                  <a:gd name="connsiteY8" fmla="*/ 0 h 716875"/>
                  <a:gd name="connsiteX0" fmla="*/ 322243 w 2024792"/>
                  <a:gd name="connsiteY0" fmla="*/ 0 h 716875"/>
                  <a:gd name="connsiteX1" fmla="*/ 1847274 w 2024792"/>
                  <a:gd name="connsiteY1" fmla="*/ 0 h 716875"/>
                  <a:gd name="connsiteX2" fmla="*/ 2024737 w 2024792"/>
                  <a:gd name="connsiteY2" fmla="*/ 177463 h 716875"/>
                  <a:gd name="connsiteX3" fmla="*/ 2024736 w 2024792"/>
                  <a:gd name="connsiteY3" fmla="*/ 354925 h 716875"/>
                  <a:gd name="connsiteX4" fmla="*/ 2024736 w 2024792"/>
                  <a:gd name="connsiteY4" fmla="*/ 716875 h 716875"/>
                  <a:gd name="connsiteX5" fmla="*/ 144780 w 2024792"/>
                  <a:gd name="connsiteY5" fmla="*/ 354925 h 716875"/>
                  <a:gd name="connsiteX6" fmla="*/ 0 w 2024792"/>
                  <a:gd name="connsiteY6" fmla="*/ 362545 h 716875"/>
                  <a:gd name="connsiteX7" fmla="*/ 167640 w 2024792"/>
                  <a:gd name="connsiteY7" fmla="*/ 192703 h 716875"/>
                  <a:gd name="connsiteX8" fmla="*/ 322243 w 2024792"/>
                  <a:gd name="connsiteY8" fmla="*/ 0 h 716875"/>
                  <a:gd name="connsiteX0" fmla="*/ 322243 w 2024792"/>
                  <a:gd name="connsiteY0" fmla="*/ 0 h 716875"/>
                  <a:gd name="connsiteX1" fmla="*/ 1847274 w 2024792"/>
                  <a:gd name="connsiteY1" fmla="*/ 0 h 716875"/>
                  <a:gd name="connsiteX2" fmla="*/ 2024737 w 2024792"/>
                  <a:gd name="connsiteY2" fmla="*/ 177463 h 716875"/>
                  <a:gd name="connsiteX3" fmla="*/ 2024736 w 2024792"/>
                  <a:gd name="connsiteY3" fmla="*/ 354925 h 716875"/>
                  <a:gd name="connsiteX4" fmla="*/ 2024736 w 2024792"/>
                  <a:gd name="connsiteY4" fmla="*/ 716875 h 716875"/>
                  <a:gd name="connsiteX5" fmla="*/ 144780 w 2024792"/>
                  <a:gd name="connsiteY5" fmla="*/ 354925 h 716875"/>
                  <a:gd name="connsiteX6" fmla="*/ 0 w 2024792"/>
                  <a:gd name="connsiteY6" fmla="*/ 362545 h 716875"/>
                  <a:gd name="connsiteX7" fmla="*/ 167640 w 2024792"/>
                  <a:gd name="connsiteY7" fmla="*/ 192703 h 716875"/>
                  <a:gd name="connsiteX8" fmla="*/ 322243 w 2024792"/>
                  <a:gd name="connsiteY8" fmla="*/ 0 h 716875"/>
                  <a:gd name="connsiteX0" fmla="*/ 322243 w 2024792"/>
                  <a:gd name="connsiteY0" fmla="*/ 0 h 716875"/>
                  <a:gd name="connsiteX1" fmla="*/ 1847274 w 2024792"/>
                  <a:gd name="connsiteY1" fmla="*/ 0 h 716875"/>
                  <a:gd name="connsiteX2" fmla="*/ 2024737 w 2024792"/>
                  <a:gd name="connsiteY2" fmla="*/ 177463 h 716875"/>
                  <a:gd name="connsiteX3" fmla="*/ 2024736 w 2024792"/>
                  <a:gd name="connsiteY3" fmla="*/ 354925 h 716875"/>
                  <a:gd name="connsiteX4" fmla="*/ 2024736 w 2024792"/>
                  <a:gd name="connsiteY4" fmla="*/ 716875 h 716875"/>
                  <a:gd name="connsiteX5" fmla="*/ 144780 w 2024792"/>
                  <a:gd name="connsiteY5" fmla="*/ 354925 h 716875"/>
                  <a:gd name="connsiteX6" fmla="*/ 0 w 2024792"/>
                  <a:gd name="connsiteY6" fmla="*/ 362545 h 716875"/>
                  <a:gd name="connsiteX7" fmla="*/ 167640 w 2024792"/>
                  <a:gd name="connsiteY7" fmla="*/ 192703 h 716875"/>
                  <a:gd name="connsiteX8" fmla="*/ 322243 w 2024792"/>
                  <a:gd name="connsiteY8" fmla="*/ 0 h 716875"/>
                  <a:gd name="connsiteX0" fmla="*/ 322243 w 2024792"/>
                  <a:gd name="connsiteY0" fmla="*/ 0 h 716875"/>
                  <a:gd name="connsiteX1" fmla="*/ 1847274 w 2024792"/>
                  <a:gd name="connsiteY1" fmla="*/ 0 h 716875"/>
                  <a:gd name="connsiteX2" fmla="*/ 2024737 w 2024792"/>
                  <a:gd name="connsiteY2" fmla="*/ 177463 h 716875"/>
                  <a:gd name="connsiteX3" fmla="*/ 2024736 w 2024792"/>
                  <a:gd name="connsiteY3" fmla="*/ 354925 h 716875"/>
                  <a:gd name="connsiteX4" fmla="*/ 2024736 w 2024792"/>
                  <a:gd name="connsiteY4" fmla="*/ 716875 h 716875"/>
                  <a:gd name="connsiteX5" fmla="*/ 144780 w 2024792"/>
                  <a:gd name="connsiteY5" fmla="*/ 354925 h 716875"/>
                  <a:gd name="connsiteX6" fmla="*/ 0 w 2024792"/>
                  <a:gd name="connsiteY6" fmla="*/ 362545 h 716875"/>
                  <a:gd name="connsiteX7" fmla="*/ 167640 w 2024792"/>
                  <a:gd name="connsiteY7" fmla="*/ 192703 h 716875"/>
                  <a:gd name="connsiteX8" fmla="*/ 322243 w 2024792"/>
                  <a:gd name="connsiteY8" fmla="*/ 0 h 716875"/>
                  <a:gd name="connsiteX0" fmla="*/ 322243 w 2024792"/>
                  <a:gd name="connsiteY0" fmla="*/ 0 h 716875"/>
                  <a:gd name="connsiteX1" fmla="*/ 1847274 w 2024792"/>
                  <a:gd name="connsiteY1" fmla="*/ 0 h 716875"/>
                  <a:gd name="connsiteX2" fmla="*/ 2024737 w 2024792"/>
                  <a:gd name="connsiteY2" fmla="*/ 177463 h 716875"/>
                  <a:gd name="connsiteX3" fmla="*/ 2024736 w 2024792"/>
                  <a:gd name="connsiteY3" fmla="*/ 354925 h 716875"/>
                  <a:gd name="connsiteX4" fmla="*/ 2024736 w 2024792"/>
                  <a:gd name="connsiteY4" fmla="*/ 716875 h 716875"/>
                  <a:gd name="connsiteX5" fmla="*/ 144780 w 2024792"/>
                  <a:gd name="connsiteY5" fmla="*/ 354925 h 716875"/>
                  <a:gd name="connsiteX6" fmla="*/ 0 w 2024792"/>
                  <a:gd name="connsiteY6" fmla="*/ 362545 h 716875"/>
                  <a:gd name="connsiteX7" fmla="*/ 322243 w 2024792"/>
                  <a:gd name="connsiteY7" fmla="*/ 0 h 716875"/>
                  <a:gd name="connsiteX0" fmla="*/ 322243 w 2090660"/>
                  <a:gd name="connsiteY0" fmla="*/ 0 h 717349"/>
                  <a:gd name="connsiteX1" fmla="*/ 1847274 w 2090660"/>
                  <a:gd name="connsiteY1" fmla="*/ 0 h 717349"/>
                  <a:gd name="connsiteX2" fmla="*/ 2024737 w 2090660"/>
                  <a:gd name="connsiteY2" fmla="*/ 177463 h 717349"/>
                  <a:gd name="connsiteX3" fmla="*/ 2024736 w 2090660"/>
                  <a:gd name="connsiteY3" fmla="*/ 354925 h 717349"/>
                  <a:gd name="connsiteX4" fmla="*/ 2024736 w 2090660"/>
                  <a:gd name="connsiteY4" fmla="*/ 716875 h 717349"/>
                  <a:gd name="connsiteX5" fmla="*/ 1929737 w 2090660"/>
                  <a:gd name="connsiteY5" fmla="*/ 388732 h 717349"/>
                  <a:gd name="connsiteX6" fmla="*/ 144780 w 2090660"/>
                  <a:gd name="connsiteY6" fmla="*/ 354925 h 717349"/>
                  <a:gd name="connsiteX7" fmla="*/ 0 w 2090660"/>
                  <a:gd name="connsiteY7" fmla="*/ 362545 h 717349"/>
                  <a:gd name="connsiteX8" fmla="*/ 322243 w 2090660"/>
                  <a:gd name="connsiteY8" fmla="*/ 0 h 717349"/>
                  <a:gd name="connsiteX0" fmla="*/ 322243 w 2025576"/>
                  <a:gd name="connsiteY0" fmla="*/ 0 h 717357"/>
                  <a:gd name="connsiteX1" fmla="*/ 1847274 w 2025576"/>
                  <a:gd name="connsiteY1" fmla="*/ 0 h 717357"/>
                  <a:gd name="connsiteX2" fmla="*/ 2024737 w 2025576"/>
                  <a:gd name="connsiteY2" fmla="*/ 177463 h 717357"/>
                  <a:gd name="connsiteX3" fmla="*/ 2024736 w 2025576"/>
                  <a:gd name="connsiteY3" fmla="*/ 354925 h 717357"/>
                  <a:gd name="connsiteX4" fmla="*/ 2024736 w 2025576"/>
                  <a:gd name="connsiteY4" fmla="*/ 716875 h 717357"/>
                  <a:gd name="connsiteX5" fmla="*/ 1929737 w 2025576"/>
                  <a:gd name="connsiteY5" fmla="*/ 388732 h 717357"/>
                  <a:gd name="connsiteX6" fmla="*/ 144780 w 2025576"/>
                  <a:gd name="connsiteY6" fmla="*/ 354925 h 717357"/>
                  <a:gd name="connsiteX7" fmla="*/ 0 w 2025576"/>
                  <a:gd name="connsiteY7" fmla="*/ 362545 h 717357"/>
                  <a:gd name="connsiteX8" fmla="*/ 322243 w 2025576"/>
                  <a:gd name="connsiteY8" fmla="*/ 0 h 717357"/>
                  <a:gd name="connsiteX0" fmla="*/ 322243 w 2024737"/>
                  <a:gd name="connsiteY0" fmla="*/ 0 h 717320"/>
                  <a:gd name="connsiteX1" fmla="*/ 1847274 w 2024737"/>
                  <a:gd name="connsiteY1" fmla="*/ 0 h 717320"/>
                  <a:gd name="connsiteX2" fmla="*/ 2024737 w 2024737"/>
                  <a:gd name="connsiteY2" fmla="*/ 177463 h 717320"/>
                  <a:gd name="connsiteX3" fmla="*/ 2024736 w 2024737"/>
                  <a:gd name="connsiteY3" fmla="*/ 354925 h 717320"/>
                  <a:gd name="connsiteX4" fmla="*/ 2024736 w 2024737"/>
                  <a:gd name="connsiteY4" fmla="*/ 716875 h 717320"/>
                  <a:gd name="connsiteX5" fmla="*/ 1896400 w 2024737"/>
                  <a:gd name="connsiteY5" fmla="*/ 364919 h 717320"/>
                  <a:gd name="connsiteX6" fmla="*/ 144780 w 2024737"/>
                  <a:gd name="connsiteY6" fmla="*/ 354925 h 717320"/>
                  <a:gd name="connsiteX7" fmla="*/ 0 w 2024737"/>
                  <a:gd name="connsiteY7" fmla="*/ 362545 h 717320"/>
                  <a:gd name="connsiteX8" fmla="*/ 322243 w 2024737"/>
                  <a:gd name="connsiteY8" fmla="*/ 0 h 717320"/>
                  <a:gd name="connsiteX0" fmla="*/ 322243 w 2024737"/>
                  <a:gd name="connsiteY0" fmla="*/ 0 h 717331"/>
                  <a:gd name="connsiteX1" fmla="*/ 1847274 w 2024737"/>
                  <a:gd name="connsiteY1" fmla="*/ 0 h 717331"/>
                  <a:gd name="connsiteX2" fmla="*/ 2024737 w 2024737"/>
                  <a:gd name="connsiteY2" fmla="*/ 177463 h 717331"/>
                  <a:gd name="connsiteX3" fmla="*/ 2024736 w 2024737"/>
                  <a:gd name="connsiteY3" fmla="*/ 354925 h 717331"/>
                  <a:gd name="connsiteX4" fmla="*/ 2024736 w 2024737"/>
                  <a:gd name="connsiteY4" fmla="*/ 716875 h 717331"/>
                  <a:gd name="connsiteX5" fmla="*/ 1908306 w 2024737"/>
                  <a:gd name="connsiteY5" fmla="*/ 372063 h 717331"/>
                  <a:gd name="connsiteX6" fmla="*/ 144780 w 2024737"/>
                  <a:gd name="connsiteY6" fmla="*/ 354925 h 717331"/>
                  <a:gd name="connsiteX7" fmla="*/ 0 w 2024737"/>
                  <a:gd name="connsiteY7" fmla="*/ 362545 h 717331"/>
                  <a:gd name="connsiteX8" fmla="*/ 322243 w 2024737"/>
                  <a:gd name="connsiteY8" fmla="*/ 0 h 717331"/>
                  <a:gd name="connsiteX0" fmla="*/ 322243 w 2024737"/>
                  <a:gd name="connsiteY0" fmla="*/ 0 h 717331"/>
                  <a:gd name="connsiteX1" fmla="*/ 1847274 w 2024737"/>
                  <a:gd name="connsiteY1" fmla="*/ 0 h 717331"/>
                  <a:gd name="connsiteX2" fmla="*/ 2024737 w 2024737"/>
                  <a:gd name="connsiteY2" fmla="*/ 177463 h 717331"/>
                  <a:gd name="connsiteX3" fmla="*/ 2024736 w 2024737"/>
                  <a:gd name="connsiteY3" fmla="*/ 354925 h 717331"/>
                  <a:gd name="connsiteX4" fmla="*/ 2024736 w 2024737"/>
                  <a:gd name="connsiteY4" fmla="*/ 716875 h 717331"/>
                  <a:gd name="connsiteX5" fmla="*/ 1908306 w 2024737"/>
                  <a:gd name="connsiteY5" fmla="*/ 372063 h 717331"/>
                  <a:gd name="connsiteX6" fmla="*/ 144780 w 2024737"/>
                  <a:gd name="connsiteY6" fmla="*/ 354925 h 717331"/>
                  <a:gd name="connsiteX7" fmla="*/ 0 w 2024737"/>
                  <a:gd name="connsiteY7" fmla="*/ 362545 h 717331"/>
                  <a:gd name="connsiteX8" fmla="*/ 322243 w 2024737"/>
                  <a:gd name="connsiteY8" fmla="*/ 0 h 717331"/>
                  <a:gd name="connsiteX0" fmla="*/ 322243 w 2027686"/>
                  <a:gd name="connsiteY0" fmla="*/ 0 h 719582"/>
                  <a:gd name="connsiteX1" fmla="*/ 1847274 w 2027686"/>
                  <a:gd name="connsiteY1" fmla="*/ 0 h 719582"/>
                  <a:gd name="connsiteX2" fmla="*/ 2024737 w 2027686"/>
                  <a:gd name="connsiteY2" fmla="*/ 177463 h 719582"/>
                  <a:gd name="connsiteX3" fmla="*/ 2024736 w 2027686"/>
                  <a:gd name="connsiteY3" fmla="*/ 354925 h 719582"/>
                  <a:gd name="connsiteX4" fmla="*/ 2024736 w 2027686"/>
                  <a:gd name="connsiteY4" fmla="*/ 716875 h 719582"/>
                  <a:gd name="connsiteX5" fmla="*/ 1908306 w 2027686"/>
                  <a:gd name="connsiteY5" fmla="*/ 372063 h 719582"/>
                  <a:gd name="connsiteX6" fmla="*/ 144780 w 2027686"/>
                  <a:gd name="connsiteY6" fmla="*/ 354925 h 719582"/>
                  <a:gd name="connsiteX7" fmla="*/ 0 w 2027686"/>
                  <a:gd name="connsiteY7" fmla="*/ 362545 h 719582"/>
                  <a:gd name="connsiteX8" fmla="*/ 322243 w 2027686"/>
                  <a:gd name="connsiteY8" fmla="*/ 0 h 719582"/>
                  <a:gd name="connsiteX0" fmla="*/ 322243 w 2032977"/>
                  <a:gd name="connsiteY0" fmla="*/ 0 h 720288"/>
                  <a:gd name="connsiteX1" fmla="*/ 1847274 w 2032977"/>
                  <a:gd name="connsiteY1" fmla="*/ 0 h 720288"/>
                  <a:gd name="connsiteX2" fmla="*/ 2024737 w 2032977"/>
                  <a:gd name="connsiteY2" fmla="*/ 177463 h 720288"/>
                  <a:gd name="connsiteX3" fmla="*/ 2024736 w 2032977"/>
                  <a:gd name="connsiteY3" fmla="*/ 354925 h 720288"/>
                  <a:gd name="connsiteX4" fmla="*/ 2024736 w 2032977"/>
                  <a:gd name="connsiteY4" fmla="*/ 716875 h 720288"/>
                  <a:gd name="connsiteX5" fmla="*/ 1908306 w 2032977"/>
                  <a:gd name="connsiteY5" fmla="*/ 372063 h 720288"/>
                  <a:gd name="connsiteX6" fmla="*/ 144780 w 2032977"/>
                  <a:gd name="connsiteY6" fmla="*/ 354925 h 720288"/>
                  <a:gd name="connsiteX7" fmla="*/ 0 w 2032977"/>
                  <a:gd name="connsiteY7" fmla="*/ 362545 h 720288"/>
                  <a:gd name="connsiteX8" fmla="*/ 322243 w 2032977"/>
                  <a:gd name="connsiteY8" fmla="*/ 0 h 720288"/>
                  <a:gd name="connsiteX0" fmla="*/ 322243 w 2029802"/>
                  <a:gd name="connsiteY0" fmla="*/ 0 h 720288"/>
                  <a:gd name="connsiteX1" fmla="*/ 1847274 w 2029802"/>
                  <a:gd name="connsiteY1" fmla="*/ 0 h 720288"/>
                  <a:gd name="connsiteX2" fmla="*/ 2024737 w 2029802"/>
                  <a:gd name="connsiteY2" fmla="*/ 177463 h 720288"/>
                  <a:gd name="connsiteX3" fmla="*/ 2024736 w 2029802"/>
                  <a:gd name="connsiteY3" fmla="*/ 354925 h 720288"/>
                  <a:gd name="connsiteX4" fmla="*/ 2024736 w 2029802"/>
                  <a:gd name="connsiteY4" fmla="*/ 716875 h 720288"/>
                  <a:gd name="connsiteX5" fmla="*/ 1908306 w 2029802"/>
                  <a:gd name="connsiteY5" fmla="*/ 372063 h 720288"/>
                  <a:gd name="connsiteX6" fmla="*/ 144780 w 2029802"/>
                  <a:gd name="connsiteY6" fmla="*/ 354925 h 720288"/>
                  <a:gd name="connsiteX7" fmla="*/ 0 w 2029802"/>
                  <a:gd name="connsiteY7" fmla="*/ 362545 h 720288"/>
                  <a:gd name="connsiteX8" fmla="*/ 322243 w 2029802"/>
                  <a:gd name="connsiteY8" fmla="*/ 0 h 720288"/>
                  <a:gd name="connsiteX0" fmla="*/ 322243 w 2026131"/>
                  <a:gd name="connsiteY0" fmla="*/ 0 h 720219"/>
                  <a:gd name="connsiteX1" fmla="*/ 1847274 w 2026131"/>
                  <a:gd name="connsiteY1" fmla="*/ 0 h 720219"/>
                  <a:gd name="connsiteX2" fmla="*/ 2024737 w 2026131"/>
                  <a:gd name="connsiteY2" fmla="*/ 177463 h 720219"/>
                  <a:gd name="connsiteX3" fmla="*/ 2024736 w 2026131"/>
                  <a:gd name="connsiteY3" fmla="*/ 354925 h 720219"/>
                  <a:gd name="connsiteX4" fmla="*/ 2024736 w 2026131"/>
                  <a:gd name="connsiteY4" fmla="*/ 716875 h 720219"/>
                  <a:gd name="connsiteX5" fmla="*/ 1889256 w 2026131"/>
                  <a:gd name="connsiteY5" fmla="*/ 364919 h 720219"/>
                  <a:gd name="connsiteX6" fmla="*/ 144780 w 2026131"/>
                  <a:gd name="connsiteY6" fmla="*/ 354925 h 720219"/>
                  <a:gd name="connsiteX7" fmla="*/ 0 w 2026131"/>
                  <a:gd name="connsiteY7" fmla="*/ 362545 h 720219"/>
                  <a:gd name="connsiteX8" fmla="*/ 322243 w 2026131"/>
                  <a:gd name="connsiteY8" fmla="*/ 0 h 720219"/>
                  <a:gd name="connsiteX0" fmla="*/ 322243 w 2029194"/>
                  <a:gd name="connsiteY0" fmla="*/ 0 h 720408"/>
                  <a:gd name="connsiteX1" fmla="*/ 1847274 w 2029194"/>
                  <a:gd name="connsiteY1" fmla="*/ 0 h 720408"/>
                  <a:gd name="connsiteX2" fmla="*/ 2024737 w 2029194"/>
                  <a:gd name="connsiteY2" fmla="*/ 177463 h 720408"/>
                  <a:gd name="connsiteX3" fmla="*/ 2024736 w 2029194"/>
                  <a:gd name="connsiteY3" fmla="*/ 354925 h 720408"/>
                  <a:gd name="connsiteX4" fmla="*/ 2024736 w 2029194"/>
                  <a:gd name="connsiteY4" fmla="*/ 716875 h 720408"/>
                  <a:gd name="connsiteX5" fmla="*/ 1905925 w 2029194"/>
                  <a:gd name="connsiteY5" fmla="*/ 383969 h 720408"/>
                  <a:gd name="connsiteX6" fmla="*/ 144780 w 2029194"/>
                  <a:gd name="connsiteY6" fmla="*/ 354925 h 720408"/>
                  <a:gd name="connsiteX7" fmla="*/ 0 w 2029194"/>
                  <a:gd name="connsiteY7" fmla="*/ 362545 h 720408"/>
                  <a:gd name="connsiteX8" fmla="*/ 322243 w 2029194"/>
                  <a:gd name="connsiteY8" fmla="*/ 0 h 720408"/>
                  <a:gd name="connsiteX0" fmla="*/ 322243 w 2024814"/>
                  <a:gd name="connsiteY0" fmla="*/ 0 h 720132"/>
                  <a:gd name="connsiteX1" fmla="*/ 1847274 w 2024814"/>
                  <a:gd name="connsiteY1" fmla="*/ 0 h 720132"/>
                  <a:gd name="connsiteX2" fmla="*/ 2024737 w 2024814"/>
                  <a:gd name="connsiteY2" fmla="*/ 177463 h 720132"/>
                  <a:gd name="connsiteX3" fmla="*/ 2024736 w 2024814"/>
                  <a:gd name="connsiteY3" fmla="*/ 354925 h 720132"/>
                  <a:gd name="connsiteX4" fmla="*/ 2024736 w 2024814"/>
                  <a:gd name="connsiteY4" fmla="*/ 716875 h 720132"/>
                  <a:gd name="connsiteX5" fmla="*/ 1858300 w 2024814"/>
                  <a:gd name="connsiteY5" fmla="*/ 355394 h 720132"/>
                  <a:gd name="connsiteX6" fmla="*/ 144780 w 2024814"/>
                  <a:gd name="connsiteY6" fmla="*/ 354925 h 720132"/>
                  <a:gd name="connsiteX7" fmla="*/ 0 w 2024814"/>
                  <a:gd name="connsiteY7" fmla="*/ 362545 h 720132"/>
                  <a:gd name="connsiteX8" fmla="*/ 322243 w 2024814"/>
                  <a:gd name="connsiteY8" fmla="*/ 0 h 720132"/>
                  <a:gd name="connsiteX0" fmla="*/ 322243 w 2024814"/>
                  <a:gd name="connsiteY0" fmla="*/ 0 h 720132"/>
                  <a:gd name="connsiteX1" fmla="*/ 1847274 w 2024814"/>
                  <a:gd name="connsiteY1" fmla="*/ 0 h 720132"/>
                  <a:gd name="connsiteX2" fmla="*/ 2024737 w 2024814"/>
                  <a:gd name="connsiteY2" fmla="*/ 177463 h 720132"/>
                  <a:gd name="connsiteX3" fmla="*/ 2024736 w 2024814"/>
                  <a:gd name="connsiteY3" fmla="*/ 354925 h 720132"/>
                  <a:gd name="connsiteX4" fmla="*/ 2024736 w 2024814"/>
                  <a:gd name="connsiteY4" fmla="*/ 716875 h 720132"/>
                  <a:gd name="connsiteX5" fmla="*/ 1858300 w 2024814"/>
                  <a:gd name="connsiteY5" fmla="*/ 355394 h 720132"/>
                  <a:gd name="connsiteX6" fmla="*/ 144780 w 2024814"/>
                  <a:gd name="connsiteY6" fmla="*/ 354925 h 720132"/>
                  <a:gd name="connsiteX7" fmla="*/ 0 w 2024814"/>
                  <a:gd name="connsiteY7" fmla="*/ 362545 h 720132"/>
                  <a:gd name="connsiteX8" fmla="*/ 322243 w 2024814"/>
                  <a:gd name="connsiteY8" fmla="*/ 0 h 720132"/>
                  <a:gd name="connsiteX0" fmla="*/ 322243 w 2024814"/>
                  <a:gd name="connsiteY0" fmla="*/ 0 h 720132"/>
                  <a:gd name="connsiteX1" fmla="*/ 1847274 w 2024814"/>
                  <a:gd name="connsiteY1" fmla="*/ 0 h 720132"/>
                  <a:gd name="connsiteX2" fmla="*/ 2024737 w 2024814"/>
                  <a:gd name="connsiteY2" fmla="*/ 177463 h 720132"/>
                  <a:gd name="connsiteX3" fmla="*/ 2024736 w 2024814"/>
                  <a:gd name="connsiteY3" fmla="*/ 354925 h 720132"/>
                  <a:gd name="connsiteX4" fmla="*/ 2024736 w 2024814"/>
                  <a:gd name="connsiteY4" fmla="*/ 716875 h 720132"/>
                  <a:gd name="connsiteX5" fmla="*/ 1858300 w 2024814"/>
                  <a:gd name="connsiteY5" fmla="*/ 355394 h 720132"/>
                  <a:gd name="connsiteX6" fmla="*/ 144780 w 2024814"/>
                  <a:gd name="connsiteY6" fmla="*/ 354925 h 720132"/>
                  <a:gd name="connsiteX7" fmla="*/ 0 w 2024814"/>
                  <a:gd name="connsiteY7" fmla="*/ 362545 h 720132"/>
                  <a:gd name="connsiteX8" fmla="*/ 322243 w 2024814"/>
                  <a:gd name="connsiteY8" fmla="*/ 0 h 720132"/>
                  <a:gd name="connsiteX0" fmla="*/ 324625 w 2027196"/>
                  <a:gd name="connsiteY0" fmla="*/ 0 h 720132"/>
                  <a:gd name="connsiteX1" fmla="*/ 1849656 w 2027196"/>
                  <a:gd name="connsiteY1" fmla="*/ 0 h 720132"/>
                  <a:gd name="connsiteX2" fmla="*/ 2027119 w 2027196"/>
                  <a:gd name="connsiteY2" fmla="*/ 177463 h 720132"/>
                  <a:gd name="connsiteX3" fmla="*/ 2027118 w 2027196"/>
                  <a:gd name="connsiteY3" fmla="*/ 354925 h 720132"/>
                  <a:gd name="connsiteX4" fmla="*/ 2027118 w 2027196"/>
                  <a:gd name="connsiteY4" fmla="*/ 716875 h 720132"/>
                  <a:gd name="connsiteX5" fmla="*/ 1860682 w 2027196"/>
                  <a:gd name="connsiteY5" fmla="*/ 355394 h 720132"/>
                  <a:gd name="connsiteX6" fmla="*/ 147162 w 2027196"/>
                  <a:gd name="connsiteY6" fmla="*/ 354925 h 720132"/>
                  <a:gd name="connsiteX7" fmla="*/ 0 w 2027196"/>
                  <a:gd name="connsiteY7" fmla="*/ 353020 h 720132"/>
                  <a:gd name="connsiteX8" fmla="*/ 324625 w 2027196"/>
                  <a:gd name="connsiteY8" fmla="*/ 0 h 720132"/>
                  <a:gd name="connsiteX0" fmla="*/ 324625 w 2027196"/>
                  <a:gd name="connsiteY0" fmla="*/ 0 h 720132"/>
                  <a:gd name="connsiteX1" fmla="*/ 1849656 w 2027196"/>
                  <a:gd name="connsiteY1" fmla="*/ 0 h 720132"/>
                  <a:gd name="connsiteX2" fmla="*/ 2027119 w 2027196"/>
                  <a:gd name="connsiteY2" fmla="*/ 177463 h 720132"/>
                  <a:gd name="connsiteX3" fmla="*/ 2027118 w 2027196"/>
                  <a:gd name="connsiteY3" fmla="*/ 354925 h 720132"/>
                  <a:gd name="connsiteX4" fmla="*/ 2027118 w 2027196"/>
                  <a:gd name="connsiteY4" fmla="*/ 716875 h 720132"/>
                  <a:gd name="connsiteX5" fmla="*/ 1860682 w 2027196"/>
                  <a:gd name="connsiteY5" fmla="*/ 355394 h 720132"/>
                  <a:gd name="connsiteX6" fmla="*/ 147162 w 2027196"/>
                  <a:gd name="connsiteY6" fmla="*/ 354925 h 720132"/>
                  <a:gd name="connsiteX7" fmla="*/ 0 w 2027196"/>
                  <a:gd name="connsiteY7" fmla="*/ 353020 h 720132"/>
                  <a:gd name="connsiteX8" fmla="*/ 324625 w 2027196"/>
                  <a:gd name="connsiteY8" fmla="*/ 0 h 720132"/>
                  <a:gd name="connsiteX0" fmla="*/ 324625 w 2027196"/>
                  <a:gd name="connsiteY0" fmla="*/ 0 h 720132"/>
                  <a:gd name="connsiteX1" fmla="*/ 1849656 w 2027196"/>
                  <a:gd name="connsiteY1" fmla="*/ 0 h 720132"/>
                  <a:gd name="connsiteX2" fmla="*/ 2027119 w 2027196"/>
                  <a:gd name="connsiteY2" fmla="*/ 177463 h 720132"/>
                  <a:gd name="connsiteX3" fmla="*/ 2027118 w 2027196"/>
                  <a:gd name="connsiteY3" fmla="*/ 354925 h 720132"/>
                  <a:gd name="connsiteX4" fmla="*/ 2027118 w 2027196"/>
                  <a:gd name="connsiteY4" fmla="*/ 716875 h 720132"/>
                  <a:gd name="connsiteX5" fmla="*/ 1860682 w 2027196"/>
                  <a:gd name="connsiteY5" fmla="*/ 355394 h 720132"/>
                  <a:gd name="connsiteX6" fmla="*/ 147162 w 2027196"/>
                  <a:gd name="connsiteY6" fmla="*/ 354925 h 720132"/>
                  <a:gd name="connsiteX7" fmla="*/ 0 w 2027196"/>
                  <a:gd name="connsiteY7" fmla="*/ 353020 h 720132"/>
                  <a:gd name="connsiteX8" fmla="*/ 324625 w 2027196"/>
                  <a:gd name="connsiteY8" fmla="*/ 0 h 720132"/>
                  <a:gd name="connsiteX0" fmla="*/ 324625 w 2027196"/>
                  <a:gd name="connsiteY0" fmla="*/ 0 h 720132"/>
                  <a:gd name="connsiteX1" fmla="*/ 1849656 w 2027196"/>
                  <a:gd name="connsiteY1" fmla="*/ 0 h 720132"/>
                  <a:gd name="connsiteX2" fmla="*/ 2027119 w 2027196"/>
                  <a:gd name="connsiteY2" fmla="*/ 177463 h 720132"/>
                  <a:gd name="connsiteX3" fmla="*/ 2027118 w 2027196"/>
                  <a:gd name="connsiteY3" fmla="*/ 354925 h 720132"/>
                  <a:gd name="connsiteX4" fmla="*/ 2027118 w 2027196"/>
                  <a:gd name="connsiteY4" fmla="*/ 716875 h 720132"/>
                  <a:gd name="connsiteX5" fmla="*/ 1860682 w 2027196"/>
                  <a:gd name="connsiteY5" fmla="*/ 355394 h 720132"/>
                  <a:gd name="connsiteX6" fmla="*/ 147162 w 2027196"/>
                  <a:gd name="connsiteY6" fmla="*/ 354925 h 720132"/>
                  <a:gd name="connsiteX7" fmla="*/ 0 w 2027196"/>
                  <a:gd name="connsiteY7" fmla="*/ 353020 h 720132"/>
                  <a:gd name="connsiteX8" fmla="*/ 324625 w 2027196"/>
                  <a:gd name="connsiteY8" fmla="*/ 0 h 720132"/>
                  <a:gd name="connsiteX0" fmla="*/ 324625 w 2027196"/>
                  <a:gd name="connsiteY0" fmla="*/ 0 h 720132"/>
                  <a:gd name="connsiteX1" fmla="*/ 1849656 w 2027196"/>
                  <a:gd name="connsiteY1" fmla="*/ 0 h 720132"/>
                  <a:gd name="connsiteX2" fmla="*/ 2027119 w 2027196"/>
                  <a:gd name="connsiteY2" fmla="*/ 177463 h 720132"/>
                  <a:gd name="connsiteX3" fmla="*/ 2027118 w 2027196"/>
                  <a:gd name="connsiteY3" fmla="*/ 354925 h 720132"/>
                  <a:gd name="connsiteX4" fmla="*/ 2027118 w 2027196"/>
                  <a:gd name="connsiteY4" fmla="*/ 716875 h 720132"/>
                  <a:gd name="connsiteX5" fmla="*/ 1860682 w 2027196"/>
                  <a:gd name="connsiteY5" fmla="*/ 355394 h 720132"/>
                  <a:gd name="connsiteX6" fmla="*/ 147162 w 2027196"/>
                  <a:gd name="connsiteY6" fmla="*/ 354925 h 720132"/>
                  <a:gd name="connsiteX7" fmla="*/ 0 w 2027196"/>
                  <a:gd name="connsiteY7" fmla="*/ 353020 h 720132"/>
                  <a:gd name="connsiteX8" fmla="*/ 324625 w 2027196"/>
                  <a:gd name="connsiteY8" fmla="*/ 0 h 720132"/>
                  <a:gd name="connsiteX0" fmla="*/ 324625 w 2029567"/>
                  <a:gd name="connsiteY0" fmla="*/ 0 h 611986"/>
                  <a:gd name="connsiteX1" fmla="*/ 1849656 w 2029567"/>
                  <a:gd name="connsiteY1" fmla="*/ 0 h 611986"/>
                  <a:gd name="connsiteX2" fmla="*/ 2027119 w 2029567"/>
                  <a:gd name="connsiteY2" fmla="*/ 177463 h 611986"/>
                  <a:gd name="connsiteX3" fmla="*/ 2027118 w 2029567"/>
                  <a:gd name="connsiteY3" fmla="*/ 354925 h 611986"/>
                  <a:gd name="connsiteX4" fmla="*/ 2029499 w 2029567"/>
                  <a:gd name="connsiteY4" fmla="*/ 607338 h 611986"/>
                  <a:gd name="connsiteX5" fmla="*/ 1860682 w 2029567"/>
                  <a:gd name="connsiteY5" fmla="*/ 355394 h 611986"/>
                  <a:gd name="connsiteX6" fmla="*/ 147162 w 2029567"/>
                  <a:gd name="connsiteY6" fmla="*/ 354925 h 611986"/>
                  <a:gd name="connsiteX7" fmla="*/ 0 w 2029567"/>
                  <a:gd name="connsiteY7" fmla="*/ 353020 h 611986"/>
                  <a:gd name="connsiteX8" fmla="*/ 324625 w 2029567"/>
                  <a:gd name="connsiteY8" fmla="*/ 0 h 611986"/>
                  <a:gd name="connsiteX0" fmla="*/ 324625 w 2033407"/>
                  <a:gd name="connsiteY0" fmla="*/ 0 h 609119"/>
                  <a:gd name="connsiteX1" fmla="*/ 1849656 w 2033407"/>
                  <a:gd name="connsiteY1" fmla="*/ 0 h 609119"/>
                  <a:gd name="connsiteX2" fmla="*/ 2027119 w 2033407"/>
                  <a:gd name="connsiteY2" fmla="*/ 177463 h 609119"/>
                  <a:gd name="connsiteX3" fmla="*/ 2027118 w 2033407"/>
                  <a:gd name="connsiteY3" fmla="*/ 354925 h 609119"/>
                  <a:gd name="connsiteX4" fmla="*/ 2029499 w 2033407"/>
                  <a:gd name="connsiteY4" fmla="*/ 607338 h 609119"/>
                  <a:gd name="connsiteX5" fmla="*/ 1996413 w 2033407"/>
                  <a:gd name="connsiteY5" fmla="*/ 455406 h 609119"/>
                  <a:gd name="connsiteX6" fmla="*/ 1860682 w 2033407"/>
                  <a:gd name="connsiteY6" fmla="*/ 355394 h 609119"/>
                  <a:gd name="connsiteX7" fmla="*/ 147162 w 2033407"/>
                  <a:gd name="connsiteY7" fmla="*/ 354925 h 609119"/>
                  <a:gd name="connsiteX8" fmla="*/ 0 w 2033407"/>
                  <a:gd name="connsiteY8" fmla="*/ 353020 h 609119"/>
                  <a:gd name="connsiteX9" fmla="*/ 324625 w 2033407"/>
                  <a:gd name="connsiteY9" fmla="*/ 0 h 609119"/>
                  <a:gd name="connsiteX0" fmla="*/ 324625 w 2065462"/>
                  <a:gd name="connsiteY0" fmla="*/ 0 h 609119"/>
                  <a:gd name="connsiteX1" fmla="*/ 1849656 w 2065462"/>
                  <a:gd name="connsiteY1" fmla="*/ 0 h 609119"/>
                  <a:gd name="connsiteX2" fmla="*/ 2027119 w 2065462"/>
                  <a:gd name="connsiteY2" fmla="*/ 177463 h 609119"/>
                  <a:gd name="connsiteX3" fmla="*/ 2027118 w 2065462"/>
                  <a:gd name="connsiteY3" fmla="*/ 354925 h 609119"/>
                  <a:gd name="connsiteX4" fmla="*/ 2029499 w 2065462"/>
                  <a:gd name="connsiteY4" fmla="*/ 607338 h 609119"/>
                  <a:gd name="connsiteX5" fmla="*/ 1996413 w 2065462"/>
                  <a:gd name="connsiteY5" fmla="*/ 455406 h 609119"/>
                  <a:gd name="connsiteX6" fmla="*/ 1860682 w 2065462"/>
                  <a:gd name="connsiteY6" fmla="*/ 355394 h 609119"/>
                  <a:gd name="connsiteX7" fmla="*/ 147162 w 2065462"/>
                  <a:gd name="connsiteY7" fmla="*/ 354925 h 609119"/>
                  <a:gd name="connsiteX8" fmla="*/ 0 w 2065462"/>
                  <a:gd name="connsiteY8" fmla="*/ 353020 h 609119"/>
                  <a:gd name="connsiteX9" fmla="*/ 324625 w 2065462"/>
                  <a:gd name="connsiteY9" fmla="*/ 0 h 609119"/>
                  <a:gd name="connsiteX0" fmla="*/ 324625 w 2065462"/>
                  <a:gd name="connsiteY0" fmla="*/ 0 h 608923"/>
                  <a:gd name="connsiteX1" fmla="*/ 1849656 w 2065462"/>
                  <a:gd name="connsiteY1" fmla="*/ 0 h 608923"/>
                  <a:gd name="connsiteX2" fmla="*/ 2027119 w 2065462"/>
                  <a:gd name="connsiteY2" fmla="*/ 177463 h 608923"/>
                  <a:gd name="connsiteX3" fmla="*/ 2027118 w 2065462"/>
                  <a:gd name="connsiteY3" fmla="*/ 354925 h 608923"/>
                  <a:gd name="connsiteX4" fmla="*/ 2029499 w 2065462"/>
                  <a:gd name="connsiteY4" fmla="*/ 607338 h 608923"/>
                  <a:gd name="connsiteX5" fmla="*/ 1996413 w 2065462"/>
                  <a:gd name="connsiteY5" fmla="*/ 455406 h 608923"/>
                  <a:gd name="connsiteX6" fmla="*/ 1860682 w 2065462"/>
                  <a:gd name="connsiteY6" fmla="*/ 355394 h 608923"/>
                  <a:gd name="connsiteX7" fmla="*/ 147162 w 2065462"/>
                  <a:gd name="connsiteY7" fmla="*/ 354925 h 608923"/>
                  <a:gd name="connsiteX8" fmla="*/ 0 w 2065462"/>
                  <a:gd name="connsiteY8" fmla="*/ 353020 h 608923"/>
                  <a:gd name="connsiteX9" fmla="*/ 324625 w 2065462"/>
                  <a:gd name="connsiteY9" fmla="*/ 0 h 608923"/>
                  <a:gd name="connsiteX0" fmla="*/ 324625 w 2031033"/>
                  <a:gd name="connsiteY0" fmla="*/ 0 h 609068"/>
                  <a:gd name="connsiteX1" fmla="*/ 1849656 w 2031033"/>
                  <a:gd name="connsiteY1" fmla="*/ 0 h 609068"/>
                  <a:gd name="connsiteX2" fmla="*/ 2027119 w 2031033"/>
                  <a:gd name="connsiteY2" fmla="*/ 177463 h 609068"/>
                  <a:gd name="connsiteX3" fmla="*/ 2027118 w 2031033"/>
                  <a:gd name="connsiteY3" fmla="*/ 354925 h 609068"/>
                  <a:gd name="connsiteX4" fmla="*/ 2029499 w 2031033"/>
                  <a:gd name="connsiteY4" fmla="*/ 607338 h 609068"/>
                  <a:gd name="connsiteX5" fmla="*/ 1996413 w 2031033"/>
                  <a:gd name="connsiteY5" fmla="*/ 455406 h 609068"/>
                  <a:gd name="connsiteX6" fmla="*/ 1860682 w 2031033"/>
                  <a:gd name="connsiteY6" fmla="*/ 355394 h 609068"/>
                  <a:gd name="connsiteX7" fmla="*/ 147162 w 2031033"/>
                  <a:gd name="connsiteY7" fmla="*/ 354925 h 609068"/>
                  <a:gd name="connsiteX8" fmla="*/ 0 w 2031033"/>
                  <a:gd name="connsiteY8" fmla="*/ 353020 h 609068"/>
                  <a:gd name="connsiteX9" fmla="*/ 324625 w 2031033"/>
                  <a:gd name="connsiteY9" fmla="*/ 0 h 609068"/>
                  <a:gd name="connsiteX0" fmla="*/ 324625 w 2042231"/>
                  <a:gd name="connsiteY0" fmla="*/ 0 h 609031"/>
                  <a:gd name="connsiteX1" fmla="*/ 1849656 w 2042231"/>
                  <a:gd name="connsiteY1" fmla="*/ 0 h 609031"/>
                  <a:gd name="connsiteX2" fmla="*/ 2027119 w 2042231"/>
                  <a:gd name="connsiteY2" fmla="*/ 177463 h 609031"/>
                  <a:gd name="connsiteX3" fmla="*/ 2027118 w 2042231"/>
                  <a:gd name="connsiteY3" fmla="*/ 354925 h 609031"/>
                  <a:gd name="connsiteX4" fmla="*/ 2029499 w 2042231"/>
                  <a:gd name="connsiteY4" fmla="*/ 607338 h 609031"/>
                  <a:gd name="connsiteX5" fmla="*/ 1996413 w 2042231"/>
                  <a:gd name="connsiteY5" fmla="*/ 455406 h 609031"/>
                  <a:gd name="connsiteX6" fmla="*/ 2003556 w 2042231"/>
                  <a:gd name="connsiteY6" fmla="*/ 400637 h 609031"/>
                  <a:gd name="connsiteX7" fmla="*/ 1860682 w 2042231"/>
                  <a:gd name="connsiteY7" fmla="*/ 355394 h 609031"/>
                  <a:gd name="connsiteX8" fmla="*/ 147162 w 2042231"/>
                  <a:gd name="connsiteY8" fmla="*/ 354925 h 609031"/>
                  <a:gd name="connsiteX9" fmla="*/ 0 w 2042231"/>
                  <a:gd name="connsiteY9" fmla="*/ 353020 h 609031"/>
                  <a:gd name="connsiteX10" fmla="*/ 324625 w 2042231"/>
                  <a:gd name="connsiteY10" fmla="*/ 0 h 609031"/>
                  <a:gd name="connsiteX0" fmla="*/ 324625 w 2029499"/>
                  <a:gd name="connsiteY0" fmla="*/ 0 h 609031"/>
                  <a:gd name="connsiteX1" fmla="*/ 1849656 w 2029499"/>
                  <a:gd name="connsiteY1" fmla="*/ 0 h 609031"/>
                  <a:gd name="connsiteX2" fmla="*/ 2027119 w 2029499"/>
                  <a:gd name="connsiteY2" fmla="*/ 177463 h 609031"/>
                  <a:gd name="connsiteX3" fmla="*/ 2027118 w 2029499"/>
                  <a:gd name="connsiteY3" fmla="*/ 354925 h 609031"/>
                  <a:gd name="connsiteX4" fmla="*/ 2029499 w 2029499"/>
                  <a:gd name="connsiteY4" fmla="*/ 607338 h 609031"/>
                  <a:gd name="connsiteX5" fmla="*/ 1996413 w 2029499"/>
                  <a:gd name="connsiteY5" fmla="*/ 455406 h 609031"/>
                  <a:gd name="connsiteX6" fmla="*/ 2003556 w 2029499"/>
                  <a:gd name="connsiteY6" fmla="*/ 400637 h 609031"/>
                  <a:gd name="connsiteX7" fmla="*/ 1924975 w 2029499"/>
                  <a:gd name="connsiteY7" fmla="*/ 372063 h 609031"/>
                  <a:gd name="connsiteX8" fmla="*/ 1860682 w 2029499"/>
                  <a:gd name="connsiteY8" fmla="*/ 355394 h 609031"/>
                  <a:gd name="connsiteX9" fmla="*/ 147162 w 2029499"/>
                  <a:gd name="connsiteY9" fmla="*/ 354925 h 609031"/>
                  <a:gd name="connsiteX10" fmla="*/ 0 w 2029499"/>
                  <a:gd name="connsiteY10" fmla="*/ 353020 h 609031"/>
                  <a:gd name="connsiteX11" fmla="*/ 324625 w 2029499"/>
                  <a:gd name="connsiteY11" fmla="*/ 0 h 609031"/>
                  <a:gd name="connsiteX0" fmla="*/ 324625 w 2040319"/>
                  <a:gd name="connsiteY0" fmla="*/ 0 h 609031"/>
                  <a:gd name="connsiteX1" fmla="*/ 1849656 w 2040319"/>
                  <a:gd name="connsiteY1" fmla="*/ 0 h 609031"/>
                  <a:gd name="connsiteX2" fmla="*/ 2027119 w 2040319"/>
                  <a:gd name="connsiteY2" fmla="*/ 177463 h 609031"/>
                  <a:gd name="connsiteX3" fmla="*/ 2027118 w 2040319"/>
                  <a:gd name="connsiteY3" fmla="*/ 354925 h 609031"/>
                  <a:gd name="connsiteX4" fmla="*/ 2029499 w 2040319"/>
                  <a:gd name="connsiteY4" fmla="*/ 607338 h 609031"/>
                  <a:gd name="connsiteX5" fmla="*/ 1996413 w 2040319"/>
                  <a:gd name="connsiteY5" fmla="*/ 455406 h 609031"/>
                  <a:gd name="connsiteX6" fmla="*/ 2003556 w 2040319"/>
                  <a:gd name="connsiteY6" fmla="*/ 400637 h 609031"/>
                  <a:gd name="connsiteX7" fmla="*/ 1860682 w 2040319"/>
                  <a:gd name="connsiteY7" fmla="*/ 355394 h 609031"/>
                  <a:gd name="connsiteX8" fmla="*/ 147162 w 2040319"/>
                  <a:gd name="connsiteY8" fmla="*/ 354925 h 609031"/>
                  <a:gd name="connsiteX9" fmla="*/ 0 w 2040319"/>
                  <a:gd name="connsiteY9" fmla="*/ 353020 h 609031"/>
                  <a:gd name="connsiteX10" fmla="*/ 324625 w 2040319"/>
                  <a:gd name="connsiteY10" fmla="*/ 0 h 609031"/>
                  <a:gd name="connsiteX0" fmla="*/ 324625 w 2034866"/>
                  <a:gd name="connsiteY0" fmla="*/ 0 h 609119"/>
                  <a:gd name="connsiteX1" fmla="*/ 1849656 w 2034866"/>
                  <a:gd name="connsiteY1" fmla="*/ 0 h 609119"/>
                  <a:gd name="connsiteX2" fmla="*/ 2027119 w 2034866"/>
                  <a:gd name="connsiteY2" fmla="*/ 177463 h 609119"/>
                  <a:gd name="connsiteX3" fmla="*/ 2027118 w 2034866"/>
                  <a:gd name="connsiteY3" fmla="*/ 354925 h 609119"/>
                  <a:gd name="connsiteX4" fmla="*/ 2029499 w 2034866"/>
                  <a:gd name="connsiteY4" fmla="*/ 607338 h 609119"/>
                  <a:gd name="connsiteX5" fmla="*/ 1996413 w 2034866"/>
                  <a:gd name="connsiteY5" fmla="*/ 455406 h 609119"/>
                  <a:gd name="connsiteX6" fmla="*/ 1860682 w 2034866"/>
                  <a:gd name="connsiteY6" fmla="*/ 355394 h 609119"/>
                  <a:gd name="connsiteX7" fmla="*/ 147162 w 2034866"/>
                  <a:gd name="connsiteY7" fmla="*/ 354925 h 609119"/>
                  <a:gd name="connsiteX8" fmla="*/ 0 w 2034866"/>
                  <a:gd name="connsiteY8" fmla="*/ 353020 h 609119"/>
                  <a:gd name="connsiteX9" fmla="*/ 324625 w 2034866"/>
                  <a:gd name="connsiteY9" fmla="*/ 0 h 609119"/>
                  <a:gd name="connsiteX0" fmla="*/ 324625 w 2052339"/>
                  <a:gd name="connsiteY0" fmla="*/ 0 h 607338"/>
                  <a:gd name="connsiteX1" fmla="*/ 1849656 w 2052339"/>
                  <a:gd name="connsiteY1" fmla="*/ 0 h 607338"/>
                  <a:gd name="connsiteX2" fmla="*/ 2027119 w 2052339"/>
                  <a:gd name="connsiteY2" fmla="*/ 177463 h 607338"/>
                  <a:gd name="connsiteX3" fmla="*/ 2027118 w 2052339"/>
                  <a:gd name="connsiteY3" fmla="*/ 354925 h 607338"/>
                  <a:gd name="connsiteX4" fmla="*/ 2029499 w 2052339"/>
                  <a:gd name="connsiteY4" fmla="*/ 607338 h 607338"/>
                  <a:gd name="connsiteX5" fmla="*/ 1860682 w 2052339"/>
                  <a:gd name="connsiteY5" fmla="*/ 355394 h 607338"/>
                  <a:gd name="connsiteX6" fmla="*/ 147162 w 2052339"/>
                  <a:gd name="connsiteY6" fmla="*/ 354925 h 607338"/>
                  <a:gd name="connsiteX7" fmla="*/ 0 w 2052339"/>
                  <a:gd name="connsiteY7" fmla="*/ 353020 h 607338"/>
                  <a:gd name="connsiteX8" fmla="*/ 324625 w 2052339"/>
                  <a:gd name="connsiteY8" fmla="*/ 0 h 607338"/>
                  <a:gd name="connsiteX0" fmla="*/ 324625 w 2057746"/>
                  <a:gd name="connsiteY0" fmla="*/ 0 h 608183"/>
                  <a:gd name="connsiteX1" fmla="*/ 1849656 w 2057746"/>
                  <a:gd name="connsiteY1" fmla="*/ 0 h 608183"/>
                  <a:gd name="connsiteX2" fmla="*/ 2027119 w 2057746"/>
                  <a:gd name="connsiteY2" fmla="*/ 177463 h 608183"/>
                  <a:gd name="connsiteX3" fmla="*/ 2027118 w 2057746"/>
                  <a:gd name="connsiteY3" fmla="*/ 354925 h 608183"/>
                  <a:gd name="connsiteX4" fmla="*/ 2029499 w 2057746"/>
                  <a:gd name="connsiteY4" fmla="*/ 607338 h 608183"/>
                  <a:gd name="connsiteX5" fmla="*/ 2039275 w 2057746"/>
                  <a:gd name="connsiteY5" fmla="*/ 433976 h 608183"/>
                  <a:gd name="connsiteX6" fmla="*/ 1860682 w 2057746"/>
                  <a:gd name="connsiteY6" fmla="*/ 355394 h 608183"/>
                  <a:gd name="connsiteX7" fmla="*/ 147162 w 2057746"/>
                  <a:gd name="connsiteY7" fmla="*/ 354925 h 608183"/>
                  <a:gd name="connsiteX8" fmla="*/ 0 w 2057746"/>
                  <a:gd name="connsiteY8" fmla="*/ 353020 h 608183"/>
                  <a:gd name="connsiteX9" fmla="*/ 324625 w 2057746"/>
                  <a:gd name="connsiteY9" fmla="*/ 0 h 608183"/>
                  <a:gd name="connsiteX0" fmla="*/ 324625 w 2050000"/>
                  <a:gd name="connsiteY0" fmla="*/ 0 h 608183"/>
                  <a:gd name="connsiteX1" fmla="*/ 1849656 w 2050000"/>
                  <a:gd name="connsiteY1" fmla="*/ 0 h 608183"/>
                  <a:gd name="connsiteX2" fmla="*/ 2027119 w 2050000"/>
                  <a:gd name="connsiteY2" fmla="*/ 177463 h 608183"/>
                  <a:gd name="connsiteX3" fmla="*/ 2027118 w 2050000"/>
                  <a:gd name="connsiteY3" fmla="*/ 354925 h 608183"/>
                  <a:gd name="connsiteX4" fmla="*/ 2029499 w 2050000"/>
                  <a:gd name="connsiteY4" fmla="*/ 607338 h 608183"/>
                  <a:gd name="connsiteX5" fmla="*/ 2039275 w 2050000"/>
                  <a:gd name="connsiteY5" fmla="*/ 433976 h 608183"/>
                  <a:gd name="connsiteX6" fmla="*/ 1860682 w 2050000"/>
                  <a:gd name="connsiteY6" fmla="*/ 355394 h 608183"/>
                  <a:gd name="connsiteX7" fmla="*/ 147162 w 2050000"/>
                  <a:gd name="connsiteY7" fmla="*/ 354925 h 608183"/>
                  <a:gd name="connsiteX8" fmla="*/ 0 w 2050000"/>
                  <a:gd name="connsiteY8" fmla="*/ 353020 h 608183"/>
                  <a:gd name="connsiteX9" fmla="*/ 324625 w 2050000"/>
                  <a:gd name="connsiteY9" fmla="*/ 0 h 608183"/>
                  <a:gd name="connsiteX0" fmla="*/ 324625 w 2083509"/>
                  <a:gd name="connsiteY0" fmla="*/ 0 h 608183"/>
                  <a:gd name="connsiteX1" fmla="*/ 1849656 w 2083509"/>
                  <a:gd name="connsiteY1" fmla="*/ 0 h 608183"/>
                  <a:gd name="connsiteX2" fmla="*/ 2027119 w 2083509"/>
                  <a:gd name="connsiteY2" fmla="*/ 177463 h 608183"/>
                  <a:gd name="connsiteX3" fmla="*/ 2027118 w 2083509"/>
                  <a:gd name="connsiteY3" fmla="*/ 354925 h 608183"/>
                  <a:gd name="connsiteX4" fmla="*/ 2029499 w 2083509"/>
                  <a:gd name="connsiteY4" fmla="*/ 607338 h 608183"/>
                  <a:gd name="connsiteX5" fmla="*/ 2039275 w 2083509"/>
                  <a:gd name="connsiteY5" fmla="*/ 433976 h 608183"/>
                  <a:gd name="connsiteX6" fmla="*/ 1860682 w 2083509"/>
                  <a:gd name="connsiteY6" fmla="*/ 355394 h 608183"/>
                  <a:gd name="connsiteX7" fmla="*/ 147162 w 2083509"/>
                  <a:gd name="connsiteY7" fmla="*/ 354925 h 608183"/>
                  <a:gd name="connsiteX8" fmla="*/ 0 w 2083509"/>
                  <a:gd name="connsiteY8" fmla="*/ 353020 h 608183"/>
                  <a:gd name="connsiteX9" fmla="*/ 324625 w 2083509"/>
                  <a:gd name="connsiteY9" fmla="*/ 0 h 608183"/>
                  <a:gd name="connsiteX0" fmla="*/ 324625 w 2083509"/>
                  <a:gd name="connsiteY0" fmla="*/ 0 h 608170"/>
                  <a:gd name="connsiteX1" fmla="*/ 1849656 w 2083509"/>
                  <a:gd name="connsiteY1" fmla="*/ 0 h 608170"/>
                  <a:gd name="connsiteX2" fmla="*/ 2027119 w 2083509"/>
                  <a:gd name="connsiteY2" fmla="*/ 177463 h 608170"/>
                  <a:gd name="connsiteX3" fmla="*/ 2027118 w 2083509"/>
                  <a:gd name="connsiteY3" fmla="*/ 354925 h 608170"/>
                  <a:gd name="connsiteX4" fmla="*/ 2029499 w 2083509"/>
                  <a:gd name="connsiteY4" fmla="*/ 607338 h 608170"/>
                  <a:gd name="connsiteX5" fmla="*/ 2039275 w 2083509"/>
                  <a:gd name="connsiteY5" fmla="*/ 433976 h 608170"/>
                  <a:gd name="connsiteX6" fmla="*/ 1860682 w 2083509"/>
                  <a:gd name="connsiteY6" fmla="*/ 355394 h 608170"/>
                  <a:gd name="connsiteX7" fmla="*/ 147162 w 2083509"/>
                  <a:gd name="connsiteY7" fmla="*/ 354925 h 608170"/>
                  <a:gd name="connsiteX8" fmla="*/ 0 w 2083509"/>
                  <a:gd name="connsiteY8" fmla="*/ 353020 h 608170"/>
                  <a:gd name="connsiteX9" fmla="*/ 324625 w 2083509"/>
                  <a:gd name="connsiteY9" fmla="*/ 0 h 608170"/>
                  <a:gd name="connsiteX0" fmla="*/ 324625 w 2052339"/>
                  <a:gd name="connsiteY0" fmla="*/ 0 h 607338"/>
                  <a:gd name="connsiteX1" fmla="*/ 1849656 w 2052339"/>
                  <a:gd name="connsiteY1" fmla="*/ 0 h 607338"/>
                  <a:gd name="connsiteX2" fmla="*/ 2027119 w 2052339"/>
                  <a:gd name="connsiteY2" fmla="*/ 177463 h 607338"/>
                  <a:gd name="connsiteX3" fmla="*/ 2027118 w 2052339"/>
                  <a:gd name="connsiteY3" fmla="*/ 354925 h 607338"/>
                  <a:gd name="connsiteX4" fmla="*/ 2029499 w 2052339"/>
                  <a:gd name="connsiteY4" fmla="*/ 607338 h 607338"/>
                  <a:gd name="connsiteX5" fmla="*/ 1860682 w 2052339"/>
                  <a:gd name="connsiteY5" fmla="*/ 355394 h 607338"/>
                  <a:gd name="connsiteX6" fmla="*/ 147162 w 2052339"/>
                  <a:gd name="connsiteY6" fmla="*/ 354925 h 607338"/>
                  <a:gd name="connsiteX7" fmla="*/ 0 w 2052339"/>
                  <a:gd name="connsiteY7" fmla="*/ 353020 h 607338"/>
                  <a:gd name="connsiteX8" fmla="*/ 324625 w 2052339"/>
                  <a:gd name="connsiteY8" fmla="*/ 0 h 607338"/>
                  <a:gd name="connsiteX0" fmla="*/ 324625 w 2059550"/>
                  <a:gd name="connsiteY0" fmla="*/ 0 h 607338"/>
                  <a:gd name="connsiteX1" fmla="*/ 1849656 w 2059550"/>
                  <a:gd name="connsiteY1" fmla="*/ 0 h 607338"/>
                  <a:gd name="connsiteX2" fmla="*/ 2027119 w 2059550"/>
                  <a:gd name="connsiteY2" fmla="*/ 177463 h 607338"/>
                  <a:gd name="connsiteX3" fmla="*/ 2027118 w 2059550"/>
                  <a:gd name="connsiteY3" fmla="*/ 354925 h 607338"/>
                  <a:gd name="connsiteX4" fmla="*/ 2029499 w 2059550"/>
                  <a:gd name="connsiteY4" fmla="*/ 607338 h 607338"/>
                  <a:gd name="connsiteX5" fmla="*/ 1860682 w 2059550"/>
                  <a:gd name="connsiteY5" fmla="*/ 355394 h 607338"/>
                  <a:gd name="connsiteX6" fmla="*/ 147162 w 2059550"/>
                  <a:gd name="connsiteY6" fmla="*/ 354925 h 607338"/>
                  <a:gd name="connsiteX7" fmla="*/ 0 w 2059550"/>
                  <a:gd name="connsiteY7" fmla="*/ 353020 h 607338"/>
                  <a:gd name="connsiteX8" fmla="*/ 324625 w 2059550"/>
                  <a:gd name="connsiteY8" fmla="*/ 0 h 607338"/>
                  <a:gd name="connsiteX0" fmla="*/ 324625 w 2059550"/>
                  <a:gd name="connsiteY0" fmla="*/ 0 h 638053"/>
                  <a:gd name="connsiteX1" fmla="*/ 1849656 w 2059550"/>
                  <a:gd name="connsiteY1" fmla="*/ 0 h 638053"/>
                  <a:gd name="connsiteX2" fmla="*/ 2027119 w 2059550"/>
                  <a:gd name="connsiteY2" fmla="*/ 177463 h 638053"/>
                  <a:gd name="connsiteX3" fmla="*/ 2027118 w 2059550"/>
                  <a:gd name="connsiteY3" fmla="*/ 354925 h 638053"/>
                  <a:gd name="connsiteX4" fmla="*/ 2029499 w 2059550"/>
                  <a:gd name="connsiteY4" fmla="*/ 607338 h 638053"/>
                  <a:gd name="connsiteX5" fmla="*/ 1860682 w 2059550"/>
                  <a:gd name="connsiteY5" fmla="*/ 355394 h 638053"/>
                  <a:gd name="connsiteX6" fmla="*/ 147162 w 2059550"/>
                  <a:gd name="connsiteY6" fmla="*/ 354925 h 638053"/>
                  <a:gd name="connsiteX7" fmla="*/ 0 w 2059550"/>
                  <a:gd name="connsiteY7" fmla="*/ 353020 h 638053"/>
                  <a:gd name="connsiteX8" fmla="*/ 324625 w 2059550"/>
                  <a:gd name="connsiteY8" fmla="*/ 0 h 638053"/>
                  <a:gd name="connsiteX0" fmla="*/ 324625 w 2061387"/>
                  <a:gd name="connsiteY0" fmla="*/ 0 h 638053"/>
                  <a:gd name="connsiteX1" fmla="*/ 1849656 w 2061387"/>
                  <a:gd name="connsiteY1" fmla="*/ 0 h 638053"/>
                  <a:gd name="connsiteX2" fmla="*/ 2027119 w 2061387"/>
                  <a:gd name="connsiteY2" fmla="*/ 177463 h 638053"/>
                  <a:gd name="connsiteX3" fmla="*/ 2027118 w 2061387"/>
                  <a:gd name="connsiteY3" fmla="*/ 354925 h 638053"/>
                  <a:gd name="connsiteX4" fmla="*/ 2029499 w 2061387"/>
                  <a:gd name="connsiteY4" fmla="*/ 607338 h 638053"/>
                  <a:gd name="connsiteX5" fmla="*/ 1860682 w 2061387"/>
                  <a:gd name="connsiteY5" fmla="*/ 355394 h 638053"/>
                  <a:gd name="connsiteX6" fmla="*/ 147162 w 2061387"/>
                  <a:gd name="connsiteY6" fmla="*/ 354925 h 638053"/>
                  <a:gd name="connsiteX7" fmla="*/ 0 w 2061387"/>
                  <a:gd name="connsiteY7" fmla="*/ 353020 h 638053"/>
                  <a:gd name="connsiteX8" fmla="*/ 324625 w 2061387"/>
                  <a:gd name="connsiteY8" fmla="*/ 0 h 638053"/>
                  <a:gd name="connsiteX0" fmla="*/ 324625 w 2040941"/>
                  <a:gd name="connsiteY0" fmla="*/ 0 h 638053"/>
                  <a:gd name="connsiteX1" fmla="*/ 1849656 w 2040941"/>
                  <a:gd name="connsiteY1" fmla="*/ 0 h 638053"/>
                  <a:gd name="connsiteX2" fmla="*/ 2027119 w 2040941"/>
                  <a:gd name="connsiteY2" fmla="*/ 177463 h 638053"/>
                  <a:gd name="connsiteX3" fmla="*/ 2027118 w 2040941"/>
                  <a:gd name="connsiteY3" fmla="*/ 354925 h 638053"/>
                  <a:gd name="connsiteX4" fmla="*/ 2029499 w 2040941"/>
                  <a:gd name="connsiteY4" fmla="*/ 607338 h 638053"/>
                  <a:gd name="connsiteX5" fmla="*/ 2001173 w 2040941"/>
                  <a:gd name="connsiteY5" fmla="*/ 462551 h 638053"/>
                  <a:gd name="connsiteX6" fmla="*/ 1860682 w 2040941"/>
                  <a:gd name="connsiteY6" fmla="*/ 355394 h 638053"/>
                  <a:gd name="connsiteX7" fmla="*/ 147162 w 2040941"/>
                  <a:gd name="connsiteY7" fmla="*/ 354925 h 638053"/>
                  <a:gd name="connsiteX8" fmla="*/ 0 w 2040941"/>
                  <a:gd name="connsiteY8" fmla="*/ 353020 h 638053"/>
                  <a:gd name="connsiteX9" fmla="*/ 324625 w 2040941"/>
                  <a:gd name="connsiteY9" fmla="*/ 0 h 638053"/>
                  <a:gd name="connsiteX0" fmla="*/ 324625 w 2038355"/>
                  <a:gd name="connsiteY0" fmla="*/ 0 h 638053"/>
                  <a:gd name="connsiteX1" fmla="*/ 1849656 w 2038355"/>
                  <a:gd name="connsiteY1" fmla="*/ 0 h 638053"/>
                  <a:gd name="connsiteX2" fmla="*/ 2027119 w 2038355"/>
                  <a:gd name="connsiteY2" fmla="*/ 177463 h 638053"/>
                  <a:gd name="connsiteX3" fmla="*/ 2027118 w 2038355"/>
                  <a:gd name="connsiteY3" fmla="*/ 354925 h 638053"/>
                  <a:gd name="connsiteX4" fmla="*/ 2029499 w 2038355"/>
                  <a:gd name="connsiteY4" fmla="*/ 607338 h 638053"/>
                  <a:gd name="connsiteX5" fmla="*/ 2001173 w 2038355"/>
                  <a:gd name="connsiteY5" fmla="*/ 462551 h 638053"/>
                  <a:gd name="connsiteX6" fmla="*/ 1994029 w 2038355"/>
                  <a:gd name="connsiteY6" fmla="*/ 395876 h 638053"/>
                  <a:gd name="connsiteX7" fmla="*/ 1860682 w 2038355"/>
                  <a:gd name="connsiteY7" fmla="*/ 355394 h 638053"/>
                  <a:gd name="connsiteX8" fmla="*/ 147162 w 2038355"/>
                  <a:gd name="connsiteY8" fmla="*/ 354925 h 638053"/>
                  <a:gd name="connsiteX9" fmla="*/ 0 w 2038355"/>
                  <a:gd name="connsiteY9" fmla="*/ 353020 h 638053"/>
                  <a:gd name="connsiteX10" fmla="*/ 324625 w 2038355"/>
                  <a:gd name="connsiteY10" fmla="*/ 0 h 638053"/>
                  <a:gd name="connsiteX0" fmla="*/ 324625 w 2031106"/>
                  <a:gd name="connsiteY0" fmla="*/ 0 h 638053"/>
                  <a:gd name="connsiteX1" fmla="*/ 1849656 w 2031106"/>
                  <a:gd name="connsiteY1" fmla="*/ 0 h 638053"/>
                  <a:gd name="connsiteX2" fmla="*/ 2027119 w 2031106"/>
                  <a:gd name="connsiteY2" fmla="*/ 177463 h 638053"/>
                  <a:gd name="connsiteX3" fmla="*/ 2027118 w 2031106"/>
                  <a:gd name="connsiteY3" fmla="*/ 354925 h 638053"/>
                  <a:gd name="connsiteX4" fmla="*/ 2029499 w 2031106"/>
                  <a:gd name="connsiteY4" fmla="*/ 607338 h 638053"/>
                  <a:gd name="connsiteX5" fmla="*/ 2001173 w 2031106"/>
                  <a:gd name="connsiteY5" fmla="*/ 462551 h 638053"/>
                  <a:gd name="connsiteX6" fmla="*/ 1994029 w 2031106"/>
                  <a:gd name="connsiteY6" fmla="*/ 395876 h 638053"/>
                  <a:gd name="connsiteX7" fmla="*/ 1939261 w 2031106"/>
                  <a:gd name="connsiteY7" fmla="*/ 386351 h 638053"/>
                  <a:gd name="connsiteX8" fmla="*/ 1860682 w 2031106"/>
                  <a:gd name="connsiteY8" fmla="*/ 355394 h 638053"/>
                  <a:gd name="connsiteX9" fmla="*/ 147162 w 2031106"/>
                  <a:gd name="connsiteY9" fmla="*/ 354925 h 638053"/>
                  <a:gd name="connsiteX10" fmla="*/ 0 w 2031106"/>
                  <a:gd name="connsiteY10" fmla="*/ 353020 h 638053"/>
                  <a:gd name="connsiteX11" fmla="*/ 324625 w 2031106"/>
                  <a:gd name="connsiteY11" fmla="*/ 0 h 638053"/>
                  <a:gd name="connsiteX0" fmla="*/ 324625 w 2035266"/>
                  <a:gd name="connsiteY0" fmla="*/ 0 h 638053"/>
                  <a:gd name="connsiteX1" fmla="*/ 1849656 w 2035266"/>
                  <a:gd name="connsiteY1" fmla="*/ 0 h 638053"/>
                  <a:gd name="connsiteX2" fmla="*/ 2027119 w 2035266"/>
                  <a:gd name="connsiteY2" fmla="*/ 177463 h 638053"/>
                  <a:gd name="connsiteX3" fmla="*/ 2027118 w 2035266"/>
                  <a:gd name="connsiteY3" fmla="*/ 354925 h 638053"/>
                  <a:gd name="connsiteX4" fmla="*/ 2029499 w 2035266"/>
                  <a:gd name="connsiteY4" fmla="*/ 607338 h 638053"/>
                  <a:gd name="connsiteX5" fmla="*/ 2001173 w 2035266"/>
                  <a:gd name="connsiteY5" fmla="*/ 462551 h 638053"/>
                  <a:gd name="connsiteX6" fmla="*/ 1994029 w 2035266"/>
                  <a:gd name="connsiteY6" fmla="*/ 395876 h 638053"/>
                  <a:gd name="connsiteX7" fmla="*/ 1860682 w 2035266"/>
                  <a:gd name="connsiteY7" fmla="*/ 355394 h 638053"/>
                  <a:gd name="connsiteX8" fmla="*/ 147162 w 2035266"/>
                  <a:gd name="connsiteY8" fmla="*/ 354925 h 638053"/>
                  <a:gd name="connsiteX9" fmla="*/ 0 w 2035266"/>
                  <a:gd name="connsiteY9" fmla="*/ 353020 h 638053"/>
                  <a:gd name="connsiteX10" fmla="*/ 324625 w 2035266"/>
                  <a:gd name="connsiteY10" fmla="*/ 0 h 638053"/>
                  <a:gd name="connsiteX0" fmla="*/ 324625 w 2037227"/>
                  <a:gd name="connsiteY0" fmla="*/ 0 h 638053"/>
                  <a:gd name="connsiteX1" fmla="*/ 1849656 w 2037227"/>
                  <a:gd name="connsiteY1" fmla="*/ 0 h 638053"/>
                  <a:gd name="connsiteX2" fmla="*/ 2027119 w 2037227"/>
                  <a:gd name="connsiteY2" fmla="*/ 177463 h 638053"/>
                  <a:gd name="connsiteX3" fmla="*/ 2027118 w 2037227"/>
                  <a:gd name="connsiteY3" fmla="*/ 354925 h 638053"/>
                  <a:gd name="connsiteX4" fmla="*/ 2029499 w 2037227"/>
                  <a:gd name="connsiteY4" fmla="*/ 607338 h 638053"/>
                  <a:gd name="connsiteX5" fmla="*/ 2001173 w 2037227"/>
                  <a:gd name="connsiteY5" fmla="*/ 462551 h 638053"/>
                  <a:gd name="connsiteX6" fmla="*/ 1860682 w 2037227"/>
                  <a:gd name="connsiteY6" fmla="*/ 355394 h 638053"/>
                  <a:gd name="connsiteX7" fmla="*/ 147162 w 2037227"/>
                  <a:gd name="connsiteY7" fmla="*/ 354925 h 638053"/>
                  <a:gd name="connsiteX8" fmla="*/ 0 w 2037227"/>
                  <a:gd name="connsiteY8" fmla="*/ 353020 h 638053"/>
                  <a:gd name="connsiteX9" fmla="*/ 324625 w 2037227"/>
                  <a:gd name="connsiteY9" fmla="*/ 0 h 638053"/>
                  <a:gd name="connsiteX0" fmla="*/ 324625 w 2031106"/>
                  <a:gd name="connsiteY0" fmla="*/ 0 h 638053"/>
                  <a:gd name="connsiteX1" fmla="*/ 1849656 w 2031106"/>
                  <a:gd name="connsiteY1" fmla="*/ 0 h 638053"/>
                  <a:gd name="connsiteX2" fmla="*/ 2027119 w 2031106"/>
                  <a:gd name="connsiteY2" fmla="*/ 177463 h 638053"/>
                  <a:gd name="connsiteX3" fmla="*/ 2027118 w 2031106"/>
                  <a:gd name="connsiteY3" fmla="*/ 354925 h 638053"/>
                  <a:gd name="connsiteX4" fmla="*/ 2029499 w 2031106"/>
                  <a:gd name="connsiteY4" fmla="*/ 607338 h 638053"/>
                  <a:gd name="connsiteX5" fmla="*/ 2001173 w 2031106"/>
                  <a:gd name="connsiteY5" fmla="*/ 462551 h 638053"/>
                  <a:gd name="connsiteX6" fmla="*/ 1860682 w 2031106"/>
                  <a:gd name="connsiteY6" fmla="*/ 355394 h 638053"/>
                  <a:gd name="connsiteX7" fmla="*/ 147162 w 2031106"/>
                  <a:gd name="connsiteY7" fmla="*/ 354925 h 638053"/>
                  <a:gd name="connsiteX8" fmla="*/ 0 w 2031106"/>
                  <a:gd name="connsiteY8" fmla="*/ 353020 h 638053"/>
                  <a:gd name="connsiteX9" fmla="*/ 324625 w 2031106"/>
                  <a:gd name="connsiteY9" fmla="*/ 0 h 638053"/>
                  <a:gd name="connsiteX0" fmla="*/ 324625 w 2031106"/>
                  <a:gd name="connsiteY0" fmla="*/ 0 h 638053"/>
                  <a:gd name="connsiteX1" fmla="*/ 1849656 w 2031106"/>
                  <a:gd name="connsiteY1" fmla="*/ 0 h 638053"/>
                  <a:gd name="connsiteX2" fmla="*/ 2027119 w 2031106"/>
                  <a:gd name="connsiteY2" fmla="*/ 177463 h 638053"/>
                  <a:gd name="connsiteX3" fmla="*/ 2027118 w 2031106"/>
                  <a:gd name="connsiteY3" fmla="*/ 354925 h 638053"/>
                  <a:gd name="connsiteX4" fmla="*/ 2029499 w 2031106"/>
                  <a:gd name="connsiteY4" fmla="*/ 607338 h 638053"/>
                  <a:gd name="connsiteX5" fmla="*/ 2001173 w 2031106"/>
                  <a:gd name="connsiteY5" fmla="*/ 462551 h 638053"/>
                  <a:gd name="connsiteX6" fmla="*/ 1860682 w 2031106"/>
                  <a:gd name="connsiteY6" fmla="*/ 355394 h 638053"/>
                  <a:gd name="connsiteX7" fmla="*/ 147162 w 2031106"/>
                  <a:gd name="connsiteY7" fmla="*/ 354925 h 638053"/>
                  <a:gd name="connsiteX8" fmla="*/ 0 w 2031106"/>
                  <a:gd name="connsiteY8" fmla="*/ 353020 h 638053"/>
                  <a:gd name="connsiteX9" fmla="*/ 324625 w 2031106"/>
                  <a:gd name="connsiteY9" fmla="*/ 0 h 638053"/>
                  <a:gd name="connsiteX0" fmla="*/ 324625 w 2031106"/>
                  <a:gd name="connsiteY0" fmla="*/ 0 h 638053"/>
                  <a:gd name="connsiteX1" fmla="*/ 1849656 w 2031106"/>
                  <a:gd name="connsiteY1" fmla="*/ 0 h 638053"/>
                  <a:gd name="connsiteX2" fmla="*/ 2027119 w 2031106"/>
                  <a:gd name="connsiteY2" fmla="*/ 177463 h 638053"/>
                  <a:gd name="connsiteX3" fmla="*/ 2027118 w 2031106"/>
                  <a:gd name="connsiteY3" fmla="*/ 354925 h 638053"/>
                  <a:gd name="connsiteX4" fmla="*/ 2029499 w 2031106"/>
                  <a:gd name="connsiteY4" fmla="*/ 607338 h 638053"/>
                  <a:gd name="connsiteX5" fmla="*/ 2001173 w 2031106"/>
                  <a:gd name="connsiteY5" fmla="*/ 462551 h 638053"/>
                  <a:gd name="connsiteX6" fmla="*/ 1860682 w 2031106"/>
                  <a:gd name="connsiteY6" fmla="*/ 355394 h 638053"/>
                  <a:gd name="connsiteX7" fmla="*/ 147162 w 2031106"/>
                  <a:gd name="connsiteY7" fmla="*/ 354925 h 638053"/>
                  <a:gd name="connsiteX8" fmla="*/ 0 w 2031106"/>
                  <a:gd name="connsiteY8" fmla="*/ 353020 h 638053"/>
                  <a:gd name="connsiteX9" fmla="*/ 324625 w 2031106"/>
                  <a:gd name="connsiteY9" fmla="*/ 0 h 638053"/>
                  <a:gd name="connsiteX0" fmla="*/ 324625 w 2029499"/>
                  <a:gd name="connsiteY0" fmla="*/ 0 h 638053"/>
                  <a:gd name="connsiteX1" fmla="*/ 1849656 w 2029499"/>
                  <a:gd name="connsiteY1" fmla="*/ 0 h 638053"/>
                  <a:gd name="connsiteX2" fmla="*/ 2027119 w 2029499"/>
                  <a:gd name="connsiteY2" fmla="*/ 177463 h 638053"/>
                  <a:gd name="connsiteX3" fmla="*/ 2027118 w 2029499"/>
                  <a:gd name="connsiteY3" fmla="*/ 354925 h 638053"/>
                  <a:gd name="connsiteX4" fmla="*/ 2029499 w 2029499"/>
                  <a:gd name="connsiteY4" fmla="*/ 607338 h 638053"/>
                  <a:gd name="connsiteX5" fmla="*/ 2001173 w 2029499"/>
                  <a:gd name="connsiteY5" fmla="*/ 462551 h 638053"/>
                  <a:gd name="connsiteX6" fmla="*/ 1860682 w 2029499"/>
                  <a:gd name="connsiteY6" fmla="*/ 355394 h 638053"/>
                  <a:gd name="connsiteX7" fmla="*/ 147162 w 2029499"/>
                  <a:gd name="connsiteY7" fmla="*/ 354925 h 638053"/>
                  <a:gd name="connsiteX8" fmla="*/ 0 w 2029499"/>
                  <a:gd name="connsiteY8" fmla="*/ 353020 h 638053"/>
                  <a:gd name="connsiteX9" fmla="*/ 324625 w 2029499"/>
                  <a:gd name="connsiteY9" fmla="*/ 0 h 638053"/>
                  <a:gd name="connsiteX0" fmla="*/ 324625 w 2029499"/>
                  <a:gd name="connsiteY0" fmla="*/ 0 h 638053"/>
                  <a:gd name="connsiteX1" fmla="*/ 1849656 w 2029499"/>
                  <a:gd name="connsiteY1" fmla="*/ 0 h 638053"/>
                  <a:gd name="connsiteX2" fmla="*/ 2027119 w 2029499"/>
                  <a:gd name="connsiteY2" fmla="*/ 177463 h 638053"/>
                  <a:gd name="connsiteX3" fmla="*/ 2027118 w 2029499"/>
                  <a:gd name="connsiteY3" fmla="*/ 354925 h 638053"/>
                  <a:gd name="connsiteX4" fmla="*/ 2029499 w 2029499"/>
                  <a:gd name="connsiteY4" fmla="*/ 607338 h 638053"/>
                  <a:gd name="connsiteX5" fmla="*/ 2001173 w 2029499"/>
                  <a:gd name="connsiteY5" fmla="*/ 462551 h 638053"/>
                  <a:gd name="connsiteX6" fmla="*/ 1848775 w 2029499"/>
                  <a:gd name="connsiteY6" fmla="*/ 353013 h 638053"/>
                  <a:gd name="connsiteX7" fmla="*/ 147162 w 2029499"/>
                  <a:gd name="connsiteY7" fmla="*/ 354925 h 638053"/>
                  <a:gd name="connsiteX8" fmla="*/ 0 w 2029499"/>
                  <a:gd name="connsiteY8" fmla="*/ 353020 h 638053"/>
                  <a:gd name="connsiteX9" fmla="*/ 324625 w 2029499"/>
                  <a:gd name="connsiteY9" fmla="*/ 0 h 638053"/>
                  <a:gd name="connsiteX0" fmla="*/ 324625 w 2029499"/>
                  <a:gd name="connsiteY0" fmla="*/ 0 h 638053"/>
                  <a:gd name="connsiteX1" fmla="*/ 1849656 w 2029499"/>
                  <a:gd name="connsiteY1" fmla="*/ 0 h 638053"/>
                  <a:gd name="connsiteX2" fmla="*/ 2027119 w 2029499"/>
                  <a:gd name="connsiteY2" fmla="*/ 177463 h 638053"/>
                  <a:gd name="connsiteX3" fmla="*/ 2027118 w 2029499"/>
                  <a:gd name="connsiteY3" fmla="*/ 354925 h 638053"/>
                  <a:gd name="connsiteX4" fmla="*/ 2029499 w 2029499"/>
                  <a:gd name="connsiteY4" fmla="*/ 607338 h 638053"/>
                  <a:gd name="connsiteX5" fmla="*/ 2001173 w 2029499"/>
                  <a:gd name="connsiteY5" fmla="*/ 462551 h 638053"/>
                  <a:gd name="connsiteX6" fmla="*/ 1848775 w 2029499"/>
                  <a:gd name="connsiteY6" fmla="*/ 353013 h 638053"/>
                  <a:gd name="connsiteX7" fmla="*/ 147162 w 2029499"/>
                  <a:gd name="connsiteY7" fmla="*/ 354925 h 638053"/>
                  <a:gd name="connsiteX8" fmla="*/ 0 w 2029499"/>
                  <a:gd name="connsiteY8" fmla="*/ 353020 h 638053"/>
                  <a:gd name="connsiteX9" fmla="*/ 324625 w 2029499"/>
                  <a:gd name="connsiteY9" fmla="*/ 0 h 638053"/>
                  <a:gd name="connsiteX0" fmla="*/ 324625 w 2029499"/>
                  <a:gd name="connsiteY0" fmla="*/ 4 h 638057"/>
                  <a:gd name="connsiteX1" fmla="*/ 1849656 w 2029499"/>
                  <a:gd name="connsiteY1" fmla="*/ 4 h 638057"/>
                  <a:gd name="connsiteX2" fmla="*/ 2027119 w 2029499"/>
                  <a:gd name="connsiteY2" fmla="*/ 177467 h 638057"/>
                  <a:gd name="connsiteX3" fmla="*/ 2027118 w 2029499"/>
                  <a:gd name="connsiteY3" fmla="*/ 354929 h 638057"/>
                  <a:gd name="connsiteX4" fmla="*/ 2029499 w 2029499"/>
                  <a:gd name="connsiteY4" fmla="*/ 607342 h 638057"/>
                  <a:gd name="connsiteX5" fmla="*/ 2001173 w 2029499"/>
                  <a:gd name="connsiteY5" fmla="*/ 462555 h 638057"/>
                  <a:gd name="connsiteX6" fmla="*/ 1848775 w 2029499"/>
                  <a:gd name="connsiteY6" fmla="*/ 353017 h 638057"/>
                  <a:gd name="connsiteX7" fmla="*/ 147162 w 2029499"/>
                  <a:gd name="connsiteY7" fmla="*/ 354929 h 638057"/>
                  <a:gd name="connsiteX8" fmla="*/ 0 w 2029499"/>
                  <a:gd name="connsiteY8" fmla="*/ 353024 h 638057"/>
                  <a:gd name="connsiteX9" fmla="*/ 324625 w 2029499"/>
                  <a:gd name="connsiteY9" fmla="*/ 4 h 638057"/>
                  <a:gd name="connsiteX0" fmla="*/ 324625 w 2029499"/>
                  <a:gd name="connsiteY0" fmla="*/ 4 h 638057"/>
                  <a:gd name="connsiteX1" fmla="*/ 1849656 w 2029499"/>
                  <a:gd name="connsiteY1" fmla="*/ 4 h 638057"/>
                  <a:gd name="connsiteX2" fmla="*/ 2027119 w 2029499"/>
                  <a:gd name="connsiteY2" fmla="*/ 177467 h 638057"/>
                  <a:gd name="connsiteX3" fmla="*/ 2027118 w 2029499"/>
                  <a:gd name="connsiteY3" fmla="*/ 354929 h 638057"/>
                  <a:gd name="connsiteX4" fmla="*/ 2029499 w 2029499"/>
                  <a:gd name="connsiteY4" fmla="*/ 607342 h 638057"/>
                  <a:gd name="connsiteX5" fmla="*/ 2001173 w 2029499"/>
                  <a:gd name="connsiteY5" fmla="*/ 462555 h 638057"/>
                  <a:gd name="connsiteX6" fmla="*/ 1848775 w 2029499"/>
                  <a:gd name="connsiteY6" fmla="*/ 353017 h 638057"/>
                  <a:gd name="connsiteX7" fmla="*/ 147162 w 2029499"/>
                  <a:gd name="connsiteY7" fmla="*/ 354929 h 638057"/>
                  <a:gd name="connsiteX8" fmla="*/ 0 w 2029499"/>
                  <a:gd name="connsiteY8" fmla="*/ 353024 h 638057"/>
                  <a:gd name="connsiteX9" fmla="*/ 324625 w 2029499"/>
                  <a:gd name="connsiteY9" fmla="*/ 4 h 638057"/>
                  <a:gd name="connsiteX0" fmla="*/ 324625 w 2029499"/>
                  <a:gd name="connsiteY0" fmla="*/ 4 h 638057"/>
                  <a:gd name="connsiteX1" fmla="*/ 1849656 w 2029499"/>
                  <a:gd name="connsiteY1" fmla="*/ 4 h 638057"/>
                  <a:gd name="connsiteX2" fmla="*/ 2027119 w 2029499"/>
                  <a:gd name="connsiteY2" fmla="*/ 177467 h 638057"/>
                  <a:gd name="connsiteX3" fmla="*/ 2027118 w 2029499"/>
                  <a:gd name="connsiteY3" fmla="*/ 354929 h 638057"/>
                  <a:gd name="connsiteX4" fmla="*/ 2029499 w 2029499"/>
                  <a:gd name="connsiteY4" fmla="*/ 607342 h 638057"/>
                  <a:gd name="connsiteX5" fmla="*/ 1999289 w 2029499"/>
                  <a:gd name="connsiteY5" fmla="*/ 418251 h 638057"/>
                  <a:gd name="connsiteX6" fmla="*/ 1848775 w 2029499"/>
                  <a:gd name="connsiteY6" fmla="*/ 353017 h 638057"/>
                  <a:gd name="connsiteX7" fmla="*/ 147162 w 2029499"/>
                  <a:gd name="connsiteY7" fmla="*/ 354929 h 638057"/>
                  <a:gd name="connsiteX8" fmla="*/ 0 w 2029499"/>
                  <a:gd name="connsiteY8" fmla="*/ 353024 h 638057"/>
                  <a:gd name="connsiteX9" fmla="*/ 324625 w 2029499"/>
                  <a:gd name="connsiteY9" fmla="*/ 4 h 638057"/>
                  <a:gd name="connsiteX0" fmla="*/ 324625 w 2029499"/>
                  <a:gd name="connsiteY0" fmla="*/ 4 h 638057"/>
                  <a:gd name="connsiteX1" fmla="*/ 1849656 w 2029499"/>
                  <a:gd name="connsiteY1" fmla="*/ 4 h 638057"/>
                  <a:gd name="connsiteX2" fmla="*/ 2027119 w 2029499"/>
                  <a:gd name="connsiteY2" fmla="*/ 177467 h 638057"/>
                  <a:gd name="connsiteX3" fmla="*/ 2027118 w 2029499"/>
                  <a:gd name="connsiteY3" fmla="*/ 354929 h 638057"/>
                  <a:gd name="connsiteX4" fmla="*/ 2029499 w 2029499"/>
                  <a:gd name="connsiteY4" fmla="*/ 607342 h 638057"/>
                  <a:gd name="connsiteX5" fmla="*/ 1986098 w 2029499"/>
                  <a:gd name="connsiteY5" fmla="*/ 437634 h 638057"/>
                  <a:gd name="connsiteX6" fmla="*/ 1848775 w 2029499"/>
                  <a:gd name="connsiteY6" fmla="*/ 353017 h 638057"/>
                  <a:gd name="connsiteX7" fmla="*/ 147162 w 2029499"/>
                  <a:gd name="connsiteY7" fmla="*/ 354929 h 638057"/>
                  <a:gd name="connsiteX8" fmla="*/ 0 w 2029499"/>
                  <a:gd name="connsiteY8" fmla="*/ 353024 h 638057"/>
                  <a:gd name="connsiteX9" fmla="*/ 324625 w 2029499"/>
                  <a:gd name="connsiteY9" fmla="*/ 4 h 638057"/>
                  <a:gd name="connsiteX0" fmla="*/ 324625 w 2029499"/>
                  <a:gd name="connsiteY0" fmla="*/ 4 h 638057"/>
                  <a:gd name="connsiteX1" fmla="*/ 1849656 w 2029499"/>
                  <a:gd name="connsiteY1" fmla="*/ 4 h 638057"/>
                  <a:gd name="connsiteX2" fmla="*/ 2027119 w 2029499"/>
                  <a:gd name="connsiteY2" fmla="*/ 177467 h 638057"/>
                  <a:gd name="connsiteX3" fmla="*/ 2027118 w 2029499"/>
                  <a:gd name="connsiteY3" fmla="*/ 354929 h 638057"/>
                  <a:gd name="connsiteX4" fmla="*/ 2029499 w 2029499"/>
                  <a:gd name="connsiteY4" fmla="*/ 607342 h 638057"/>
                  <a:gd name="connsiteX5" fmla="*/ 1986098 w 2029499"/>
                  <a:gd name="connsiteY5" fmla="*/ 437634 h 638057"/>
                  <a:gd name="connsiteX6" fmla="*/ 1848775 w 2029499"/>
                  <a:gd name="connsiteY6" fmla="*/ 353017 h 638057"/>
                  <a:gd name="connsiteX7" fmla="*/ 147162 w 2029499"/>
                  <a:gd name="connsiteY7" fmla="*/ 354929 h 638057"/>
                  <a:gd name="connsiteX8" fmla="*/ 0 w 2029499"/>
                  <a:gd name="connsiteY8" fmla="*/ 353024 h 638057"/>
                  <a:gd name="connsiteX9" fmla="*/ 324625 w 2029499"/>
                  <a:gd name="connsiteY9" fmla="*/ 4 h 638057"/>
                  <a:gd name="connsiteX0" fmla="*/ 303896 w 2008770"/>
                  <a:gd name="connsiteY0" fmla="*/ 4 h 638057"/>
                  <a:gd name="connsiteX1" fmla="*/ 1828927 w 2008770"/>
                  <a:gd name="connsiteY1" fmla="*/ 4 h 638057"/>
                  <a:gd name="connsiteX2" fmla="*/ 2006390 w 2008770"/>
                  <a:gd name="connsiteY2" fmla="*/ 177467 h 638057"/>
                  <a:gd name="connsiteX3" fmla="*/ 2006389 w 2008770"/>
                  <a:gd name="connsiteY3" fmla="*/ 354929 h 638057"/>
                  <a:gd name="connsiteX4" fmla="*/ 2008770 w 2008770"/>
                  <a:gd name="connsiteY4" fmla="*/ 607342 h 638057"/>
                  <a:gd name="connsiteX5" fmla="*/ 1965369 w 2008770"/>
                  <a:gd name="connsiteY5" fmla="*/ 437634 h 638057"/>
                  <a:gd name="connsiteX6" fmla="*/ 1828046 w 2008770"/>
                  <a:gd name="connsiteY6" fmla="*/ 353017 h 638057"/>
                  <a:gd name="connsiteX7" fmla="*/ 126433 w 2008770"/>
                  <a:gd name="connsiteY7" fmla="*/ 354929 h 638057"/>
                  <a:gd name="connsiteX8" fmla="*/ 0 w 2008770"/>
                  <a:gd name="connsiteY8" fmla="*/ 344717 h 638057"/>
                  <a:gd name="connsiteX9" fmla="*/ 303896 w 2008770"/>
                  <a:gd name="connsiteY9" fmla="*/ 4 h 638057"/>
                  <a:gd name="connsiteX0" fmla="*/ 309550 w 2014424"/>
                  <a:gd name="connsiteY0" fmla="*/ 4 h 638057"/>
                  <a:gd name="connsiteX1" fmla="*/ 1834581 w 2014424"/>
                  <a:gd name="connsiteY1" fmla="*/ 4 h 638057"/>
                  <a:gd name="connsiteX2" fmla="*/ 2012044 w 2014424"/>
                  <a:gd name="connsiteY2" fmla="*/ 177467 h 638057"/>
                  <a:gd name="connsiteX3" fmla="*/ 2012043 w 2014424"/>
                  <a:gd name="connsiteY3" fmla="*/ 354929 h 638057"/>
                  <a:gd name="connsiteX4" fmla="*/ 2014424 w 2014424"/>
                  <a:gd name="connsiteY4" fmla="*/ 607342 h 638057"/>
                  <a:gd name="connsiteX5" fmla="*/ 1971023 w 2014424"/>
                  <a:gd name="connsiteY5" fmla="*/ 437634 h 638057"/>
                  <a:gd name="connsiteX6" fmla="*/ 1833700 w 2014424"/>
                  <a:gd name="connsiteY6" fmla="*/ 353017 h 638057"/>
                  <a:gd name="connsiteX7" fmla="*/ 132087 w 2014424"/>
                  <a:gd name="connsiteY7" fmla="*/ 354929 h 638057"/>
                  <a:gd name="connsiteX8" fmla="*/ 0 w 2014424"/>
                  <a:gd name="connsiteY8" fmla="*/ 341948 h 638057"/>
                  <a:gd name="connsiteX9" fmla="*/ 309550 w 2014424"/>
                  <a:gd name="connsiteY9" fmla="*/ 4 h 638057"/>
                  <a:gd name="connsiteX0" fmla="*/ 315204 w 2020078"/>
                  <a:gd name="connsiteY0" fmla="*/ 4 h 638057"/>
                  <a:gd name="connsiteX1" fmla="*/ 1840235 w 2020078"/>
                  <a:gd name="connsiteY1" fmla="*/ 4 h 638057"/>
                  <a:gd name="connsiteX2" fmla="*/ 2017698 w 2020078"/>
                  <a:gd name="connsiteY2" fmla="*/ 177467 h 638057"/>
                  <a:gd name="connsiteX3" fmla="*/ 2017697 w 2020078"/>
                  <a:gd name="connsiteY3" fmla="*/ 354929 h 638057"/>
                  <a:gd name="connsiteX4" fmla="*/ 2020078 w 2020078"/>
                  <a:gd name="connsiteY4" fmla="*/ 607342 h 638057"/>
                  <a:gd name="connsiteX5" fmla="*/ 1976677 w 2020078"/>
                  <a:gd name="connsiteY5" fmla="*/ 437634 h 638057"/>
                  <a:gd name="connsiteX6" fmla="*/ 1839354 w 2020078"/>
                  <a:gd name="connsiteY6" fmla="*/ 353017 h 638057"/>
                  <a:gd name="connsiteX7" fmla="*/ 137741 w 2020078"/>
                  <a:gd name="connsiteY7" fmla="*/ 354929 h 638057"/>
                  <a:gd name="connsiteX8" fmla="*/ 0 w 2020078"/>
                  <a:gd name="connsiteY8" fmla="*/ 341948 h 638057"/>
                  <a:gd name="connsiteX9" fmla="*/ 315204 w 2020078"/>
                  <a:gd name="connsiteY9" fmla="*/ 4 h 638057"/>
                  <a:gd name="connsiteX0" fmla="*/ 322747 w 2027621"/>
                  <a:gd name="connsiteY0" fmla="*/ 4 h 638057"/>
                  <a:gd name="connsiteX1" fmla="*/ 1847778 w 2027621"/>
                  <a:gd name="connsiteY1" fmla="*/ 4 h 638057"/>
                  <a:gd name="connsiteX2" fmla="*/ 2025241 w 2027621"/>
                  <a:gd name="connsiteY2" fmla="*/ 177467 h 638057"/>
                  <a:gd name="connsiteX3" fmla="*/ 2025240 w 2027621"/>
                  <a:gd name="connsiteY3" fmla="*/ 354929 h 638057"/>
                  <a:gd name="connsiteX4" fmla="*/ 2027621 w 2027621"/>
                  <a:gd name="connsiteY4" fmla="*/ 607342 h 638057"/>
                  <a:gd name="connsiteX5" fmla="*/ 1984220 w 2027621"/>
                  <a:gd name="connsiteY5" fmla="*/ 437634 h 638057"/>
                  <a:gd name="connsiteX6" fmla="*/ 1846897 w 2027621"/>
                  <a:gd name="connsiteY6" fmla="*/ 353017 h 638057"/>
                  <a:gd name="connsiteX7" fmla="*/ 145284 w 2027621"/>
                  <a:gd name="connsiteY7" fmla="*/ 354929 h 638057"/>
                  <a:gd name="connsiteX8" fmla="*/ 0 w 2027621"/>
                  <a:gd name="connsiteY8" fmla="*/ 355793 h 638057"/>
                  <a:gd name="connsiteX9" fmla="*/ 322747 w 2027621"/>
                  <a:gd name="connsiteY9" fmla="*/ 4 h 638057"/>
                  <a:gd name="connsiteX0" fmla="*/ 322747 w 2027621"/>
                  <a:gd name="connsiteY0" fmla="*/ 4 h 638057"/>
                  <a:gd name="connsiteX1" fmla="*/ 1847778 w 2027621"/>
                  <a:gd name="connsiteY1" fmla="*/ 4 h 638057"/>
                  <a:gd name="connsiteX2" fmla="*/ 2025241 w 2027621"/>
                  <a:gd name="connsiteY2" fmla="*/ 177467 h 638057"/>
                  <a:gd name="connsiteX3" fmla="*/ 2025240 w 2027621"/>
                  <a:gd name="connsiteY3" fmla="*/ 354929 h 638057"/>
                  <a:gd name="connsiteX4" fmla="*/ 2027621 w 2027621"/>
                  <a:gd name="connsiteY4" fmla="*/ 607342 h 638057"/>
                  <a:gd name="connsiteX5" fmla="*/ 1984220 w 2027621"/>
                  <a:gd name="connsiteY5" fmla="*/ 437634 h 638057"/>
                  <a:gd name="connsiteX6" fmla="*/ 1846897 w 2027621"/>
                  <a:gd name="connsiteY6" fmla="*/ 353017 h 638057"/>
                  <a:gd name="connsiteX7" fmla="*/ 145284 w 2027621"/>
                  <a:gd name="connsiteY7" fmla="*/ 354929 h 638057"/>
                  <a:gd name="connsiteX8" fmla="*/ 0 w 2027621"/>
                  <a:gd name="connsiteY8" fmla="*/ 355793 h 638057"/>
                  <a:gd name="connsiteX9" fmla="*/ 322747 w 2027621"/>
                  <a:gd name="connsiteY9" fmla="*/ 4 h 638057"/>
                  <a:gd name="connsiteX0" fmla="*/ 322747 w 2027621"/>
                  <a:gd name="connsiteY0" fmla="*/ 4 h 638057"/>
                  <a:gd name="connsiteX1" fmla="*/ 1847778 w 2027621"/>
                  <a:gd name="connsiteY1" fmla="*/ 4 h 638057"/>
                  <a:gd name="connsiteX2" fmla="*/ 2025241 w 2027621"/>
                  <a:gd name="connsiteY2" fmla="*/ 177467 h 638057"/>
                  <a:gd name="connsiteX3" fmla="*/ 2025240 w 2027621"/>
                  <a:gd name="connsiteY3" fmla="*/ 354929 h 638057"/>
                  <a:gd name="connsiteX4" fmla="*/ 2027621 w 2027621"/>
                  <a:gd name="connsiteY4" fmla="*/ 607342 h 638057"/>
                  <a:gd name="connsiteX5" fmla="*/ 1984220 w 2027621"/>
                  <a:gd name="connsiteY5" fmla="*/ 437634 h 638057"/>
                  <a:gd name="connsiteX6" fmla="*/ 1846897 w 2027621"/>
                  <a:gd name="connsiteY6" fmla="*/ 353017 h 638057"/>
                  <a:gd name="connsiteX7" fmla="*/ 145284 w 2027621"/>
                  <a:gd name="connsiteY7" fmla="*/ 354929 h 638057"/>
                  <a:gd name="connsiteX8" fmla="*/ 0 w 2027621"/>
                  <a:gd name="connsiteY8" fmla="*/ 355793 h 638057"/>
                  <a:gd name="connsiteX9" fmla="*/ 322747 w 2027621"/>
                  <a:gd name="connsiteY9" fmla="*/ 4 h 638057"/>
                  <a:gd name="connsiteX0" fmla="*/ 322747 w 2027621"/>
                  <a:gd name="connsiteY0" fmla="*/ 4 h 638057"/>
                  <a:gd name="connsiteX1" fmla="*/ 1847778 w 2027621"/>
                  <a:gd name="connsiteY1" fmla="*/ 4 h 638057"/>
                  <a:gd name="connsiteX2" fmla="*/ 2025241 w 2027621"/>
                  <a:gd name="connsiteY2" fmla="*/ 177467 h 638057"/>
                  <a:gd name="connsiteX3" fmla="*/ 2025240 w 2027621"/>
                  <a:gd name="connsiteY3" fmla="*/ 354929 h 638057"/>
                  <a:gd name="connsiteX4" fmla="*/ 2027621 w 2027621"/>
                  <a:gd name="connsiteY4" fmla="*/ 607342 h 638057"/>
                  <a:gd name="connsiteX5" fmla="*/ 1984220 w 2027621"/>
                  <a:gd name="connsiteY5" fmla="*/ 437634 h 638057"/>
                  <a:gd name="connsiteX6" fmla="*/ 1846897 w 2027621"/>
                  <a:gd name="connsiteY6" fmla="*/ 353017 h 638057"/>
                  <a:gd name="connsiteX7" fmla="*/ 145284 w 2027621"/>
                  <a:gd name="connsiteY7" fmla="*/ 354929 h 638057"/>
                  <a:gd name="connsiteX8" fmla="*/ 0 w 2027621"/>
                  <a:gd name="connsiteY8" fmla="*/ 355793 h 638057"/>
                  <a:gd name="connsiteX9" fmla="*/ 322747 w 2027621"/>
                  <a:gd name="connsiteY9" fmla="*/ 4 h 638057"/>
                  <a:gd name="connsiteX0" fmla="*/ 322747 w 2027621"/>
                  <a:gd name="connsiteY0" fmla="*/ 4 h 638057"/>
                  <a:gd name="connsiteX1" fmla="*/ 1847778 w 2027621"/>
                  <a:gd name="connsiteY1" fmla="*/ 4 h 638057"/>
                  <a:gd name="connsiteX2" fmla="*/ 2025241 w 2027621"/>
                  <a:gd name="connsiteY2" fmla="*/ 177467 h 638057"/>
                  <a:gd name="connsiteX3" fmla="*/ 2025240 w 2027621"/>
                  <a:gd name="connsiteY3" fmla="*/ 354929 h 638057"/>
                  <a:gd name="connsiteX4" fmla="*/ 2027621 w 2027621"/>
                  <a:gd name="connsiteY4" fmla="*/ 607342 h 638057"/>
                  <a:gd name="connsiteX5" fmla="*/ 1984220 w 2027621"/>
                  <a:gd name="connsiteY5" fmla="*/ 437634 h 638057"/>
                  <a:gd name="connsiteX6" fmla="*/ 1846897 w 2027621"/>
                  <a:gd name="connsiteY6" fmla="*/ 353017 h 638057"/>
                  <a:gd name="connsiteX7" fmla="*/ 145284 w 2027621"/>
                  <a:gd name="connsiteY7" fmla="*/ 354929 h 638057"/>
                  <a:gd name="connsiteX8" fmla="*/ 0 w 2027621"/>
                  <a:gd name="connsiteY8" fmla="*/ 355793 h 638057"/>
                  <a:gd name="connsiteX9" fmla="*/ 322747 w 2027621"/>
                  <a:gd name="connsiteY9" fmla="*/ 4 h 638057"/>
                  <a:gd name="connsiteX0" fmla="*/ 322747 w 2027621"/>
                  <a:gd name="connsiteY0" fmla="*/ 4 h 638057"/>
                  <a:gd name="connsiteX1" fmla="*/ 1847778 w 2027621"/>
                  <a:gd name="connsiteY1" fmla="*/ 4 h 638057"/>
                  <a:gd name="connsiteX2" fmla="*/ 2025241 w 2027621"/>
                  <a:gd name="connsiteY2" fmla="*/ 177467 h 638057"/>
                  <a:gd name="connsiteX3" fmla="*/ 2025240 w 2027621"/>
                  <a:gd name="connsiteY3" fmla="*/ 354929 h 638057"/>
                  <a:gd name="connsiteX4" fmla="*/ 2027621 w 2027621"/>
                  <a:gd name="connsiteY4" fmla="*/ 607342 h 638057"/>
                  <a:gd name="connsiteX5" fmla="*/ 1972905 w 2027621"/>
                  <a:gd name="connsiteY5" fmla="*/ 429327 h 638057"/>
                  <a:gd name="connsiteX6" fmla="*/ 1846897 w 2027621"/>
                  <a:gd name="connsiteY6" fmla="*/ 353017 h 638057"/>
                  <a:gd name="connsiteX7" fmla="*/ 145284 w 2027621"/>
                  <a:gd name="connsiteY7" fmla="*/ 354929 h 638057"/>
                  <a:gd name="connsiteX8" fmla="*/ 0 w 2027621"/>
                  <a:gd name="connsiteY8" fmla="*/ 355793 h 638057"/>
                  <a:gd name="connsiteX9" fmla="*/ 322747 w 2027621"/>
                  <a:gd name="connsiteY9" fmla="*/ 4 h 638057"/>
                  <a:gd name="connsiteX0" fmla="*/ 322747 w 2027621"/>
                  <a:gd name="connsiteY0" fmla="*/ 4 h 638057"/>
                  <a:gd name="connsiteX1" fmla="*/ 1847778 w 2027621"/>
                  <a:gd name="connsiteY1" fmla="*/ 4 h 638057"/>
                  <a:gd name="connsiteX2" fmla="*/ 2025241 w 2027621"/>
                  <a:gd name="connsiteY2" fmla="*/ 191311 h 638057"/>
                  <a:gd name="connsiteX3" fmla="*/ 2025240 w 2027621"/>
                  <a:gd name="connsiteY3" fmla="*/ 354929 h 638057"/>
                  <a:gd name="connsiteX4" fmla="*/ 2027621 w 2027621"/>
                  <a:gd name="connsiteY4" fmla="*/ 607342 h 638057"/>
                  <a:gd name="connsiteX5" fmla="*/ 1972905 w 2027621"/>
                  <a:gd name="connsiteY5" fmla="*/ 429327 h 638057"/>
                  <a:gd name="connsiteX6" fmla="*/ 1846897 w 2027621"/>
                  <a:gd name="connsiteY6" fmla="*/ 353017 h 638057"/>
                  <a:gd name="connsiteX7" fmla="*/ 145284 w 2027621"/>
                  <a:gd name="connsiteY7" fmla="*/ 354929 h 638057"/>
                  <a:gd name="connsiteX8" fmla="*/ 0 w 2027621"/>
                  <a:gd name="connsiteY8" fmla="*/ 355793 h 638057"/>
                  <a:gd name="connsiteX9" fmla="*/ 322747 w 2027621"/>
                  <a:gd name="connsiteY9" fmla="*/ 4 h 638057"/>
                  <a:gd name="connsiteX0" fmla="*/ 322747 w 2027621"/>
                  <a:gd name="connsiteY0" fmla="*/ 36 h 638089"/>
                  <a:gd name="connsiteX1" fmla="*/ 1847778 w 2027621"/>
                  <a:gd name="connsiteY1" fmla="*/ 36 h 638089"/>
                  <a:gd name="connsiteX2" fmla="*/ 2025241 w 2027621"/>
                  <a:gd name="connsiteY2" fmla="*/ 191343 h 638089"/>
                  <a:gd name="connsiteX3" fmla="*/ 2025240 w 2027621"/>
                  <a:gd name="connsiteY3" fmla="*/ 354961 h 638089"/>
                  <a:gd name="connsiteX4" fmla="*/ 2027621 w 2027621"/>
                  <a:gd name="connsiteY4" fmla="*/ 607374 h 638089"/>
                  <a:gd name="connsiteX5" fmla="*/ 1972905 w 2027621"/>
                  <a:gd name="connsiteY5" fmla="*/ 429359 h 638089"/>
                  <a:gd name="connsiteX6" fmla="*/ 1846897 w 2027621"/>
                  <a:gd name="connsiteY6" fmla="*/ 353049 h 638089"/>
                  <a:gd name="connsiteX7" fmla="*/ 145284 w 2027621"/>
                  <a:gd name="connsiteY7" fmla="*/ 354961 h 638089"/>
                  <a:gd name="connsiteX8" fmla="*/ 0 w 2027621"/>
                  <a:gd name="connsiteY8" fmla="*/ 355825 h 638089"/>
                  <a:gd name="connsiteX9" fmla="*/ 322747 w 2027621"/>
                  <a:gd name="connsiteY9" fmla="*/ 36 h 638089"/>
                  <a:gd name="connsiteX0" fmla="*/ 322747 w 2027621"/>
                  <a:gd name="connsiteY0" fmla="*/ 36 h 638089"/>
                  <a:gd name="connsiteX1" fmla="*/ 1847778 w 2027621"/>
                  <a:gd name="connsiteY1" fmla="*/ 36 h 638089"/>
                  <a:gd name="connsiteX2" fmla="*/ 2025241 w 2027621"/>
                  <a:gd name="connsiteY2" fmla="*/ 249373 h 638089"/>
                  <a:gd name="connsiteX3" fmla="*/ 2025240 w 2027621"/>
                  <a:gd name="connsiteY3" fmla="*/ 354961 h 638089"/>
                  <a:gd name="connsiteX4" fmla="*/ 2027621 w 2027621"/>
                  <a:gd name="connsiteY4" fmla="*/ 607374 h 638089"/>
                  <a:gd name="connsiteX5" fmla="*/ 1972905 w 2027621"/>
                  <a:gd name="connsiteY5" fmla="*/ 429359 h 638089"/>
                  <a:gd name="connsiteX6" fmla="*/ 1846897 w 2027621"/>
                  <a:gd name="connsiteY6" fmla="*/ 353049 h 638089"/>
                  <a:gd name="connsiteX7" fmla="*/ 145284 w 2027621"/>
                  <a:gd name="connsiteY7" fmla="*/ 354961 h 638089"/>
                  <a:gd name="connsiteX8" fmla="*/ 0 w 2027621"/>
                  <a:gd name="connsiteY8" fmla="*/ 355825 h 638089"/>
                  <a:gd name="connsiteX9" fmla="*/ 322747 w 2027621"/>
                  <a:gd name="connsiteY9" fmla="*/ 36 h 638089"/>
                  <a:gd name="connsiteX0" fmla="*/ 322747 w 2027621"/>
                  <a:gd name="connsiteY0" fmla="*/ 36 h 638089"/>
                  <a:gd name="connsiteX1" fmla="*/ 1847778 w 2027621"/>
                  <a:gd name="connsiteY1" fmla="*/ 36 h 638089"/>
                  <a:gd name="connsiteX2" fmla="*/ 2025241 w 2027621"/>
                  <a:gd name="connsiteY2" fmla="*/ 249373 h 638089"/>
                  <a:gd name="connsiteX3" fmla="*/ 2025240 w 2027621"/>
                  <a:gd name="connsiteY3" fmla="*/ 354961 h 638089"/>
                  <a:gd name="connsiteX4" fmla="*/ 2027621 w 2027621"/>
                  <a:gd name="connsiteY4" fmla="*/ 607374 h 638089"/>
                  <a:gd name="connsiteX5" fmla="*/ 1972905 w 2027621"/>
                  <a:gd name="connsiteY5" fmla="*/ 429359 h 638089"/>
                  <a:gd name="connsiteX6" fmla="*/ 1846897 w 2027621"/>
                  <a:gd name="connsiteY6" fmla="*/ 353049 h 638089"/>
                  <a:gd name="connsiteX7" fmla="*/ 145284 w 2027621"/>
                  <a:gd name="connsiteY7" fmla="*/ 354961 h 638089"/>
                  <a:gd name="connsiteX8" fmla="*/ 0 w 2027621"/>
                  <a:gd name="connsiteY8" fmla="*/ 355825 h 638089"/>
                  <a:gd name="connsiteX9" fmla="*/ 322747 w 2027621"/>
                  <a:gd name="connsiteY9" fmla="*/ 36 h 638089"/>
                  <a:gd name="connsiteX0" fmla="*/ 322747 w 2027621"/>
                  <a:gd name="connsiteY0" fmla="*/ 235 h 638288"/>
                  <a:gd name="connsiteX1" fmla="*/ 1847778 w 2027621"/>
                  <a:gd name="connsiteY1" fmla="*/ 235 h 638288"/>
                  <a:gd name="connsiteX2" fmla="*/ 2025241 w 2027621"/>
                  <a:gd name="connsiteY2" fmla="*/ 249572 h 638288"/>
                  <a:gd name="connsiteX3" fmla="*/ 2025240 w 2027621"/>
                  <a:gd name="connsiteY3" fmla="*/ 355160 h 638288"/>
                  <a:gd name="connsiteX4" fmla="*/ 2027621 w 2027621"/>
                  <a:gd name="connsiteY4" fmla="*/ 607573 h 638288"/>
                  <a:gd name="connsiteX5" fmla="*/ 1972905 w 2027621"/>
                  <a:gd name="connsiteY5" fmla="*/ 429558 h 638288"/>
                  <a:gd name="connsiteX6" fmla="*/ 1846897 w 2027621"/>
                  <a:gd name="connsiteY6" fmla="*/ 353248 h 638288"/>
                  <a:gd name="connsiteX7" fmla="*/ 145284 w 2027621"/>
                  <a:gd name="connsiteY7" fmla="*/ 355160 h 638288"/>
                  <a:gd name="connsiteX8" fmla="*/ 0 w 2027621"/>
                  <a:gd name="connsiteY8" fmla="*/ 356024 h 638288"/>
                  <a:gd name="connsiteX9" fmla="*/ 322747 w 2027621"/>
                  <a:gd name="connsiteY9" fmla="*/ 235 h 638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27621" h="638288">
                    <a:moveTo>
                      <a:pt x="322747" y="235"/>
                    </a:moveTo>
                    <a:lnTo>
                      <a:pt x="1847778" y="235"/>
                    </a:lnTo>
                    <a:cubicBezTo>
                      <a:pt x="2027486" y="-6213"/>
                      <a:pt x="2023355" y="121103"/>
                      <a:pt x="2025241" y="249572"/>
                    </a:cubicBezTo>
                    <a:cubicBezTo>
                      <a:pt x="2026109" y="308719"/>
                      <a:pt x="2025240" y="296006"/>
                      <a:pt x="2025240" y="355160"/>
                    </a:cubicBezTo>
                    <a:cubicBezTo>
                      <a:pt x="2026034" y="439298"/>
                      <a:pt x="2024446" y="732985"/>
                      <a:pt x="2027621" y="607573"/>
                    </a:cubicBezTo>
                    <a:cubicBezTo>
                      <a:pt x="2025281" y="616382"/>
                      <a:pt x="2001041" y="471549"/>
                      <a:pt x="1972905" y="429558"/>
                    </a:cubicBezTo>
                    <a:cubicBezTo>
                      <a:pt x="1935244" y="387567"/>
                      <a:pt x="1972543" y="390236"/>
                      <a:pt x="1846897" y="353248"/>
                    </a:cubicBezTo>
                    <a:lnTo>
                      <a:pt x="145284" y="355160"/>
                    </a:lnTo>
                    <a:cubicBezTo>
                      <a:pt x="99370" y="350833"/>
                      <a:pt x="42142" y="357582"/>
                      <a:pt x="0" y="356024"/>
                    </a:cubicBezTo>
                    <a:cubicBezTo>
                      <a:pt x="324852" y="363546"/>
                      <a:pt x="18143" y="-4022"/>
                      <a:pt x="322747" y="23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50054">
                      <a:shade val="30000"/>
                      <a:satMod val="115000"/>
                    </a:srgbClr>
                  </a:gs>
                  <a:gs pos="50000">
                    <a:srgbClr val="D50054">
                      <a:shade val="67500"/>
                      <a:satMod val="115000"/>
                    </a:srgbClr>
                  </a:gs>
                  <a:gs pos="100000">
                    <a:srgbClr val="D50054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 w="19050">
                <a:solidFill>
                  <a:srgbClr val="E60965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 rtl="1">
                  <a:defRPr/>
                </a:pPr>
                <a:endParaRPr lang="fr-FR" sz="4600" kern="0" dirty="0">
                  <a:ln>
                    <a:solidFill>
                      <a:srgbClr val="002060"/>
                    </a:solidFill>
                  </a:ln>
                  <a:solidFill>
                    <a:srgbClr val="C0504D">
                      <a:lumMod val="75000"/>
                    </a:srgbClr>
                  </a:solidFill>
                  <a:latin typeface="Century Gothic" pitchFamily="34" charset="0"/>
                  <a:cs typeface="AL-Mateen" pitchFamily="2" charset="-78"/>
                </a:endParaRPr>
              </a:p>
            </p:txBody>
          </p:sp>
          <p:sp>
            <p:nvSpPr>
              <p:cNvPr id="93" name="Arrondir un rectangle avec un coin du même côté 92"/>
              <p:cNvSpPr/>
              <p:nvPr/>
            </p:nvSpPr>
            <p:spPr>
              <a:xfrm>
                <a:off x="307475" y="1239791"/>
                <a:ext cx="6840000" cy="3483527"/>
              </a:xfrm>
              <a:prstGeom prst="round2SameRect">
                <a:avLst>
                  <a:gd name="adj1" fmla="val 2998"/>
                  <a:gd name="adj2" fmla="val 0"/>
                </a:avLst>
              </a:prstGeom>
              <a:solidFill>
                <a:srgbClr val="FFE3EF">
                  <a:alpha val="40000"/>
                </a:srgbClr>
              </a:solidFill>
              <a:ln w="19050" cap="flat" cmpd="sng" algn="ctr">
                <a:solidFill>
                  <a:srgbClr val="E60965"/>
                </a:solidFill>
                <a:prstDash val="solid"/>
              </a:ln>
              <a:effectLst/>
            </p:spPr>
            <p:txBody>
              <a:bodyPr tIns="72000" rtlCol="0" anchor="t"/>
              <a:lstStyle/>
              <a:p>
                <a:pPr marL="342900" indent="-342900" algn="r" defTabSz="360000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الإس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م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: 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................................................ </a:t>
                </a:r>
              </a:p>
              <a:p>
                <a:pPr marL="342900" indent="-342900" algn="r" defTabSz="360000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ـلـقــب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: 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................................................ </a:t>
                </a:r>
              </a:p>
              <a:p>
                <a:pPr marL="342900" indent="-342900" algn="r" defTabSz="360000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تاري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خ 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و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مك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ان الازدي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اد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:  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................................................</a:t>
                </a:r>
              </a:p>
              <a:p>
                <a:pPr marL="70485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الحـالة 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الع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 err="1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ائلي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ة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: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................................................</a:t>
                </a:r>
              </a:p>
              <a:p>
                <a:pPr marL="70485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رق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م </a:t>
                </a:r>
                <a:r>
                  <a:rPr lang="ar-MA" sz="2200" b="1" dirty="0" err="1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البطاق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ة الوطني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ة</a:t>
                </a:r>
                <a:r>
                  <a:rPr lang="fr-FR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: 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................................................</a:t>
                </a:r>
              </a:p>
              <a:p>
                <a:pPr marL="70485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ع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ن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ـ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وان : 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................................................ </a:t>
                </a:r>
              </a:p>
              <a:p>
                <a:pPr marL="70485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البريد الالكتروني</a:t>
                </a:r>
                <a:r>
                  <a:rPr lang="fr-FR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: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................................................</a:t>
                </a:r>
                <a:endParaRPr lang="fr-FR" sz="2200" b="1" dirty="0">
                  <a:solidFill>
                    <a:srgbClr val="874356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  <a:p>
                <a:pPr marL="70485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رقم الهاتف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</a:t>
                </a:r>
                <a:r>
                  <a:rPr lang="ar-MA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: </a:t>
                </a: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................................................</a:t>
                </a:r>
              </a:p>
              <a:p>
                <a:pPr marL="70485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endParaRPr lang="ar-DZ" sz="2200" b="1" dirty="0">
                  <a:solidFill>
                    <a:srgbClr val="2D4356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  <a:p>
                <a:pPr marL="70485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الـمهـنـة  : أسـتـاذ تـعـلـيـم متوسط</a:t>
                </a:r>
              </a:p>
              <a:p>
                <a:pPr marL="70485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الـتـخـصـص : العـلـوم الفيزيائيـة</a:t>
                </a:r>
              </a:p>
              <a:p>
                <a:pPr marL="70485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الـصـنـف : ................................................</a:t>
                </a:r>
              </a:p>
              <a:p>
                <a:pPr marL="704850" lvl="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الـدرجـة  : ................................................</a:t>
                </a:r>
              </a:p>
              <a:p>
                <a:pPr marL="704850" lvl="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تاريـخ ومكـان أول تعييـن كأستـاذ : ................................................</a:t>
                </a:r>
              </a:p>
              <a:p>
                <a:pPr marL="704850" lvl="0" indent="-34290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  <a:buFont typeface="Wingdings" panose="05000000000000000000" pitchFamily="2" charset="2"/>
                  <a:buChar char="q"/>
                </a:pPr>
                <a:r>
                  <a:rPr lang="ar-DZ" sz="2200" b="1" dirty="0">
                    <a:solidFill>
                      <a:srgbClr val="874356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اسـم المؤسـسـة : ................................................</a:t>
                </a:r>
                <a:endParaRPr lang="ar-DZ" sz="2200" b="1" dirty="0">
                  <a:solidFill>
                    <a:srgbClr val="874356"/>
                  </a:solidFill>
                  <a:latin typeface="ae_AlMohanad" panose="02060603050605020204" pitchFamily="18" charset="-78"/>
                  <a:cs typeface="SC_ALYERMOOK" pitchFamily="2" charset="-78"/>
                </a:endParaRPr>
              </a:p>
              <a:p>
                <a:pPr marL="361950" algn="r" rtl="1">
                  <a:lnSpc>
                    <a:spcPct val="150000"/>
                  </a:lnSpc>
                  <a:spcBef>
                    <a:spcPts val="300"/>
                  </a:spcBef>
                  <a:spcAft>
                    <a:spcPts val="300"/>
                  </a:spcAft>
                </a:pPr>
                <a:endParaRPr lang="ar-MA" sz="1000" b="1" dirty="0">
                  <a:solidFill>
                    <a:prstClr val="black"/>
                  </a:solidFill>
                  <a:cs typeface="SC_ALYERMOOK" pitchFamily="2" charset="-78"/>
                </a:endParaRPr>
              </a:p>
            </p:txBody>
          </p:sp>
          <p:sp>
            <p:nvSpPr>
              <p:cNvPr id="94" name="Demi-cadre 93"/>
              <p:cNvSpPr/>
              <p:nvPr/>
            </p:nvSpPr>
            <p:spPr>
              <a:xfrm rot="16200000">
                <a:off x="445394" y="3760435"/>
                <a:ext cx="819150" cy="1106615"/>
              </a:xfrm>
              <a:prstGeom prst="halfFrame">
                <a:avLst>
                  <a:gd name="adj1" fmla="val 6522"/>
                  <a:gd name="adj2" fmla="val 6123"/>
                </a:avLst>
              </a:prstGeom>
              <a:solidFill>
                <a:srgbClr val="E60965"/>
              </a:solidFill>
              <a:ln w="12700" cap="flat" cmpd="sng" algn="ctr">
                <a:solidFill>
                  <a:srgbClr val="D5005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fr-FR" kern="0" dirty="0">
                  <a:solidFill>
                    <a:sysClr val="window" lastClr="FFFFFF"/>
                  </a:solidFill>
                  <a:latin typeface="Perpetua"/>
                </a:endParaRPr>
              </a:p>
            </p:txBody>
          </p:sp>
        </p:grpSp>
        <p:sp>
          <p:nvSpPr>
            <p:cNvPr id="91" name="Rectangle 90"/>
            <p:cNvSpPr/>
            <p:nvPr/>
          </p:nvSpPr>
          <p:spPr>
            <a:xfrm>
              <a:off x="4433436" y="5638815"/>
              <a:ext cx="2687005" cy="1812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>
                <a:defRPr/>
              </a:pPr>
              <a:r>
                <a:rPr lang="ar-DZ" sz="2400" b="1" kern="0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البطاقة الفنية للأستاذ :</a:t>
              </a:r>
              <a:endParaRPr lang="ar-MA" sz="1800" b="1" kern="0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sp>
        <p:nvSpPr>
          <p:cNvPr id="61" name="Demi-cadre 60"/>
          <p:cNvSpPr/>
          <p:nvPr/>
        </p:nvSpPr>
        <p:spPr>
          <a:xfrm rot="16200000" flipV="1">
            <a:off x="5661839" y="8429531"/>
            <a:ext cx="2000615" cy="114539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E60965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grpSp>
        <p:nvGrpSpPr>
          <p:cNvPr id="16" name="Groupe 15"/>
          <p:cNvGrpSpPr/>
          <p:nvPr/>
        </p:nvGrpSpPr>
        <p:grpSpPr>
          <a:xfrm>
            <a:off x="359106" y="5694896"/>
            <a:ext cx="6831490" cy="360000"/>
            <a:chOff x="173535" y="2054316"/>
            <a:chExt cx="7380891" cy="216000"/>
          </a:xfrm>
          <a:solidFill>
            <a:srgbClr val="E60965"/>
          </a:solidFill>
        </p:grpSpPr>
        <p:grpSp>
          <p:nvGrpSpPr>
            <p:cNvPr id="17" name="Groupe 16"/>
            <p:cNvGrpSpPr/>
            <p:nvPr/>
          </p:nvGrpSpPr>
          <p:grpSpPr>
            <a:xfrm>
              <a:off x="1680072" y="2054316"/>
              <a:ext cx="4038957" cy="216000"/>
              <a:chOff x="841257" y="4203691"/>
              <a:chExt cx="8069876" cy="398850"/>
            </a:xfrm>
            <a:grpFill/>
          </p:grpSpPr>
          <p:sp>
            <p:nvSpPr>
              <p:cNvPr id="20" name="Forme libre 19"/>
              <p:cNvSpPr/>
              <p:nvPr/>
            </p:nvSpPr>
            <p:spPr>
              <a:xfrm>
                <a:off x="4641442" y="4205035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1" name="Forme libre 20"/>
              <p:cNvSpPr/>
              <p:nvPr/>
            </p:nvSpPr>
            <p:spPr>
              <a:xfrm rot="10800000">
                <a:off x="4355976" y="420369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2" name="Ellipse 21"/>
              <p:cNvSpPr/>
              <p:nvPr/>
            </p:nvSpPr>
            <p:spPr>
              <a:xfrm>
                <a:off x="5338507" y="4278109"/>
                <a:ext cx="288000" cy="252000"/>
              </a:xfrm>
              <a:prstGeom prst="ellipse">
                <a:avLst/>
              </a:prstGeom>
              <a:grpFill/>
              <a:ln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3" name="Ellipse 22"/>
              <p:cNvSpPr/>
              <p:nvPr/>
            </p:nvSpPr>
            <p:spPr>
              <a:xfrm>
                <a:off x="4143351" y="4276263"/>
                <a:ext cx="288000" cy="252000"/>
              </a:xfrm>
              <a:prstGeom prst="ellipse">
                <a:avLst/>
              </a:prstGeom>
              <a:grpFill/>
              <a:ln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Ellipse 23"/>
              <p:cNvSpPr/>
              <p:nvPr/>
            </p:nvSpPr>
            <p:spPr>
              <a:xfrm>
                <a:off x="5687189" y="4314109"/>
                <a:ext cx="216000" cy="180000"/>
              </a:xfrm>
              <a:prstGeom prst="ellipse">
                <a:avLst/>
              </a:prstGeom>
              <a:grpFill/>
              <a:ln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5" name="Ellipse 24"/>
              <p:cNvSpPr/>
              <p:nvPr/>
            </p:nvSpPr>
            <p:spPr>
              <a:xfrm>
                <a:off x="3848864" y="4314109"/>
                <a:ext cx="216000" cy="180000"/>
              </a:xfrm>
              <a:prstGeom prst="ellipse">
                <a:avLst/>
              </a:prstGeom>
              <a:grpFill/>
              <a:ln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6" name="Forme libre 25"/>
              <p:cNvSpPr/>
              <p:nvPr/>
            </p:nvSpPr>
            <p:spPr>
              <a:xfrm>
                <a:off x="6033025" y="4317866"/>
                <a:ext cx="2734108" cy="176243"/>
              </a:xfrm>
              <a:custGeom>
                <a:avLst/>
                <a:gdLst>
                  <a:gd name="connsiteX0" fmla="*/ 42 w 2683480"/>
                  <a:gd name="connsiteY0" fmla="*/ 68418 h 169111"/>
                  <a:gd name="connsiteX1" fmla="*/ 421864 w 2683480"/>
                  <a:gd name="connsiteY1" fmla="*/ 3104 h 169111"/>
                  <a:gd name="connsiteX2" fmla="*/ 1181142 w 2683480"/>
                  <a:gd name="connsiteY2" fmla="*/ 16711 h 169111"/>
                  <a:gd name="connsiteX3" fmla="*/ 2326864 w 2683480"/>
                  <a:gd name="connsiteY3" fmla="*/ 71140 h 169111"/>
                  <a:gd name="connsiteX4" fmla="*/ 2669764 w 2683480"/>
                  <a:gd name="connsiteY4" fmla="*/ 8547 h 169111"/>
                  <a:gd name="connsiteX5" fmla="*/ 2620778 w 2683480"/>
                  <a:gd name="connsiteY5" fmla="*/ 73861 h 169111"/>
                  <a:gd name="connsiteX6" fmla="*/ 2669764 w 2683480"/>
                  <a:gd name="connsiteY6" fmla="*/ 139176 h 169111"/>
                  <a:gd name="connsiteX7" fmla="*/ 2571792 w 2683480"/>
                  <a:gd name="connsiteY7" fmla="*/ 103797 h 169111"/>
                  <a:gd name="connsiteX8" fmla="*/ 2441164 w 2683480"/>
                  <a:gd name="connsiteY8" fmla="*/ 90190 h 169111"/>
                  <a:gd name="connsiteX9" fmla="*/ 895392 w 2683480"/>
                  <a:gd name="connsiteY9" fmla="*/ 169111 h 169111"/>
                  <a:gd name="connsiteX10" fmla="*/ 443635 w 2683480"/>
                  <a:gd name="connsiteY10" fmla="*/ 166390 h 169111"/>
                  <a:gd name="connsiteX11" fmla="*/ 42 w 2683480"/>
                  <a:gd name="connsiteY11" fmla="*/ 68418 h 169111"/>
                  <a:gd name="connsiteX0" fmla="*/ 42 w 2683480"/>
                  <a:gd name="connsiteY0" fmla="*/ 68418 h 172855"/>
                  <a:gd name="connsiteX1" fmla="*/ 421864 w 2683480"/>
                  <a:gd name="connsiteY1" fmla="*/ 3104 h 172855"/>
                  <a:gd name="connsiteX2" fmla="*/ 1181142 w 2683480"/>
                  <a:gd name="connsiteY2" fmla="*/ 16711 h 172855"/>
                  <a:gd name="connsiteX3" fmla="*/ 2326864 w 2683480"/>
                  <a:gd name="connsiteY3" fmla="*/ 71140 h 172855"/>
                  <a:gd name="connsiteX4" fmla="*/ 2669764 w 2683480"/>
                  <a:gd name="connsiteY4" fmla="*/ 8547 h 172855"/>
                  <a:gd name="connsiteX5" fmla="*/ 2620778 w 2683480"/>
                  <a:gd name="connsiteY5" fmla="*/ 73861 h 172855"/>
                  <a:gd name="connsiteX6" fmla="*/ 2669764 w 2683480"/>
                  <a:gd name="connsiteY6" fmla="*/ 139176 h 172855"/>
                  <a:gd name="connsiteX7" fmla="*/ 2571792 w 2683480"/>
                  <a:gd name="connsiteY7" fmla="*/ 103797 h 172855"/>
                  <a:gd name="connsiteX8" fmla="*/ 2441164 w 2683480"/>
                  <a:gd name="connsiteY8" fmla="*/ 90190 h 172855"/>
                  <a:gd name="connsiteX9" fmla="*/ 1178420 w 2683480"/>
                  <a:gd name="connsiteY9" fmla="*/ 155504 h 172855"/>
                  <a:gd name="connsiteX10" fmla="*/ 443635 w 2683480"/>
                  <a:gd name="connsiteY10" fmla="*/ 166390 h 172855"/>
                  <a:gd name="connsiteX11" fmla="*/ 42 w 2683480"/>
                  <a:gd name="connsiteY11" fmla="*/ 68418 h 172855"/>
                  <a:gd name="connsiteX0" fmla="*/ 42 w 2683480"/>
                  <a:gd name="connsiteY0" fmla="*/ 68418 h 172855"/>
                  <a:gd name="connsiteX1" fmla="*/ 421864 w 2683480"/>
                  <a:gd name="connsiteY1" fmla="*/ 3104 h 172855"/>
                  <a:gd name="connsiteX2" fmla="*/ 1181142 w 2683480"/>
                  <a:gd name="connsiteY2" fmla="*/ 16711 h 172855"/>
                  <a:gd name="connsiteX3" fmla="*/ 2326864 w 2683480"/>
                  <a:gd name="connsiteY3" fmla="*/ 71140 h 172855"/>
                  <a:gd name="connsiteX4" fmla="*/ 2669764 w 2683480"/>
                  <a:gd name="connsiteY4" fmla="*/ 8547 h 172855"/>
                  <a:gd name="connsiteX5" fmla="*/ 2620778 w 2683480"/>
                  <a:gd name="connsiteY5" fmla="*/ 73861 h 172855"/>
                  <a:gd name="connsiteX6" fmla="*/ 2669764 w 2683480"/>
                  <a:gd name="connsiteY6" fmla="*/ 139176 h 172855"/>
                  <a:gd name="connsiteX7" fmla="*/ 2571792 w 2683480"/>
                  <a:gd name="connsiteY7" fmla="*/ 103797 h 172855"/>
                  <a:gd name="connsiteX8" fmla="*/ 2441164 w 2683480"/>
                  <a:gd name="connsiteY8" fmla="*/ 90190 h 172855"/>
                  <a:gd name="connsiteX9" fmla="*/ 1178420 w 2683480"/>
                  <a:gd name="connsiteY9" fmla="*/ 155504 h 172855"/>
                  <a:gd name="connsiteX10" fmla="*/ 443635 w 2683480"/>
                  <a:gd name="connsiteY10" fmla="*/ 166390 h 172855"/>
                  <a:gd name="connsiteX11" fmla="*/ 42 w 2683480"/>
                  <a:gd name="connsiteY11" fmla="*/ 68418 h 172855"/>
                  <a:gd name="connsiteX0" fmla="*/ 1482 w 2684920"/>
                  <a:gd name="connsiteY0" fmla="*/ 68418 h 172855"/>
                  <a:gd name="connsiteX1" fmla="*/ 423304 w 2684920"/>
                  <a:gd name="connsiteY1" fmla="*/ 3104 h 172855"/>
                  <a:gd name="connsiteX2" fmla="*/ 1182582 w 2684920"/>
                  <a:gd name="connsiteY2" fmla="*/ 16711 h 172855"/>
                  <a:gd name="connsiteX3" fmla="*/ 2328304 w 2684920"/>
                  <a:gd name="connsiteY3" fmla="*/ 71140 h 172855"/>
                  <a:gd name="connsiteX4" fmla="*/ 2671204 w 2684920"/>
                  <a:gd name="connsiteY4" fmla="*/ 8547 h 172855"/>
                  <a:gd name="connsiteX5" fmla="*/ 2622218 w 2684920"/>
                  <a:gd name="connsiteY5" fmla="*/ 73861 h 172855"/>
                  <a:gd name="connsiteX6" fmla="*/ 2671204 w 2684920"/>
                  <a:gd name="connsiteY6" fmla="*/ 139176 h 172855"/>
                  <a:gd name="connsiteX7" fmla="*/ 2573232 w 2684920"/>
                  <a:gd name="connsiteY7" fmla="*/ 103797 h 172855"/>
                  <a:gd name="connsiteX8" fmla="*/ 2442604 w 2684920"/>
                  <a:gd name="connsiteY8" fmla="*/ 90190 h 172855"/>
                  <a:gd name="connsiteX9" fmla="*/ 1179860 w 2684920"/>
                  <a:gd name="connsiteY9" fmla="*/ 155504 h 172855"/>
                  <a:gd name="connsiteX10" fmla="*/ 445075 w 2684920"/>
                  <a:gd name="connsiteY10" fmla="*/ 166390 h 172855"/>
                  <a:gd name="connsiteX11" fmla="*/ 1482 w 2684920"/>
                  <a:gd name="connsiteY11" fmla="*/ 68418 h 172855"/>
                  <a:gd name="connsiteX0" fmla="*/ 11335 w 2694773"/>
                  <a:gd name="connsiteY0" fmla="*/ 68418 h 172855"/>
                  <a:gd name="connsiteX1" fmla="*/ 433157 w 2694773"/>
                  <a:gd name="connsiteY1" fmla="*/ 3104 h 172855"/>
                  <a:gd name="connsiteX2" fmla="*/ 1192435 w 2694773"/>
                  <a:gd name="connsiteY2" fmla="*/ 16711 h 172855"/>
                  <a:gd name="connsiteX3" fmla="*/ 2338157 w 2694773"/>
                  <a:gd name="connsiteY3" fmla="*/ 71140 h 172855"/>
                  <a:gd name="connsiteX4" fmla="*/ 2681057 w 2694773"/>
                  <a:gd name="connsiteY4" fmla="*/ 8547 h 172855"/>
                  <a:gd name="connsiteX5" fmla="*/ 2632071 w 2694773"/>
                  <a:gd name="connsiteY5" fmla="*/ 73861 h 172855"/>
                  <a:gd name="connsiteX6" fmla="*/ 2681057 w 2694773"/>
                  <a:gd name="connsiteY6" fmla="*/ 139176 h 172855"/>
                  <a:gd name="connsiteX7" fmla="*/ 2583085 w 2694773"/>
                  <a:gd name="connsiteY7" fmla="*/ 103797 h 172855"/>
                  <a:gd name="connsiteX8" fmla="*/ 2452457 w 2694773"/>
                  <a:gd name="connsiteY8" fmla="*/ 90190 h 172855"/>
                  <a:gd name="connsiteX9" fmla="*/ 1189713 w 2694773"/>
                  <a:gd name="connsiteY9" fmla="*/ 155504 h 172855"/>
                  <a:gd name="connsiteX10" fmla="*/ 454928 w 2694773"/>
                  <a:gd name="connsiteY10" fmla="*/ 166390 h 172855"/>
                  <a:gd name="connsiteX11" fmla="*/ 11335 w 2694773"/>
                  <a:gd name="connsiteY11" fmla="*/ 68418 h 172855"/>
                  <a:gd name="connsiteX0" fmla="*/ 11335 w 2694773"/>
                  <a:gd name="connsiteY0" fmla="*/ 68418 h 172855"/>
                  <a:gd name="connsiteX1" fmla="*/ 433157 w 2694773"/>
                  <a:gd name="connsiteY1" fmla="*/ 3104 h 172855"/>
                  <a:gd name="connsiteX2" fmla="*/ 1192435 w 2694773"/>
                  <a:gd name="connsiteY2" fmla="*/ 16711 h 172855"/>
                  <a:gd name="connsiteX3" fmla="*/ 2338157 w 2694773"/>
                  <a:gd name="connsiteY3" fmla="*/ 71140 h 172855"/>
                  <a:gd name="connsiteX4" fmla="*/ 2681057 w 2694773"/>
                  <a:gd name="connsiteY4" fmla="*/ 8547 h 172855"/>
                  <a:gd name="connsiteX5" fmla="*/ 2632071 w 2694773"/>
                  <a:gd name="connsiteY5" fmla="*/ 73861 h 172855"/>
                  <a:gd name="connsiteX6" fmla="*/ 2681057 w 2694773"/>
                  <a:gd name="connsiteY6" fmla="*/ 139176 h 172855"/>
                  <a:gd name="connsiteX7" fmla="*/ 2583085 w 2694773"/>
                  <a:gd name="connsiteY7" fmla="*/ 103797 h 172855"/>
                  <a:gd name="connsiteX8" fmla="*/ 2452457 w 2694773"/>
                  <a:gd name="connsiteY8" fmla="*/ 90190 h 172855"/>
                  <a:gd name="connsiteX9" fmla="*/ 1189713 w 2694773"/>
                  <a:gd name="connsiteY9" fmla="*/ 155504 h 172855"/>
                  <a:gd name="connsiteX10" fmla="*/ 454928 w 2694773"/>
                  <a:gd name="connsiteY10" fmla="*/ 166390 h 172855"/>
                  <a:gd name="connsiteX11" fmla="*/ 11335 w 2694773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441122 w 2683438"/>
                  <a:gd name="connsiteY8" fmla="*/ 90190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20736 w 2669722"/>
                  <a:gd name="connsiteY5" fmla="*/ 73861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31245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1085"/>
                  <a:gd name="connsiteX1" fmla="*/ 421822 w 2669722"/>
                  <a:gd name="connsiteY1" fmla="*/ 3104 h 171085"/>
                  <a:gd name="connsiteX2" fmla="*/ 1181100 w 2669722"/>
                  <a:gd name="connsiteY2" fmla="*/ 16711 h 171085"/>
                  <a:gd name="connsiteX3" fmla="*/ 2326822 w 2669722"/>
                  <a:gd name="connsiteY3" fmla="*/ 71140 h 171085"/>
                  <a:gd name="connsiteX4" fmla="*/ 2669722 w 2669722"/>
                  <a:gd name="connsiteY4" fmla="*/ 8547 h 171085"/>
                  <a:gd name="connsiteX5" fmla="*/ 2618015 w 2669722"/>
                  <a:gd name="connsiteY5" fmla="*/ 79303 h 171085"/>
                  <a:gd name="connsiteX6" fmla="*/ 2669722 w 2669722"/>
                  <a:gd name="connsiteY6" fmla="*/ 139176 h 171085"/>
                  <a:gd name="connsiteX7" fmla="*/ 2324101 w 2669722"/>
                  <a:gd name="connsiteY7" fmla="*/ 92911 h 171085"/>
                  <a:gd name="connsiteX8" fmla="*/ 1178378 w 2669722"/>
                  <a:gd name="connsiteY8" fmla="*/ 155504 h 171085"/>
                  <a:gd name="connsiteX9" fmla="*/ 436450 w 2669722"/>
                  <a:gd name="connsiteY9" fmla="*/ 164009 h 171085"/>
                  <a:gd name="connsiteX10" fmla="*/ 0 w 2669722"/>
                  <a:gd name="connsiteY10" fmla="*/ 68418 h 171085"/>
                  <a:gd name="connsiteX0" fmla="*/ 0 w 2669722"/>
                  <a:gd name="connsiteY0" fmla="*/ 71532 h 174199"/>
                  <a:gd name="connsiteX1" fmla="*/ 418292 w 2669722"/>
                  <a:gd name="connsiteY1" fmla="*/ 2688 h 174199"/>
                  <a:gd name="connsiteX2" fmla="*/ 1181100 w 2669722"/>
                  <a:gd name="connsiteY2" fmla="*/ 19825 h 174199"/>
                  <a:gd name="connsiteX3" fmla="*/ 2326822 w 2669722"/>
                  <a:gd name="connsiteY3" fmla="*/ 74254 h 174199"/>
                  <a:gd name="connsiteX4" fmla="*/ 2669722 w 2669722"/>
                  <a:gd name="connsiteY4" fmla="*/ 11661 h 174199"/>
                  <a:gd name="connsiteX5" fmla="*/ 2618015 w 2669722"/>
                  <a:gd name="connsiteY5" fmla="*/ 82417 h 174199"/>
                  <a:gd name="connsiteX6" fmla="*/ 2669722 w 2669722"/>
                  <a:gd name="connsiteY6" fmla="*/ 142290 h 174199"/>
                  <a:gd name="connsiteX7" fmla="*/ 2324101 w 2669722"/>
                  <a:gd name="connsiteY7" fmla="*/ 96025 h 174199"/>
                  <a:gd name="connsiteX8" fmla="*/ 1178378 w 2669722"/>
                  <a:gd name="connsiteY8" fmla="*/ 158618 h 174199"/>
                  <a:gd name="connsiteX9" fmla="*/ 436450 w 2669722"/>
                  <a:gd name="connsiteY9" fmla="*/ 167123 h 174199"/>
                  <a:gd name="connsiteX10" fmla="*/ 0 w 2669722"/>
                  <a:gd name="connsiteY10" fmla="*/ 71532 h 174199"/>
                  <a:gd name="connsiteX0" fmla="*/ 0 w 2669722"/>
                  <a:gd name="connsiteY0" fmla="*/ 77917 h 180584"/>
                  <a:gd name="connsiteX1" fmla="*/ 418292 w 2669722"/>
                  <a:gd name="connsiteY1" fmla="*/ 9073 h 180584"/>
                  <a:gd name="connsiteX2" fmla="*/ 1174039 w 2669722"/>
                  <a:gd name="connsiteY2" fmla="*/ 8558 h 180584"/>
                  <a:gd name="connsiteX3" fmla="*/ 2326822 w 2669722"/>
                  <a:gd name="connsiteY3" fmla="*/ 80639 h 180584"/>
                  <a:gd name="connsiteX4" fmla="*/ 2669722 w 2669722"/>
                  <a:gd name="connsiteY4" fmla="*/ 18046 h 180584"/>
                  <a:gd name="connsiteX5" fmla="*/ 2618015 w 2669722"/>
                  <a:gd name="connsiteY5" fmla="*/ 88802 h 180584"/>
                  <a:gd name="connsiteX6" fmla="*/ 2669722 w 2669722"/>
                  <a:gd name="connsiteY6" fmla="*/ 148675 h 180584"/>
                  <a:gd name="connsiteX7" fmla="*/ 2324101 w 2669722"/>
                  <a:gd name="connsiteY7" fmla="*/ 102410 h 180584"/>
                  <a:gd name="connsiteX8" fmla="*/ 1178378 w 2669722"/>
                  <a:gd name="connsiteY8" fmla="*/ 165003 h 180584"/>
                  <a:gd name="connsiteX9" fmla="*/ 436450 w 2669722"/>
                  <a:gd name="connsiteY9" fmla="*/ 173508 h 180584"/>
                  <a:gd name="connsiteX10" fmla="*/ 0 w 2669722"/>
                  <a:gd name="connsiteY10" fmla="*/ 77917 h 180584"/>
                  <a:gd name="connsiteX0" fmla="*/ 0 w 2669722"/>
                  <a:gd name="connsiteY0" fmla="*/ 82375 h 185042"/>
                  <a:gd name="connsiteX1" fmla="*/ 439475 w 2669722"/>
                  <a:gd name="connsiteY1" fmla="*/ 6470 h 185042"/>
                  <a:gd name="connsiteX2" fmla="*/ 1174039 w 2669722"/>
                  <a:gd name="connsiteY2" fmla="*/ 13016 h 185042"/>
                  <a:gd name="connsiteX3" fmla="*/ 2326822 w 2669722"/>
                  <a:gd name="connsiteY3" fmla="*/ 85097 h 185042"/>
                  <a:gd name="connsiteX4" fmla="*/ 2669722 w 2669722"/>
                  <a:gd name="connsiteY4" fmla="*/ 22504 h 185042"/>
                  <a:gd name="connsiteX5" fmla="*/ 2618015 w 2669722"/>
                  <a:gd name="connsiteY5" fmla="*/ 93260 h 185042"/>
                  <a:gd name="connsiteX6" fmla="*/ 2669722 w 2669722"/>
                  <a:gd name="connsiteY6" fmla="*/ 153133 h 185042"/>
                  <a:gd name="connsiteX7" fmla="*/ 2324101 w 2669722"/>
                  <a:gd name="connsiteY7" fmla="*/ 106868 h 185042"/>
                  <a:gd name="connsiteX8" fmla="*/ 1178378 w 2669722"/>
                  <a:gd name="connsiteY8" fmla="*/ 169461 h 185042"/>
                  <a:gd name="connsiteX9" fmla="*/ 436450 w 2669722"/>
                  <a:gd name="connsiteY9" fmla="*/ 177966 h 185042"/>
                  <a:gd name="connsiteX10" fmla="*/ 0 w 2669722"/>
                  <a:gd name="connsiteY10" fmla="*/ 82375 h 185042"/>
                  <a:gd name="connsiteX0" fmla="*/ 0 w 2669722"/>
                  <a:gd name="connsiteY0" fmla="*/ 85859 h 188526"/>
                  <a:gd name="connsiteX1" fmla="*/ 439475 w 2669722"/>
                  <a:gd name="connsiteY1" fmla="*/ 9954 h 188526"/>
                  <a:gd name="connsiteX2" fmla="*/ 1177569 w 2669722"/>
                  <a:gd name="connsiteY2" fmla="*/ 9439 h 188526"/>
                  <a:gd name="connsiteX3" fmla="*/ 2326822 w 2669722"/>
                  <a:gd name="connsiteY3" fmla="*/ 88581 h 188526"/>
                  <a:gd name="connsiteX4" fmla="*/ 2669722 w 2669722"/>
                  <a:gd name="connsiteY4" fmla="*/ 25988 h 188526"/>
                  <a:gd name="connsiteX5" fmla="*/ 2618015 w 2669722"/>
                  <a:gd name="connsiteY5" fmla="*/ 96744 h 188526"/>
                  <a:gd name="connsiteX6" fmla="*/ 2669722 w 2669722"/>
                  <a:gd name="connsiteY6" fmla="*/ 156617 h 188526"/>
                  <a:gd name="connsiteX7" fmla="*/ 2324101 w 2669722"/>
                  <a:gd name="connsiteY7" fmla="*/ 110352 h 188526"/>
                  <a:gd name="connsiteX8" fmla="*/ 1178378 w 2669722"/>
                  <a:gd name="connsiteY8" fmla="*/ 172945 h 188526"/>
                  <a:gd name="connsiteX9" fmla="*/ 436450 w 2669722"/>
                  <a:gd name="connsiteY9" fmla="*/ 181450 h 188526"/>
                  <a:gd name="connsiteX10" fmla="*/ 0 w 2669722"/>
                  <a:gd name="connsiteY10" fmla="*/ 85859 h 188526"/>
                  <a:gd name="connsiteX0" fmla="*/ 0 w 2669722"/>
                  <a:gd name="connsiteY0" fmla="*/ 84760 h 187427"/>
                  <a:gd name="connsiteX1" fmla="*/ 439475 w 2669722"/>
                  <a:gd name="connsiteY1" fmla="*/ 8855 h 187427"/>
                  <a:gd name="connsiteX2" fmla="*/ 1177569 w 2669722"/>
                  <a:gd name="connsiteY2" fmla="*/ 8340 h 187427"/>
                  <a:gd name="connsiteX3" fmla="*/ 2316231 w 2669722"/>
                  <a:gd name="connsiteY3" fmla="*/ 69829 h 187427"/>
                  <a:gd name="connsiteX4" fmla="*/ 2669722 w 2669722"/>
                  <a:gd name="connsiteY4" fmla="*/ 24889 h 187427"/>
                  <a:gd name="connsiteX5" fmla="*/ 2618015 w 2669722"/>
                  <a:gd name="connsiteY5" fmla="*/ 95645 h 187427"/>
                  <a:gd name="connsiteX6" fmla="*/ 2669722 w 2669722"/>
                  <a:gd name="connsiteY6" fmla="*/ 155518 h 187427"/>
                  <a:gd name="connsiteX7" fmla="*/ 2324101 w 2669722"/>
                  <a:gd name="connsiteY7" fmla="*/ 109253 h 187427"/>
                  <a:gd name="connsiteX8" fmla="*/ 1178378 w 2669722"/>
                  <a:gd name="connsiteY8" fmla="*/ 171846 h 187427"/>
                  <a:gd name="connsiteX9" fmla="*/ 436450 w 2669722"/>
                  <a:gd name="connsiteY9" fmla="*/ 180351 h 187427"/>
                  <a:gd name="connsiteX10" fmla="*/ 0 w 2669722"/>
                  <a:gd name="connsiteY10" fmla="*/ 84760 h 187427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1 w 2669722"/>
                  <a:gd name="connsiteY7" fmla="*/ 109684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1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4693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2 w 2669722"/>
                  <a:gd name="connsiteY7" fmla="*/ 9556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4694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0572 w 2669722"/>
                  <a:gd name="connsiteY7" fmla="*/ 109685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1164 w 2669722"/>
                  <a:gd name="connsiteY7" fmla="*/ 106155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18015 w 2680313"/>
                  <a:gd name="connsiteY5" fmla="*/ 96076 h 187858"/>
                  <a:gd name="connsiteX6" fmla="*/ 2669722 w 2680313"/>
                  <a:gd name="connsiteY6" fmla="*/ 15594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18015 w 2680313"/>
                  <a:gd name="connsiteY5" fmla="*/ 96076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17042 w 2680313"/>
                  <a:gd name="connsiteY7" fmla="*/ 102624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85961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27634 w 2683844"/>
                  <a:gd name="connsiteY7" fmla="*/ 10850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8225 w 2683844"/>
                  <a:gd name="connsiteY7" fmla="*/ 10850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1164 w 2683844"/>
                  <a:gd name="connsiteY7" fmla="*/ 110373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1164 w 2683844"/>
                  <a:gd name="connsiteY7" fmla="*/ 110373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0314"/>
                  <a:gd name="connsiteY0" fmla="*/ 93150 h 187782"/>
                  <a:gd name="connsiteX1" fmla="*/ 443006 w 2680314"/>
                  <a:gd name="connsiteY1" fmla="*/ 9763 h 187782"/>
                  <a:gd name="connsiteX2" fmla="*/ 1181100 w 2680314"/>
                  <a:gd name="connsiteY2" fmla="*/ 9248 h 187782"/>
                  <a:gd name="connsiteX3" fmla="*/ 2330354 w 2680314"/>
                  <a:gd name="connsiteY3" fmla="*/ 77798 h 187782"/>
                  <a:gd name="connsiteX4" fmla="*/ 2673253 w 2680314"/>
                  <a:gd name="connsiteY4" fmla="*/ 21027 h 187782"/>
                  <a:gd name="connsiteX5" fmla="*/ 2603894 w 2680314"/>
                  <a:gd name="connsiteY5" fmla="*/ 91572 h 187782"/>
                  <a:gd name="connsiteX6" fmla="*/ 2680314 w 2680314"/>
                  <a:gd name="connsiteY6" fmla="*/ 159956 h 187782"/>
                  <a:gd name="connsiteX7" fmla="*/ 2331164 w 2680314"/>
                  <a:gd name="connsiteY7" fmla="*/ 110373 h 187782"/>
                  <a:gd name="connsiteX8" fmla="*/ 1181909 w 2680314"/>
                  <a:gd name="connsiteY8" fmla="*/ 172754 h 187782"/>
                  <a:gd name="connsiteX9" fmla="*/ 439981 w 2680314"/>
                  <a:gd name="connsiteY9" fmla="*/ 181259 h 187782"/>
                  <a:gd name="connsiteX10" fmla="*/ 0 w 2680314"/>
                  <a:gd name="connsiteY10" fmla="*/ 93150 h 187782"/>
                  <a:gd name="connsiteX0" fmla="*/ 0 w 2683779"/>
                  <a:gd name="connsiteY0" fmla="*/ 93150 h 187782"/>
                  <a:gd name="connsiteX1" fmla="*/ 443006 w 2683779"/>
                  <a:gd name="connsiteY1" fmla="*/ 9763 h 187782"/>
                  <a:gd name="connsiteX2" fmla="*/ 1181100 w 2683779"/>
                  <a:gd name="connsiteY2" fmla="*/ 9248 h 187782"/>
                  <a:gd name="connsiteX3" fmla="*/ 2330354 w 2683779"/>
                  <a:gd name="connsiteY3" fmla="*/ 77798 h 187782"/>
                  <a:gd name="connsiteX4" fmla="*/ 2673253 w 2683779"/>
                  <a:gd name="connsiteY4" fmla="*/ 21027 h 187782"/>
                  <a:gd name="connsiteX5" fmla="*/ 2603894 w 2683779"/>
                  <a:gd name="connsiteY5" fmla="*/ 91572 h 187782"/>
                  <a:gd name="connsiteX6" fmla="*/ 2683779 w 2683779"/>
                  <a:gd name="connsiteY6" fmla="*/ 165568 h 187782"/>
                  <a:gd name="connsiteX7" fmla="*/ 2331164 w 2683779"/>
                  <a:gd name="connsiteY7" fmla="*/ 110373 h 187782"/>
                  <a:gd name="connsiteX8" fmla="*/ 1181909 w 2683779"/>
                  <a:gd name="connsiteY8" fmla="*/ 172754 h 187782"/>
                  <a:gd name="connsiteX9" fmla="*/ 439981 w 2683779"/>
                  <a:gd name="connsiteY9" fmla="*/ 181259 h 187782"/>
                  <a:gd name="connsiteX10" fmla="*/ 0 w 2683779"/>
                  <a:gd name="connsiteY10" fmla="*/ 93150 h 187782"/>
                  <a:gd name="connsiteX0" fmla="*/ 0 w 2683779"/>
                  <a:gd name="connsiteY0" fmla="*/ 93150 h 187782"/>
                  <a:gd name="connsiteX1" fmla="*/ 443006 w 2683779"/>
                  <a:gd name="connsiteY1" fmla="*/ 9763 h 187782"/>
                  <a:gd name="connsiteX2" fmla="*/ 1181100 w 2683779"/>
                  <a:gd name="connsiteY2" fmla="*/ 9248 h 187782"/>
                  <a:gd name="connsiteX3" fmla="*/ 2330354 w 2683779"/>
                  <a:gd name="connsiteY3" fmla="*/ 77798 h 187782"/>
                  <a:gd name="connsiteX4" fmla="*/ 2683649 w 2683779"/>
                  <a:gd name="connsiteY4" fmla="*/ 21027 h 187782"/>
                  <a:gd name="connsiteX5" fmla="*/ 2603894 w 2683779"/>
                  <a:gd name="connsiteY5" fmla="*/ 91572 h 187782"/>
                  <a:gd name="connsiteX6" fmla="*/ 2683779 w 2683779"/>
                  <a:gd name="connsiteY6" fmla="*/ 165568 h 187782"/>
                  <a:gd name="connsiteX7" fmla="*/ 2331164 w 2683779"/>
                  <a:gd name="connsiteY7" fmla="*/ 110373 h 187782"/>
                  <a:gd name="connsiteX8" fmla="*/ 1181909 w 2683779"/>
                  <a:gd name="connsiteY8" fmla="*/ 172754 h 187782"/>
                  <a:gd name="connsiteX9" fmla="*/ 439981 w 2683779"/>
                  <a:gd name="connsiteY9" fmla="*/ 181259 h 187782"/>
                  <a:gd name="connsiteX10" fmla="*/ 0 w 2683779"/>
                  <a:gd name="connsiteY10" fmla="*/ 93150 h 18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83779" h="187782">
                    <a:moveTo>
                      <a:pt x="0" y="93150"/>
                    </a:moveTo>
                    <a:cubicBezTo>
                      <a:pt x="132181" y="53573"/>
                      <a:pt x="246156" y="23747"/>
                      <a:pt x="443006" y="9763"/>
                    </a:cubicBezTo>
                    <a:cubicBezTo>
                      <a:pt x="639856" y="-4221"/>
                      <a:pt x="866542" y="-2091"/>
                      <a:pt x="1181100" y="9248"/>
                    </a:cubicBezTo>
                    <a:cubicBezTo>
                      <a:pt x="1495658" y="20587"/>
                      <a:pt x="2079929" y="75835"/>
                      <a:pt x="2330354" y="77798"/>
                    </a:cubicBezTo>
                    <a:cubicBezTo>
                      <a:pt x="2580779" y="79761"/>
                      <a:pt x="2617994" y="51870"/>
                      <a:pt x="2683649" y="21027"/>
                    </a:cubicBezTo>
                    <a:cubicBezTo>
                      <a:pt x="2650992" y="59580"/>
                      <a:pt x="2603872" y="67482"/>
                      <a:pt x="2603894" y="91572"/>
                    </a:cubicBezTo>
                    <a:cubicBezTo>
                      <a:pt x="2603916" y="115662"/>
                      <a:pt x="2639721" y="125031"/>
                      <a:pt x="2683779" y="165568"/>
                    </a:cubicBezTo>
                    <a:cubicBezTo>
                      <a:pt x="2610301" y="134726"/>
                      <a:pt x="2581476" y="109175"/>
                      <a:pt x="2331164" y="110373"/>
                    </a:cubicBezTo>
                    <a:cubicBezTo>
                      <a:pt x="2080852" y="111571"/>
                      <a:pt x="1514831" y="160054"/>
                      <a:pt x="1181909" y="172754"/>
                    </a:cubicBezTo>
                    <a:cubicBezTo>
                      <a:pt x="848988" y="185454"/>
                      <a:pt x="636966" y="194526"/>
                      <a:pt x="439981" y="181259"/>
                    </a:cubicBezTo>
                    <a:cubicBezTo>
                      <a:pt x="242996" y="167992"/>
                      <a:pt x="132522" y="140039"/>
                      <a:pt x="0" y="93150"/>
                    </a:cubicBezTo>
                    <a:close/>
                  </a:path>
                </a:pathLst>
              </a:custGeom>
              <a:grpFill/>
              <a:ln w="3175"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Forme libre 26"/>
              <p:cNvSpPr/>
              <p:nvPr/>
            </p:nvSpPr>
            <p:spPr>
              <a:xfrm flipH="1">
                <a:off x="985257" y="4317865"/>
                <a:ext cx="2734108" cy="176243"/>
              </a:xfrm>
              <a:custGeom>
                <a:avLst/>
                <a:gdLst>
                  <a:gd name="connsiteX0" fmla="*/ 42 w 2683480"/>
                  <a:gd name="connsiteY0" fmla="*/ 68418 h 169111"/>
                  <a:gd name="connsiteX1" fmla="*/ 421864 w 2683480"/>
                  <a:gd name="connsiteY1" fmla="*/ 3104 h 169111"/>
                  <a:gd name="connsiteX2" fmla="*/ 1181142 w 2683480"/>
                  <a:gd name="connsiteY2" fmla="*/ 16711 h 169111"/>
                  <a:gd name="connsiteX3" fmla="*/ 2326864 w 2683480"/>
                  <a:gd name="connsiteY3" fmla="*/ 71140 h 169111"/>
                  <a:gd name="connsiteX4" fmla="*/ 2669764 w 2683480"/>
                  <a:gd name="connsiteY4" fmla="*/ 8547 h 169111"/>
                  <a:gd name="connsiteX5" fmla="*/ 2620778 w 2683480"/>
                  <a:gd name="connsiteY5" fmla="*/ 73861 h 169111"/>
                  <a:gd name="connsiteX6" fmla="*/ 2669764 w 2683480"/>
                  <a:gd name="connsiteY6" fmla="*/ 139176 h 169111"/>
                  <a:gd name="connsiteX7" fmla="*/ 2571792 w 2683480"/>
                  <a:gd name="connsiteY7" fmla="*/ 103797 h 169111"/>
                  <a:gd name="connsiteX8" fmla="*/ 2441164 w 2683480"/>
                  <a:gd name="connsiteY8" fmla="*/ 90190 h 169111"/>
                  <a:gd name="connsiteX9" fmla="*/ 895392 w 2683480"/>
                  <a:gd name="connsiteY9" fmla="*/ 169111 h 169111"/>
                  <a:gd name="connsiteX10" fmla="*/ 443635 w 2683480"/>
                  <a:gd name="connsiteY10" fmla="*/ 166390 h 169111"/>
                  <a:gd name="connsiteX11" fmla="*/ 42 w 2683480"/>
                  <a:gd name="connsiteY11" fmla="*/ 68418 h 169111"/>
                  <a:gd name="connsiteX0" fmla="*/ 42 w 2683480"/>
                  <a:gd name="connsiteY0" fmla="*/ 68418 h 172855"/>
                  <a:gd name="connsiteX1" fmla="*/ 421864 w 2683480"/>
                  <a:gd name="connsiteY1" fmla="*/ 3104 h 172855"/>
                  <a:gd name="connsiteX2" fmla="*/ 1181142 w 2683480"/>
                  <a:gd name="connsiteY2" fmla="*/ 16711 h 172855"/>
                  <a:gd name="connsiteX3" fmla="*/ 2326864 w 2683480"/>
                  <a:gd name="connsiteY3" fmla="*/ 71140 h 172855"/>
                  <a:gd name="connsiteX4" fmla="*/ 2669764 w 2683480"/>
                  <a:gd name="connsiteY4" fmla="*/ 8547 h 172855"/>
                  <a:gd name="connsiteX5" fmla="*/ 2620778 w 2683480"/>
                  <a:gd name="connsiteY5" fmla="*/ 73861 h 172855"/>
                  <a:gd name="connsiteX6" fmla="*/ 2669764 w 2683480"/>
                  <a:gd name="connsiteY6" fmla="*/ 139176 h 172855"/>
                  <a:gd name="connsiteX7" fmla="*/ 2571792 w 2683480"/>
                  <a:gd name="connsiteY7" fmla="*/ 103797 h 172855"/>
                  <a:gd name="connsiteX8" fmla="*/ 2441164 w 2683480"/>
                  <a:gd name="connsiteY8" fmla="*/ 90190 h 172855"/>
                  <a:gd name="connsiteX9" fmla="*/ 1178420 w 2683480"/>
                  <a:gd name="connsiteY9" fmla="*/ 155504 h 172855"/>
                  <a:gd name="connsiteX10" fmla="*/ 443635 w 2683480"/>
                  <a:gd name="connsiteY10" fmla="*/ 166390 h 172855"/>
                  <a:gd name="connsiteX11" fmla="*/ 42 w 2683480"/>
                  <a:gd name="connsiteY11" fmla="*/ 68418 h 172855"/>
                  <a:gd name="connsiteX0" fmla="*/ 42 w 2683480"/>
                  <a:gd name="connsiteY0" fmla="*/ 68418 h 172855"/>
                  <a:gd name="connsiteX1" fmla="*/ 421864 w 2683480"/>
                  <a:gd name="connsiteY1" fmla="*/ 3104 h 172855"/>
                  <a:gd name="connsiteX2" fmla="*/ 1181142 w 2683480"/>
                  <a:gd name="connsiteY2" fmla="*/ 16711 h 172855"/>
                  <a:gd name="connsiteX3" fmla="*/ 2326864 w 2683480"/>
                  <a:gd name="connsiteY3" fmla="*/ 71140 h 172855"/>
                  <a:gd name="connsiteX4" fmla="*/ 2669764 w 2683480"/>
                  <a:gd name="connsiteY4" fmla="*/ 8547 h 172855"/>
                  <a:gd name="connsiteX5" fmla="*/ 2620778 w 2683480"/>
                  <a:gd name="connsiteY5" fmla="*/ 73861 h 172855"/>
                  <a:gd name="connsiteX6" fmla="*/ 2669764 w 2683480"/>
                  <a:gd name="connsiteY6" fmla="*/ 139176 h 172855"/>
                  <a:gd name="connsiteX7" fmla="*/ 2571792 w 2683480"/>
                  <a:gd name="connsiteY7" fmla="*/ 103797 h 172855"/>
                  <a:gd name="connsiteX8" fmla="*/ 2441164 w 2683480"/>
                  <a:gd name="connsiteY8" fmla="*/ 90190 h 172855"/>
                  <a:gd name="connsiteX9" fmla="*/ 1178420 w 2683480"/>
                  <a:gd name="connsiteY9" fmla="*/ 155504 h 172855"/>
                  <a:gd name="connsiteX10" fmla="*/ 443635 w 2683480"/>
                  <a:gd name="connsiteY10" fmla="*/ 166390 h 172855"/>
                  <a:gd name="connsiteX11" fmla="*/ 42 w 2683480"/>
                  <a:gd name="connsiteY11" fmla="*/ 68418 h 172855"/>
                  <a:gd name="connsiteX0" fmla="*/ 1482 w 2684920"/>
                  <a:gd name="connsiteY0" fmla="*/ 68418 h 172855"/>
                  <a:gd name="connsiteX1" fmla="*/ 423304 w 2684920"/>
                  <a:gd name="connsiteY1" fmla="*/ 3104 h 172855"/>
                  <a:gd name="connsiteX2" fmla="*/ 1182582 w 2684920"/>
                  <a:gd name="connsiteY2" fmla="*/ 16711 h 172855"/>
                  <a:gd name="connsiteX3" fmla="*/ 2328304 w 2684920"/>
                  <a:gd name="connsiteY3" fmla="*/ 71140 h 172855"/>
                  <a:gd name="connsiteX4" fmla="*/ 2671204 w 2684920"/>
                  <a:gd name="connsiteY4" fmla="*/ 8547 h 172855"/>
                  <a:gd name="connsiteX5" fmla="*/ 2622218 w 2684920"/>
                  <a:gd name="connsiteY5" fmla="*/ 73861 h 172855"/>
                  <a:gd name="connsiteX6" fmla="*/ 2671204 w 2684920"/>
                  <a:gd name="connsiteY6" fmla="*/ 139176 h 172855"/>
                  <a:gd name="connsiteX7" fmla="*/ 2573232 w 2684920"/>
                  <a:gd name="connsiteY7" fmla="*/ 103797 h 172855"/>
                  <a:gd name="connsiteX8" fmla="*/ 2442604 w 2684920"/>
                  <a:gd name="connsiteY8" fmla="*/ 90190 h 172855"/>
                  <a:gd name="connsiteX9" fmla="*/ 1179860 w 2684920"/>
                  <a:gd name="connsiteY9" fmla="*/ 155504 h 172855"/>
                  <a:gd name="connsiteX10" fmla="*/ 445075 w 2684920"/>
                  <a:gd name="connsiteY10" fmla="*/ 166390 h 172855"/>
                  <a:gd name="connsiteX11" fmla="*/ 1482 w 2684920"/>
                  <a:gd name="connsiteY11" fmla="*/ 68418 h 172855"/>
                  <a:gd name="connsiteX0" fmla="*/ 11335 w 2694773"/>
                  <a:gd name="connsiteY0" fmla="*/ 68418 h 172855"/>
                  <a:gd name="connsiteX1" fmla="*/ 433157 w 2694773"/>
                  <a:gd name="connsiteY1" fmla="*/ 3104 h 172855"/>
                  <a:gd name="connsiteX2" fmla="*/ 1192435 w 2694773"/>
                  <a:gd name="connsiteY2" fmla="*/ 16711 h 172855"/>
                  <a:gd name="connsiteX3" fmla="*/ 2338157 w 2694773"/>
                  <a:gd name="connsiteY3" fmla="*/ 71140 h 172855"/>
                  <a:gd name="connsiteX4" fmla="*/ 2681057 w 2694773"/>
                  <a:gd name="connsiteY4" fmla="*/ 8547 h 172855"/>
                  <a:gd name="connsiteX5" fmla="*/ 2632071 w 2694773"/>
                  <a:gd name="connsiteY5" fmla="*/ 73861 h 172855"/>
                  <a:gd name="connsiteX6" fmla="*/ 2681057 w 2694773"/>
                  <a:gd name="connsiteY6" fmla="*/ 139176 h 172855"/>
                  <a:gd name="connsiteX7" fmla="*/ 2583085 w 2694773"/>
                  <a:gd name="connsiteY7" fmla="*/ 103797 h 172855"/>
                  <a:gd name="connsiteX8" fmla="*/ 2452457 w 2694773"/>
                  <a:gd name="connsiteY8" fmla="*/ 90190 h 172855"/>
                  <a:gd name="connsiteX9" fmla="*/ 1189713 w 2694773"/>
                  <a:gd name="connsiteY9" fmla="*/ 155504 h 172855"/>
                  <a:gd name="connsiteX10" fmla="*/ 454928 w 2694773"/>
                  <a:gd name="connsiteY10" fmla="*/ 166390 h 172855"/>
                  <a:gd name="connsiteX11" fmla="*/ 11335 w 2694773"/>
                  <a:gd name="connsiteY11" fmla="*/ 68418 h 172855"/>
                  <a:gd name="connsiteX0" fmla="*/ 11335 w 2694773"/>
                  <a:gd name="connsiteY0" fmla="*/ 68418 h 172855"/>
                  <a:gd name="connsiteX1" fmla="*/ 433157 w 2694773"/>
                  <a:gd name="connsiteY1" fmla="*/ 3104 h 172855"/>
                  <a:gd name="connsiteX2" fmla="*/ 1192435 w 2694773"/>
                  <a:gd name="connsiteY2" fmla="*/ 16711 h 172855"/>
                  <a:gd name="connsiteX3" fmla="*/ 2338157 w 2694773"/>
                  <a:gd name="connsiteY3" fmla="*/ 71140 h 172855"/>
                  <a:gd name="connsiteX4" fmla="*/ 2681057 w 2694773"/>
                  <a:gd name="connsiteY4" fmla="*/ 8547 h 172855"/>
                  <a:gd name="connsiteX5" fmla="*/ 2632071 w 2694773"/>
                  <a:gd name="connsiteY5" fmla="*/ 73861 h 172855"/>
                  <a:gd name="connsiteX6" fmla="*/ 2681057 w 2694773"/>
                  <a:gd name="connsiteY6" fmla="*/ 139176 h 172855"/>
                  <a:gd name="connsiteX7" fmla="*/ 2583085 w 2694773"/>
                  <a:gd name="connsiteY7" fmla="*/ 103797 h 172855"/>
                  <a:gd name="connsiteX8" fmla="*/ 2452457 w 2694773"/>
                  <a:gd name="connsiteY8" fmla="*/ 90190 h 172855"/>
                  <a:gd name="connsiteX9" fmla="*/ 1189713 w 2694773"/>
                  <a:gd name="connsiteY9" fmla="*/ 155504 h 172855"/>
                  <a:gd name="connsiteX10" fmla="*/ 454928 w 2694773"/>
                  <a:gd name="connsiteY10" fmla="*/ 166390 h 172855"/>
                  <a:gd name="connsiteX11" fmla="*/ 11335 w 2694773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441122 w 2683438"/>
                  <a:gd name="connsiteY8" fmla="*/ 90190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20736 w 2669722"/>
                  <a:gd name="connsiteY5" fmla="*/ 73861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31245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1085"/>
                  <a:gd name="connsiteX1" fmla="*/ 421822 w 2669722"/>
                  <a:gd name="connsiteY1" fmla="*/ 3104 h 171085"/>
                  <a:gd name="connsiteX2" fmla="*/ 1181100 w 2669722"/>
                  <a:gd name="connsiteY2" fmla="*/ 16711 h 171085"/>
                  <a:gd name="connsiteX3" fmla="*/ 2326822 w 2669722"/>
                  <a:gd name="connsiteY3" fmla="*/ 71140 h 171085"/>
                  <a:gd name="connsiteX4" fmla="*/ 2669722 w 2669722"/>
                  <a:gd name="connsiteY4" fmla="*/ 8547 h 171085"/>
                  <a:gd name="connsiteX5" fmla="*/ 2618015 w 2669722"/>
                  <a:gd name="connsiteY5" fmla="*/ 79303 h 171085"/>
                  <a:gd name="connsiteX6" fmla="*/ 2669722 w 2669722"/>
                  <a:gd name="connsiteY6" fmla="*/ 139176 h 171085"/>
                  <a:gd name="connsiteX7" fmla="*/ 2324101 w 2669722"/>
                  <a:gd name="connsiteY7" fmla="*/ 92911 h 171085"/>
                  <a:gd name="connsiteX8" fmla="*/ 1178378 w 2669722"/>
                  <a:gd name="connsiteY8" fmla="*/ 155504 h 171085"/>
                  <a:gd name="connsiteX9" fmla="*/ 436450 w 2669722"/>
                  <a:gd name="connsiteY9" fmla="*/ 164009 h 171085"/>
                  <a:gd name="connsiteX10" fmla="*/ 0 w 2669722"/>
                  <a:gd name="connsiteY10" fmla="*/ 68418 h 171085"/>
                  <a:gd name="connsiteX0" fmla="*/ 0 w 2669722"/>
                  <a:gd name="connsiteY0" fmla="*/ 71532 h 174199"/>
                  <a:gd name="connsiteX1" fmla="*/ 418292 w 2669722"/>
                  <a:gd name="connsiteY1" fmla="*/ 2688 h 174199"/>
                  <a:gd name="connsiteX2" fmla="*/ 1181100 w 2669722"/>
                  <a:gd name="connsiteY2" fmla="*/ 19825 h 174199"/>
                  <a:gd name="connsiteX3" fmla="*/ 2326822 w 2669722"/>
                  <a:gd name="connsiteY3" fmla="*/ 74254 h 174199"/>
                  <a:gd name="connsiteX4" fmla="*/ 2669722 w 2669722"/>
                  <a:gd name="connsiteY4" fmla="*/ 11661 h 174199"/>
                  <a:gd name="connsiteX5" fmla="*/ 2618015 w 2669722"/>
                  <a:gd name="connsiteY5" fmla="*/ 82417 h 174199"/>
                  <a:gd name="connsiteX6" fmla="*/ 2669722 w 2669722"/>
                  <a:gd name="connsiteY6" fmla="*/ 142290 h 174199"/>
                  <a:gd name="connsiteX7" fmla="*/ 2324101 w 2669722"/>
                  <a:gd name="connsiteY7" fmla="*/ 96025 h 174199"/>
                  <a:gd name="connsiteX8" fmla="*/ 1178378 w 2669722"/>
                  <a:gd name="connsiteY8" fmla="*/ 158618 h 174199"/>
                  <a:gd name="connsiteX9" fmla="*/ 436450 w 2669722"/>
                  <a:gd name="connsiteY9" fmla="*/ 167123 h 174199"/>
                  <a:gd name="connsiteX10" fmla="*/ 0 w 2669722"/>
                  <a:gd name="connsiteY10" fmla="*/ 71532 h 174199"/>
                  <a:gd name="connsiteX0" fmla="*/ 0 w 2669722"/>
                  <a:gd name="connsiteY0" fmla="*/ 77917 h 180584"/>
                  <a:gd name="connsiteX1" fmla="*/ 418292 w 2669722"/>
                  <a:gd name="connsiteY1" fmla="*/ 9073 h 180584"/>
                  <a:gd name="connsiteX2" fmla="*/ 1174039 w 2669722"/>
                  <a:gd name="connsiteY2" fmla="*/ 8558 h 180584"/>
                  <a:gd name="connsiteX3" fmla="*/ 2326822 w 2669722"/>
                  <a:gd name="connsiteY3" fmla="*/ 80639 h 180584"/>
                  <a:gd name="connsiteX4" fmla="*/ 2669722 w 2669722"/>
                  <a:gd name="connsiteY4" fmla="*/ 18046 h 180584"/>
                  <a:gd name="connsiteX5" fmla="*/ 2618015 w 2669722"/>
                  <a:gd name="connsiteY5" fmla="*/ 88802 h 180584"/>
                  <a:gd name="connsiteX6" fmla="*/ 2669722 w 2669722"/>
                  <a:gd name="connsiteY6" fmla="*/ 148675 h 180584"/>
                  <a:gd name="connsiteX7" fmla="*/ 2324101 w 2669722"/>
                  <a:gd name="connsiteY7" fmla="*/ 102410 h 180584"/>
                  <a:gd name="connsiteX8" fmla="*/ 1178378 w 2669722"/>
                  <a:gd name="connsiteY8" fmla="*/ 165003 h 180584"/>
                  <a:gd name="connsiteX9" fmla="*/ 436450 w 2669722"/>
                  <a:gd name="connsiteY9" fmla="*/ 173508 h 180584"/>
                  <a:gd name="connsiteX10" fmla="*/ 0 w 2669722"/>
                  <a:gd name="connsiteY10" fmla="*/ 77917 h 180584"/>
                  <a:gd name="connsiteX0" fmla="*/ 0 w 2669722"/>
                  <a:gd name="connsiteY0" fmla="*/ 82375 h 185042"/>
                  <a:gd name="connsiteX1" fmla="*/ 439475 w 2669722"/>
                  <a:gd name="connsiteY1" fmla="*/ 6470 h 185042"/>
                  <a:gd name="connsiteX2" fmla="*/ 1174039 w 2669722"/>
                  <a:gd name="connsiteY2" fmla="*/ 13016 h 185042"/>
                  <a:gd name="connsiteX3" fmla="*/ 2326822 w 2669722"/>
                  <a:gd name="connsiteY3" fmla="*/ 85097 h 185042"/>
                  <a:gd name="connsiteX4" fmla="*/ 2669722 w 2669722"/>
                  <a:gd name="connsiteY4" fmla="*/ 22504 h 185042"/>
                  <a:gd name="connsiteX5" fmla="*/ 2618015 w 2669722"/>
                  <a:gd name="connsiteY5" fmla="*/ 93260 h 185042"/>
                  <a:gd name="connsiteX6" fmla="*/ 2669722 w 2669722"/>
                  <a:gd name="connsiteY6" fmla="*/ 153133 h 185042"/>
                  <a:gd name="connsiteX7" fmla="*/ 2324101 w 2669722"/>
                  <a:gd name="connsiteY7" fmla="*/ 106868 h 185042"/>
                  <a:gd name="connsiteX8" fmla="*/ 1178378 w 2669722"/>
                  <a:gd name="connsiteY8" fmla="*/ 169461 h 185042"/>
                  <a:gd name="connsiteX9" fmla="*/ 436450 w 2669722"/>
                  <a:gd name="connsiteY9" fmla="*/ 177966 h 185042"/>
                  <a:gd name="connsiteX10" fmla="*/ 0 w 2669722"/>
                  <a:gd name="connsiteY10" fmla="*/ 82375 h 185042"/>
                  <a:gd name="connsiteX0" fmla="*/ 0 w 2669722"/>
                  <a:gd name="connsiteY0" fmla="*/ 85859 h 188526"/>
                  <a:gd name="connsiteX1" fmla="*/ 439475 w 2669722"/>
                  <a:gd name="connsiteY1" fmla="*/ 9954 h 188526"/>
                  <a:gd name="connsiteX2" fmla="*/ 1177569 w 2669722"/>
                  <a:gd name="connsiteY2" fmla="*/ 9439 h 188526"/>
                  <a:gd name="connsiteX3" fmla="*/ 2326822 w 2669722"/>
                  <a:gd name="connsiteY3" fmla="*/ 88581 h 188526"/>
                  <a:gd name="connsiteX4" fmla="*/ 2669722 w 2669722"/>
                  <a:gd name="connsiteY4" fmla="*/ 25988 h 188526"/>
                  <a:gd name="connsiteX5" fmla="*/ 2618015 w 2669722"/>
                  <a:gd name="connsiteY5" fmla="*/ 96744 h 188526"/>
                  <a:gd name="connsiteX6" fmla="*/ 2669722 w 2669722"/>
                  <a:gd name="connsiteY6" fmla="*/ 156617 h 188526"/>
                  <a:gd name="connsiteX7" fmla="*/ 2324101 w 2669722"/>
                  <a:gd name="connsiteY7" fmla="*/ 110352 h 188526"/>
                  <a:gd name="connsiteX8" fmla="*/ 1178378 w 2669722"/>
                  <a:gd name="connsiteY8" fmla="*/ 172945 h 188526"/>
                  <a:gd name="connsiteX9" fmla="*/ 436450 w 2669722"/>
                  <a:gd name="connsiteY9" fmla="*/ 181450 h 188526"/>
                  <a:gd name="connsiteX10" fmla="*/ 0 w 2669722"/>
                  <a:gd name="connsiteY10" fmla="*/ 85859 h 188526"/>
                  <a:gd name="connsiteX0" fmla="*/ 0 w 2669722"/>
                  <a:gd name="connsiteY0" fmla="*/ 84760 h 187427"/>
                  <a:gd name="connsiteX1" fmla="*/ 439475 w 2669722"/>
                  <a:gd name="connsiteY1" fmla="*/ 8855 h 187427"/>
                  <a:gd name="connsiteX2" fmla="*/ 1177569 w 2669722"/>
                  <a:gd name="connsiteY2" fmla="*/ 8340 h 187427"/>
                  <a:gd name="connsiteX3" fmla="*/ 2316231 w 2669722"/>
                  <a:gd name="connsiteY3" fmla="*/ 69829 h 187427"/>
                  <a:gd name="connsiteX4" fmla="*/ 2669722 w 2669722"/>
                  <a:gd name="connsiteY4" fmla="*/ 24889 h 187427"/>
                  <a:gd name="connsiteX5" fmla="*/ 2618015 w 2669722"/>
                  <a:gd name="connsiteY5" fmla="*/ 95645 h 187427"/>
                  <a:gd name="connsiteX6" fmla="*/ 2669722 w 2669722"/>
                  <a:gd name="connsiteY6" fmla="*/ 155518 h 187427"/>
                  <a:gd name="connsiteX7" fmla="*/ 2324101 w 2669722"/>
                  <a:gd name="connsiteY7" fmla="*/ 109253 h 187427"/>
                  <a:gd name="connsiteX8" fmla="*/ 1178378 w 2669722"/>
                  <a:gd name="connsiteY8" fmla="*/ 171846 h 187427"/>
                  <a:gd name="connsiteX9" fmla="*/ 436450 w 2669722"/>
                  <a:gd name="connsiteY9" fmla="*/ 180351 h 187427"/>
                  <a:gd name="connsiteX10" fmla="*/ 0 w 2669722"/>
                  <a:gd name="connsiteY10" fmla="*/ 84760 h 187427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1 w 2669722"/>
                  <a:gd name="connsiteY7" fmla="*/ 109684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1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4693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2 w 2669722"/>
                  <a:gd name="connsiteY7" fmla="*/ 9556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4694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0572 w 2669722"/>
                  <a:gd name="connsiteY7" fmla="*/ 109685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1164 w 2669722"/>
                  <a:gd name="connsiteY7" fmla="*/ 106155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18015 w 2680313"/>
                  <a:gd name="connsiteY5" fmla="*/ 96076 h 187858"/>
                  <a:gd name="connsiteX6" fmla="*/ 2669722 w 2680313"/>
                  <a:gd name="connsiteY6" fmla="*/ 15594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18015 w 2680313"/>
                  <a:gd name="connsiteY5" fmla="*/ 96076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17042 w 2680313"/>
                  <a:gd name="connsiteY7" fmla="*/ 102624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85961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27634 w 2683844"/>
                  <a:gd name="connsiteY7" fmla="*/ 10850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8225 w 2683844"/>
                  <a:gd name="connsiteY7" fmla="*/ 10850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1164 w 2683844"/>
                  <a:gd name="connsiteY7" fmla="*/ 110373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1164 w 2683844"/>
                  <a:gd name="connsiteY7" fmla="*/ 110373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0314"/>
                  <a:gd name="connsiteY0" fmla="*/ 93150 h 187782"/>
                  <a:gd name="connsiteX1" fmla="*/ 443006 w 2680314"/>
                  <a:gd name="connsiteY1" fmla="*/ 9763 h 187782"/>
                  <a:gd name="connsiteX2" fmla="*/ 1181100 w 2680314"/>
                  <a:gd name="connsiteY2" fmla="*/ 9248 h 187782"/>
                  <a:gd name="connsiteX3" fmla="*/ 2330354 w 2680314"/>
                  <a:gd name="connsiteY3" fmla="*/ 77798 h 187782"/>
                  <a:gd name="connsiteX4" fmla="*/ 2673253 w 2680314"/>
                  <a:gd name="connsiteY4" fmla="*/ 21027 h 187782"/>
                  <a:gd name="connsiteX5" fmla="*/ 2603894 w 2680314"/>
                  <a:gd name="connsiteY5" fmla="*/ 91572 h 187782"/>
                  <a:gd name="connsiteX6" fmla="*/ 2680314 w 2680314"/>
                  <a:gd name="connsiteY6" fmla="*/ 159956 h 187782"/>
                  <a:gd name="connsiteX7" fmla="*/ 2331164 w 2680314"/>
                  <a:gd name="connsiteY7" fmla="*/ 110373 h 187782"/>
                  <a:gd name="connsiteX8" fmla="*/ 1181909 w 2680314"/>
                  <a:gd name="connsiteY8" fmla="*/ 172754 h 187782"/>
                  <a:gd name="connsiteX9" fmla="*/ 439981 w 2680314"/>
                  <a:gd name="connsiteY9" fmla="*/ 181259 h 187782"/>
                  <a:gd name="connsiteX10" fmla="*/ 0 w 2680314"/>
                  <a:gd name="connsiteY10" fmla="*/ 93150 h 187782"/>
                  <a:gd name="connsiteX0" fmla="*/ 0 w 2683779"/>
                  <a:gd name="connsiteY0" fmla="*/ 93150 h 187782"/>
                  <a:gd name="connsiteX1" fmla="*/ 443006 w 2683779"/>
                  <a:gd name="connsiteY1" fmla="*/ 9763 h 187782"/>
                  <a:gd name="connsiteX2" fmla="*/ 1181100 w 2683779"/>
                  <a:gd name="connsiteY2" fmla="*/ 9248 h 187782"/>
                  <a:gd name="connsiteX3" fmla="*/ 2330354 w 2683779"/>
                  <a:gd name="connsiteY3" fmla="*/ 77798 h 187782"/>
                  <a:gd name="connsiteX4" fmla="*/ 2673253 w 2683779"/>
                  <a:gd name="connsiteY4" fmla="*/ 21027 h 187782"/>
                  <a:gd name="connsiteX5" fmla="*/ 2603894 w 2683779"/>
                  <a:gd name="connsiteY5" fmla="*/ 91572 h 187782"/>
                  <a:gd name="connsiteX6" fmla="*/ 2683779 w 2683779"/>
                  <a:gd name="connsiteY6" fmla="*/ 165568 h 187782"/>
                  <a:gd name="connsiteX7" fmla="*/ 2331164 w 2683779"/>
                  <a:gd name="connsiteY7" fmla="*/ 110373 h 187782"/>
                  <a:gd name="connsiteX8" fmla="*/ 1181909 w 2683779"/>
                  <a:gd name="connsiteY8" fmla="*/ 172754 h 187782"/>
                  <a:gd name="connsiteX9" fmla="*/ 439981 w 2683779"/>
                  <a:gd name="connsiteY9" fmla="*/ 181259 h 187782"/>
                  <a:gd name="connsiteX10" fmla="*/ 0 w 2683779"/>
                  <a:gd name="connsiteY10" fmla="*/ 93150 h 187782"/>
                  <a:gd name="connsiteX0" fmla="*/ 0 w 2683779"/>
                  <a:gd name="connsiteY0" fmla="*/ 93150 h 187782"/>
                  <a:gd name="connsiteX1" fmla="*/ 443006 w 2683779"/>
                  <a:gd name="connsiteY1" fmla="*/ 9763 h 187782"/>
                  <a:gd name="connsiteX2" fmla="*/ 1181100 w 2683779"/>
                  <a:gd name="connsiteY2" fmla="*/ 9248 h 187782"/>
                  <a:gd name="connsiteX3" fmla="*/ 2330354 w 2683779"/>
                  <a:gd name="connsiteY3" fmla="*/ 77798 h 187782"/>
                  <a:gd name="connsiteX4" fmla="*/ 2683649 w 2683779"/>
                  <a:gd name="connsiteY4" fmla="*/ 21027 h 187782"/>
                  <a:gd name="connsiteX5" fmla="*/ 2603894 w 2683779"/>
                  <a:gd name="connsiteY5" fmla="*/ 91572 h 187782"/>
                  <a:gd name="connsiteX6" fmla="*/ 2683779 w 2683779"/>
                  <a:gd name="connsiteY6" fmla="*/ 165568 h 187782"/>
                  <a:gd name="connsiteX7" fmla="*/ 2331164 w 2683779"/>
                  <a:gd name="connsiteY7" fmla="*/ 110373 h 187782"/>
                  <a:gd name="connsiteX8" fmla="*/ 1181909 w 2683779"/>
                  <a:gd name="connsiteY8" fmla="*/ 172754 h 187782"/>
                  <a:gd name="connsiteX9" fmla="*/ 439981 w 2683779"/>
                  <a:gd name="connsiteY9" fmla="*/ 181259 h 187782"/>
                  <a:gd name="connsiteX10" fmla="*/ 0 w 2683779"/>
                  <a:gd name="connsiteY10" fmla="*/ 93150 h 18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83779" h="187782">
                    <a:moveTo>
                      <a:pt x="0" y="93150"/>
                    </a:moveTo>
                    <a:cubicBezTo>
                      <a:pt x="132181" y="53573"/>
                      <a:pt x="246156" y="23747"/>
                      <a:pt x="443006" y="9763"/>
                    </a:cubicBezTo>
                    <a:cubicBezTo>
                      <a:pt x="639856" y="-4221"/>
                      <a:pt x="866542" y="-2091"/>
                      <a:pt x="1181100" y="9248"/>
                    </a:cubicBezTo>
                    <a:cubicBezTo>
                      <a:pt x="1495658" y="20587"/>
                      <a:pt x="2079929" y="75835"/>
                      <a:pt x="2330354" y="77798"/>
                    </a:cubicBezTo>
                    <a:cubicBezTo>
                      <a:pt x="2580779" y="79761"/>
                      <a:pt x="2617994" y="51870"/>
                      <a:pt x="2683649" y="21027"/>
                    </a:cubicBezTo>
                    <a:cubicBezTo>
                      <a:pt x="2650992" y="59580"/>
                      <a:pt x="2603872" y="67482"/>
                      <a:pt x="2603894" y="91572"/>
                    </a:cubicBezTo>
                    <a:cubicBezTo>
                      <a:pt x="2603916" y="115662"/>
                      <a:pt x="2639721" y="125031"/>
                      <a:pt x="2683779" y="165568"/>
                    </a:cubicBezTo>
                    <a:cubicBezTo>
                      <a:pt x="2610301" y="134726"/>
                      <a:pt x="2581476" y="109175"/>
                      <a:pt x="2331164" y="110373"/>
                    </a:cubicBezTo>
                    <a:cubicBezTo>
                      <a:pt x="2080852" y="111571"/>
                      <a:pt x="1514831" y="160054"/>
                      <a:pt x="1181909" y="172754"/>
                    </a:cubicBezTo>
                    <a:cubicBezTo>
                      <a:pt x="848988" y="185454"/>
                      <a:pt x="636966" y="194526"/>
                      <a:pt x="439981" y="181259"/>
                    </a:cubicBezTo>
                    <a:cubicBezTo>
                      <a:pt x="242996" y="167992"/>
                      <a:pt x="132522" y="140039"/>
                      <a:pt x="0" y="93150"/>
                    </a:cubicBezTo>
                    <a:close/>
                  </a:path>
                </a:pathLst>
              </a:custGeom>
              <a:grpFill/>
              <a:ln w="3175"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8" name="Ellipse 27"/>
              <p:cNvSpPr/>
              <p:nvPr/>
            </p:nvSpPr>
            <p:spPr>
              <a:xfrm>
                <a:off x="8767133" y="4351987"/>
                <a:ext cx="144000" cy="108000"/>
              </a:xfrm>
              <a:prstGeom prst="ellipse">
                <a:avLst/>
              </a:prstGeom>
              <a:grpFill/>
              <a:ln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Ellipse 28"/>
              <p:cNvSpPr/>
              <p:nvPr/>
            </p:nvSpPr>
            <p:spPr>
              <a:xfrm>
                <a:off x="841257" y="4351987"/>
                <a:ext cx="144000" cy="108000"/>
              </a:xfrm>
              <a:prstGeom prst="ellipse">
                <a:avLst/>
              </a:prstGeom>
              <a:grpFill/>
              <a:ln>
                <a:solidFill>
                  <a:srgbClr val="E609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cxnSp>
          <p:nvCxnSpPr>
            <p:cNvPr id="18" name="Connecteur droit 17"/>
            <p:cNvCxnSpPr/>
            <p:nvPr/>
          </p:nvCxnSpPr>
          <p:spPr>
            <a:xfrm>
              <a:off x="5682993" y="2172721"/>
              <a:ext cx="1871433" cy="0"/>
            </a:xfrm>
            <a:prstGeom prst="line">
              <a:avLst/>
            </a:prstGeom>
            <a:grpFill/>
            <a:ln w="19050">
              <a:solidFill>
                <a:srgbClr val="E6096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Connecteur droit 18"/>
            <p:cNvCxnSpPr/>
            <p:nvPr/>
          </p:nvCxnSpPr>
          <p:spPr>
            <a:xfrm>
              <a:off x="173535" y="2172721"/>
              <a:ext cx="1542572" cy="0"/>
            </a:xfrm>
            <a:prstGeom prst="line">
              <a:avLst/>
            </a:prstGeom>
            <a:grpFill/>
            <a:ln w="19050">
              <a:solidFill>
                <a:srgbClr val="E6096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e 39"/>
          <p:cNvGrpSpPr/>
          <p:nvPr/>
        </p:nvGrpSpPr>
        <p:grpSpPr>
          <a:xfrm>
            <a:off x="-6998" y="10117188"/>
            <a:ext cx="7568261" cy="576213"/>
            <a:chOff x="-6998" y="10117188"/>
            <a:chExt cx="7568261" cy="576213"/>
          </a:xfrm>
          <a:solidFill>
            <a:srgbClr val="FFE3EF">
              <a:alpha val="40000"/>
            </a:srgbClr>
          </a:solidFill>
        </p:grpSpPr>
        <p:grpSp>
          <p:nvGrpSpPr>
            <p:cNvPr id="43" name="Groupe 42"/>
            <p:cNvGrpSpPr/>
            <p:nvPr/>
          </p:nvGrpSpPr>
          <p:grpSpPr>
            <a:xfrm>
              <a:off x="0" y="10124292"/>
              <a:ext cx="7561263" cy="569109"/>
              <a:chOff x="0" y="9999025"/>
              <a:chExt cx="7275117" cy="569109"/>
            </a:xfrm>
            <a:grpFill/>
          </p:grpSpPr>
          <p:sp>
            <p:nvSpPr>
              <p:cNvPr id="64" name="Organigramme : Terminateur 12"/>
              <p:cNvSpPr/>
              <p:nvPr/>
            </p:nvSpPr>
            <p:spPr>
              <a:xfrm>
                <a:off x="1540098" y="9999025"/>
                <a:ext cx="4318907" cy="569108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5" name="Organigramme : Processus 64"/>
              <p:cNvSpPr/>
              <p:nvPr/>
            </p:nvSpPr>
            <p:spPr>
              <a:xfrm>
                <a:off x="0" y="10351922"/>
                <a:ext cx="7275117" cy="216212"/>
              </a:xfrm>
              <a:prstGeom prst="flowChartProces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6" name="Groupe 45"/>
            <p:cNvGrpSpPr/>
            <p:nvPr/>
          </p:nvGrpSpPr>
          <p:grpSpPr>
            <a:xfrm>
              <a:off x="-6998" y="10117188"/>
              <a:ext cx="7561263" cy="360000"/>
              <a:chOff x="1087856" y="4455595"/>
              <a:chExt cx="7667400" cy="223410"/>
            </a:xfrm>
            <a:grpFill/>
          </p:grpSpPr>
          <p:sp>
            <p:nvSpPr>
              <p:cNvPr id="62" name="Forme libre 61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grpFill/>
              <a:ln w="38100" cap="flat" cmpd="sng" algn="ctr">
                <a:solidFill>
                  <a:srgbClr val="D50054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rgbClr val="2D4356"/>
                  </a:solidFill>
                  <a:latin typeface="Verdana"/>
                </a:endParaRPr>
              </a:p>
            </p:txBody>
          </p:sp>
          <p:sp>
            <p:nvSpPr>
              <p:cNvPr id="63" name="Forme libre 62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grpFill/>
              <a:ln w="38100" cap="flat" cmpd="sng" algn="ctr">
                <a:solidFill>
                  <a:srgbClr val="D50054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grpSp>
          <p:nvGrpSpPr>
            <p:cNvPr id="47" name="Groupe 46"/>
            <p:cNvGrpSpPr/>
            <p:nvPr/>
          </p:nvGrpSpPr>
          <p:grpSpPr>
            <a:xfrm>
              <a:off x="2254305" y="10154813"/>
              <a:ext cx="3090041" cy="447676"/>
              <a:chOff x="2254305" y="10154813"/>
              <a:chExt cx="3090041" cy="447676"/>
            </a:xfrm>
            <a:grpFill/>
          </p:grpSpPr>
          <p:cxnSp>
            <p:nvCxnSpPr>
              <p:cNvPr id="58" name="Connecteur droit 57"/>
              <p:cNvCxnSpPr/>
              <p:nvPr/>
            </p:nvCxnSpPr>
            <p:spPr>
              <a:xfrm flipV="1">
                <a:off x="2254305" y="10540651"/>
                <a:ext cx="3090041" cy="0"/>
              </a:xfrm>
              <a:prstGeom prst="line">
                <a:avLst/>
              </a:prstGeom>
              <a:grpFill/>
              <a:ln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Rectangle 58"/>
              <p:cNvSpPr/>
              <p:nvPr/>
            </p:nvSpPr>
            <p:spPr>
              <a:xfrm>
                <a:off x="3485634" y="10154813"/>
                <a:ext cx="576000" cy="447676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Rectangle 59"/>
              <p:cNvSpPr/>
              <p:nvPr/>
            </p:nvSpPr>
            <p:spPr>
              <a:xfrm>
                <a:off x="2299203" y="10212803"/>
                <a:ext cx="2950234" cy="331695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1"/>
                <a:r>
                  <a:rPr lang="ar-DZ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البطاقة             </a:t>
                </a:r>
                <a:r>
                  <a: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  </a:t>
                </a:r>
                <a:r>
                  <a:rPr lang="ar-DZ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     الفنية</a:t>
                </a:r>
                <a:endParaRPr lang="fr-FR" sz="2000" b="1" dirty="0"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5A95028-420D-4919-B7C8-AE8009FEC247}"/>
              </a:ext>
            </a:extLst>
          </p:cNvPr>
          <p:cNvGrpSpPr/>
          <p:nvPr/>
        </p:nvGrpSpPr>
        <p:grpSpPr>
          <a:xfrm>
            <a:off x="3565576" y="10173901"/>
            <a:ext cx="383154" cy="366750"/>
            <a:chOff x="3565576" y="10173901"/>
            <a:chExt cx="383154" cy="366750"/>
          </a:xfrm>
        </p:grpSpPr>
        <p:sp>
          <p:nvSpPr>
            <p:cNvPr id="41" name="Arrondir un rectangle avec un coin du même côté 1"/>
            <p:cNvSpPr/>
            <p:nvPr/>
          </p:nvSpPr>
          <p:spPr>
            <a:xfrm>
              <a:off x="3565576" y="10173901"/>
              <a:ext cx="383154" cy="366750"/>
            </a:xfrm>
            <a:custGeom>
              <a:avLst/>
              <a:gdLst>
                <a:gd name="connsiteX0" fmla="*/ 271732 w 577970"/>
                <a:gd name="connsiteY0" fmla="*/ 0 h 543464"/>
                <a:gd name="connsiteX1" fmla="*/ 306238 w 577970"/>
                <a:gd name="connsiteY1" fmla="*/ 0 h 543464"/>
                <a:gd name="connsiteX2" fmla="*/ 577970 w 577970"/>
                <a:gd name="connsiteY2" fmla="*/ 271732 h 543464"/>
                <a:gd name="connsiteX3" fmla="*/ 577970 w 577970"/>
                <a:gd name="connsiteY3" fmla="*/ 543464 h 543464"/>
                <a:gd name="connsiteX4" fmla="*/ 577970 w 577970"/>
                <a:gd name="connsiteY4" fmla="*/ 543464 h 543464"/>
                <a:gd name="connsiteX5" fmla="*/ 0 w 577970"/>
                <a:gd name="connsiteY5" fmla="*/ 543464 h 543464"/>
                <a:gd name="connsiteX6" fmla="*/ 0 w 577970"/>
                <a:gd name="connsiteY6" fmla="*/ 543464 h 543464"/>
                <a:gd name="connsiteX7" fmla="*/ 0 w 577970"/>
                <a:gd name="connsiteY7" fmla="*/ 271732 h 543464"/>
                <a:gd name="connsiteX8" fmla="*/ 271732 w 577970"/>
                <a:gd name="connsiteY8" fmla="*/ 0 h 543464"/>
                <a:gd name="connsiteX0" fmla="*/ 0 w 577970"/>
                <a:gd name="connsiteY0" fmla="*/ 543464 h 634904"/>
                <a:gd name="connsiteX1" fmla="*/ 0 w 577970"/>
                <a:gd name="connsiteY1" fmla="*/ 271732 h 634904"/>
                <a:gd name="connsiteX2" fmla="*/ 271732 w 577970"/>
                <a:gd name="connsiteY2" fmla="*/ 0 h 634904"/>
                <a:gd name="connsiteX3" fmla="*/ 306238 w 577970"/>
                <a:gd name="connsiteY3" fmla="*/ 0 h 634904"/>
                <a:gd name="connsiteX4" fmla="*/ 577970 w 577970"/>
                <a:gd name="connsiteY4" fmla="*/ 271732 h 634904"/>
                <a:gd name="connsiteX5" fmla="*/ 577970 w 577970"/>
                <a:gd name="connsiteY5" fmla="*/ 543464 h 634904"/>
                <a:gd name="connsiteX6" fmla="*/ 577970 w 577970"/>
                <a:gd name="connsiteY6" fmla="*/ 543464 h 634904"/>
                <a:gd name="connsiteX7" fmla="*/ 0 w 577970"/>
                <a:gd name="connsiteY7" fmla="*/ 543464 h 634904"/>
                <a:gd name="connsiteX8" fmla="*/ 91440 w 577970"/>
                <a:gd name="connsiteY8" fmla="*/ 634904 h 63490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  <a:gd name="connsiteX7" fmla="*/ 0 w 577970"/>
                <a:gd name="connsiteY7" fmla="*/ 543464 h 54346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970" h="543464">
                  <a:moveTo>
                    <a:pt x="0" y="543464"/>
                  </a:moveTo>
                  <a:lnTo>
                    <a:pt x="0" y="271732"/>
                  </a:lnTo>
                  <a:cubicBezTo>
                    <a:pt x="0" y="121659"/>
                    <a:pt x="121659" y="0"/>
                    <a:pt x="271732" y="0"/>
                  </a:cubicBezTo>
                  <a:lnTo>
                    <a:pt x="306238" y="0"/>
                  </a:lnTo>
                  <a:cubicBezTo>
                    <a:pt x="456311" y="0"/>
                    <a:pt x="577970" y="121659"/>
                    <a:pt x="577970" y="271732"/>
                  </a:cubicBezTo>
                  <a:lnTo>
                    <a:pt x="577970" y="543464"/>
                  </a:lnTo>
                  <a:lnTo>
                    <a:pt x="577970" y="543464"/>
                  </a:lnTo>
                </a:path>
              </a:pathLst>
            </a:custGeom>
            <a:solidFill>
              <a:srgbClr val="F2F2F2"/>
            </a:solidFill>
            <a:ln w="6350">
              <a:solidFill>
                <a:srgbClr val="D50054"/>
              </a:solidFill>
            </a:ln>
            <a:effectLst>
              <a:innerShdw blurRad="76200" dist="50800" dir="16800000">
                <a:prstClr val="black">
                  <a:alpha val="46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algn="ctr" defTabSz="914400"/>
              <a:r>
                <a:rPr lang="fr-FR" sz="180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01</a:t>
              </a:r>
              <a:endParaRPr lang="fr-FR" sz="1050" dirty="0">
                <a:ln>
                  <a:solidFill>
                    <a:srgbClr val="D50054"/>
                  </a:solidFill>
                </a:ln>
                <a:solidFill>
                  <a:srgbClr val="D50054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cxnSp>
          <p:nvCxnSpPr>
            <p:cNvPr id="42" name="Connecteur droit 41"/>
            <p:cNvCxnSpPr>
              <a:stCxn id="41" idx="0"/>
              <a:endCxn id="41" idx="5"/>
            </p:cNvCxnSpPr>
            <p:nvPr/>
          </p:nvCxnSpPr>
          <p:spPr>
            <a:xfrm>
              <a:off x="3565576" y="10540651"/>
              <a:ext cx="383154" cy="0"/>
            </a:xfrm>
            <a:prstGeom prst="line">
              <a:avLst/>
            </a:prstGeom>
            <a:ln w="28575">
              <a:solidFill>
                <a:srgbClr val="D5005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708455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oupe 39"/>
          <p:cNvGrpSpPr/>
          <p:nvPr/>
        </p:nvGrpSpPr>
        <p:grpSpPr>
          <a:xfrm>
            <a:off x="449333" y="509205"/>
            <a:ext cx="6791459" cy="836519"/>
            <a:chOff x="-171002" y="342773"/>
            <a:chExt cx="6610349" cy="836519"/>
          </a:xfrm>
        </p:grpSpPr>
        <p:cxnSp>
          <p:nvCxnSpPr>
            <p:cNvPr id="43" name="Connecteur droit 42"/>
            <p:cNvCxnSpPr/>
            <p:nvPr/>
          </p:nvCxnSpPr>
          <p:spPr>
            <a:xfrm>
              <a:off x="-171002" y="550641"/>
              <a:ext cx="4392529" cy="0"/>
            </a:xfrm>
            <a:prstGeom prst="line">
              <a:avLst/>
            </a:prstGeom>
            <a:ln w="28575">
              <a:solidFill>
                <a:srgbClr val="435B66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Demi-cadre 41"/>
            <p:cNvSpPr/>
            <p:nvPr/>
          </p:nvSpPr>
          <p:spPr>
            <a:xfrm rot="5400000">
              <a:off x="5601987" y="341932"/>
              <a:ext cx="836519" cy="838201"/>
            </a:xfrm>
            <a:prstGeom prst="halfFrame">
              <a:avLst>
                <a:gd name="adj1" fmla="val 18479"/>
                <a:gd name="adj2" fmla="val 20095"/>
              </a:avLst>
            </a:prstGeom>
            <a:solidFill>
              <a:srgbClr val="435B6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srgbClr val="FF3399"/>
                </a:solidFill>
              </a:endParaRPr>
            </a:p>
          </p:txBody>
        </p:sp>
      </p:grpSp>
      <p:graphicFrame>
        <p:nvGraphicFramePr>
          <p:cNvPr id="5" name="Tableau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0696390"/>
              </p:ext>
            </p:extLst>
          </p:nvPr>
        </p:nvGraphicFramePr>
        <p:xfrm>
          <a:off x="495827" y="1192860"/>
          <a:ext cx="6400800" cy="22773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43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50356"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 توجيهية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اسم الزائر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41" name="Tableau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3984852"/>
              </p:ext>
            </p:extLst>
          </p:nvPr>
        </p:nvGraphicFramePr>
        <p:xfrm>
          <a:off x="495827" y="4674283"/>
          <a:ext cx="6400800" cy="497504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43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50356"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الموضوع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المكان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874356"/>
                        </a:solidFill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pSp>
        <p:nvGrpSpPr>
          <p:cNvPr id="29" name="Groupe 1">
            <a:extLst>
              <a:ext uri="{FF2B5EF4-FFF2-40B4-BE49-F238E27FC236}">
                <a16:creationId xmlns:a16="http://schemas.microsoft.com/office/drawing/2014/main" id="{150298F8-F810-482F-B048-9264EF83EB89}"/>
              </a:ext>
            </a:extLst>
          </p:cNvPr>
          <p:cNvGrpSpPr/>
          <p:nvPr/>
        </p:nvGrpSpPr>
        <p:grpSpPr>
          <a:xfrm>
            <a:off x="449332" y="509884"/>
            <a:ext cx="6791459" cy="839126"/>
            <a:chOff x="-114300" y="237200"/>
            <a:chExt cx="6610349" cy="839126"/>
          </a:xfrm>
        </p:grpSpPr>
        <p:grpSp>
          <p:nvGrpSpPr>
            <p:cNvPr id="30" name="Groupe 39">
              <a:extLst>
                <a:ext uri="{FF2B5EF4-FFF2-40B4-BE49-F238E27FC236}">
                  <a16:creationId xmlns:a16="http://schemas.microsoft.com/office/drawing/2014/main" id="{5DD1D503-DDDB-49A3-B420-79DECD9EC955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32" name="Connecteur droit 42">
                <a:extLst>
                  <a:ext uri="{FF2B5EF4-FFF2-40B4-BE49-F238E27FC236}">
                    <a16:creationId xmlns:a16="http://schemas.microsoft.com/office/drawing/2014/main" id="{E736F72E-078F-4466-8067-5D9957706CE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E6096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Demi-cadre 41">
                <a:extLst>
                  <a:ext uri="{FF2B5EF4-FFF2-40B4-BE49-F238E27FC236}">
                    <a16:creationId xmlns:a16="http://schemas.microsoft.com/office/drawing/2014/main" id="{3221AC0D-2998-4ACA-8DC9-BF27CCB5BC10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31" name="Rogner un rectangle à un seul coin 44">
              <a:extLst>
                <a:ext uri="{FF2B5EF4-FFF2-40B4-BE49-F238E27FC236}">
                  <a16:creationId xmlns:a16="http://schemas.microsoft.com/office/drawing/2014/main" id="{3F49AD20-44E2-4FD6-933E-21D5C2F7E118}"/>
                </a:ext>
              </a:extLst>
            </p:cNvPr>
            <p:cNvSpPr/>
            <p:nvPr/>
          </p:nvSpPr>
          <p:spPr>
            <a:xfrm>
              <a:off x="3043546" y="237200"/>
              <a:ext cx="2766601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جدول الزيارات التكوينية والتفتيشية</a:t>
              </a:r>
              <a:endParaRPr lang="fr-FR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44" name="Groupe 1">
            <a:extLst>
              <a:ext uri="{FF2B5EF4-FFF2-40B4-BE49-F238E27FC236}">
                <a16:creationId xmlns:a16="http://schemas.microsoft.com/office/drawing/2014/main" id="{306918E9-8274-4335-BE06-F25819AC8883}"/>
              </a:ext>
            </a:extLst>
          </p:cNvPr>
          <p:cNvGrpSpPr/>
          <p:nvPr/>
        </p:nvGrpSpPr>
        <p:grpSpPr>
          <a:xfrm>
            <a:off x="449333" y="3938028"/>
            <a:ext cx="6791459" cy="839126"/>
            <a:chOff x="-114300" y="237200"/>
            <a:chExt cx="6610349" cy="839126"/>
          </a:xfrm>
        </p:grpSpPr>
        <p:grpSp>
          <p:nvGrpSpPr>
            <p:cNvPr id="46" name="Groupe 39">
              <a:extLst>
                <a:ext uri="{FF2B5EF4-FFF2-40B4-BE49-F238E27FC236}">
                  <a16:creationId xmlns:a16="http://schemas.microsoft.com/office/drawing/2014/main" id="{6FE7F839-C54A-4C30-884C-454BF583D8DC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48" name="Connecteur droit 42">
                <a:extLst>
                  <a:ext uri="{FF2B5EF4-FFF2-40B4-BE49-F238E27FC236}">
                    <a16:creationId xmlns:a16="http://schemas.microsoft.com/office/drawing/2014/main" id="{C6D2F1A1-DFC0-41B7-AE51-6CDCB1B475AF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E6096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Demi-cadre 41">
                <a:extLst>
                  <a:ext uri="{FF2B5EF4-FFF2-40B4-BE49-F238E27FC236}">
                    <a16:creationId xmlns:a16="http://schemas.microsoft.com/office/drawing/2014/main" id="{C1844186-52C6-4A1A-AE07-D7BEB725BF8D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47" name="Rogner un rectangle à un seul coin 44">
              <a:extLst>
                <a:ext uri="{FF2B5EF4-FFF2-40B4-BE49-F238E27FC236}">
                  <a16:creationId xmlns:a16="http://schemas.microsoft.com/office/drawing/2014/main" id="{93D6C056-331B-4ECC-AB7C-2952245C92A2}"/>
                </a:ext>
              </a:extLst>
            </p:cNvPr>
            <p:cNvSpPr/>
            <p:nvPr/>
          </p:nvSpPr>
          <p:spPr>
            <a:xfrm>
              <a:off x="3043546" y="237200"/>
              <a:ext cx="2766601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جدول الأيام التكوينية والندوات </a:t>
              </a:r>
              <a:endParaRPr lang="fr-FR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956ADEC-1689-420F-B3DC-AD0546F4222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87" name="Groupe 39">
              <a:extLst>
                <a:ext uri="{FF2B5EF4-FFF2-40B4-BE49-F238E27FC236}">
                  <a16:creationId xmlns:a16="http://schemas.microsoft.com/office/drawing/2014/main" id="{8102B248-D6BA-4657-A622-B3A1CDCB243D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88" name="Groupe 42">
                <a:extLst>
                  <a:ext uri="{FF2B5EF4-FFF2-40B4-BE49-F238E27FC236}">
                    <a16:creationId xmlns:a16="http://schemas.microsoft.com/office/drawing/2014/main" id="{F6BCD378-9378-4D77-9E17-3568AF98B392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96" name="Organigramme : Terminateur 12">
                  <a:extLst>
                    <a:ext uri="{FF2B5EF4-FFF2-40B4-BE49-F238E27FC236}">
                      <a16:creationId xmlns:a16="http://schemas.microsoft.com/office/drawing/2014/main" id="{A2F8EF4E-5F35-4314-95E2-64461348516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97" name="Organigramme : Processus 64">
                  <a:extLst>
                    <a:ext uri="{FF2B5EF4-FFF2-40B4-BE49-F238E27FC236}">
                      <a16:creationId xmlns:a16="http://schemas.microsoft.com/office/drawing/2014/main" id="{BAB71021-00FB-4698-939D-AC7940356E03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89" name="Groupe 45">
                <a:extLst>
                  <a:ext uri="{FF2B5EF4-FFF2-40B4-BE49-F238E27FC236}">
                    <a16:creationId xmlns:a16="http://schemas.microsoft.com/office/drawing/2014/main" id="{8D7DAE14-0A1C-4F19-B5AB-7A2D8020D182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94" name="Forme libre 61">
                  <a:extLst>
                    <a:ext uri="{FF2B5EF4-FFF2-40B4-BE49-F238E27FC236}">
                      <a16:creationId xmlns:a16="http://schemas.microsoft.com/office/drawing/2014/main" id="{14F49328-EFAC-46BE-8280-FF795E356991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95" name="Forme libre 62">
                  <a:extLst>
                    <a:ext uri="{FF2B5EF4-FFF2-40B4-BE49-F238E27FC236}">
                      <a16:creationId xmlns:a16="http://schemas.microsoft.com/office/drawing/2014/main" id="{71BF0FF7-A5E5-457C-AA4C-87969ED91EA2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90" name="Groupe 46">
                <a:extLst>
                  <a:ext uri="{FF2B5EF4-FFF2-40B4-BE49-F238E27FC236}">
                    <a16:creationId xmlns:a16="http://schemas.microsoft.com/office/drawing/2014/main" id="{376F504A-E345-44A0-96F1-D9F5F41E4A24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91" name="Connecteur droit 57">
                  <a:extLst>
                    <a:ext uri="{FF2B5EF4-FFF2-40B4-BE49-F238E27FC236}">
                      <a16:creationId xmlns:a16="http://schemas.microsoft.com/office/drawing/2014/main" id="{2CF54CCF-10A5-4C17-8BD2-55CDCA057DCF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id="{9C13E637-C4A8-46CC-8701-50EDF1E16C63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93" name="Rectangle 92">
                  <a:extLst>
                    <a:ext uri="{FF2B5EF4-FFF2-40B4-BE49-F238E27FC236}">
                      <a16:creationId xmlns:a16="http://schemas.microsoft.com/office/drawing/2014/main" id="{A2380111-80DB-4726-97F8-63FDA4D6A006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الشامل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54C4F73-528C-4D76-896F-F943A6B9EC75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99" name="Arrondir un rectangle avec un coin du même côté 1">
                <a:extLst>
                  <a:ext uri="{FF2B5EF4-FFF2-40B4-BE49-F238E27FC236}">
                    <a16:creationId xmlns:a16="http://schemas.microsoft.com/office/drawing/2014/main" id="{A489AA52-EB35-4CAA-AAB1-B4BAA54A5853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02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100" name="Connecteur droit 41">
                <a:extLst>
                  <a:ext uri="{FF2B5EF4-FFF2-40B4-BE49-F238E27FC236}">
                    <a16:creationId xmlns:a16="http://schemas.microsoft.com/office/drawing/2014/main" id="{3D776F7B-6D1B-45DE-AFCC-5AE8B4E60216}"/>
                  </a:ext>
                </a:extLst>
              </p:cNvPr>
              <p:cNvCxnSpPr>
                <a:stCxn id="99" idx="0"/>
                <a:endCxn id="9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81836892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/>
          <p:cNvGraphicFramePr>
            <a:graphicFrameLocks noGrp="1"/>
          </p:cNvGraphicFramePr>
          <p:nvPr/>
        </p:nvGraphicFramePr>
        <p:xfrm>
          <a:off x="340471" y="1221841"/>
          <a:ext cx="6884081" cy="8198292"/>
        </p:xfrm>
        <a:graphic>
          <a:graphicData uri="http://schemas.openxmlformats.org/drawingml/2006/table">
            <a:tbl>
              <a:tblPr rtl="1" firstRow="1" firstCol="1" lastRow="1" lastCol="1" bandRow="1" bandCol="1"/>
              <a:tblGrid>
                <a:gridCol w="4113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38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04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18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9182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834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4385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827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15532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</a:t>
                      </a:r>
                      <a:endParaRPr lang="fr-FR" sz="13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الشهر</a:t>
                      </a:r>
                      <a:endParaRPr lang="fr-FR" sz="130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الأسبـــوع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رقم الوحدة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الوحدة التعليمية 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التقويم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25">
                <a:tc rowSpan="1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الأول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سبتمبر</a:t>
                      </a:r>
                      <a:endParaRPr lang="fr-FR" sz="13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تقديـــم البرنـامــج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1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تقويــم تشخيصــــي</a:t>
                      </a:r>
                      <a:endParaRPr lang="fr-FR" sz="1200" b="1" dirty="0">
                        <a:solidFill>
                          <a:srgbClr val="002060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191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أكتوبر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9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200" b="1" dirty="0"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نوفمبر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06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07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0137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Times New Roman"/>
                        <a:ea typeface="Times New Roman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7365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Times New Roman"/>
                        <a:ea typeface="Times New Roman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8125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ديسمبر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الفصل الأول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en-US" sz="12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474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F2F2F2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13</a:t>
                      </a:r>
                      <a:endParaRPr lang="fr-FR" sz="1400" b="1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8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عطلــــــــــــــــــــــــــــــــــة  الشتـــــــــــاء</a:t>
                      </a:r>
                      <a:endParaRPr lang="fr-FR" sz="16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 dirty="0"/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4742">
                <a:tc rowSpan="1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الثاني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D6D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F2F2F2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14</a:t>
                      </a:r>
                      <a:endParaRPr lang="fr-FR" sz="1400" b="1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/>
                </a:tc>
                <a:tc gridSpan="3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جانفي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9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16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17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فيفري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342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مارس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الفصــل الثانــــــي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8474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2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26</a:t>
                      </a:r>
                      <a:endParaRPr lang="fr-FR" sz="12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8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عطلــــــــــــــــــــــــــــــــــة  الربيــــــــــع</a:t>
                      </a:r>
                      <a:endParaRPr lang="fr-FR" sz="16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 dirty="0"/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84742">
                <a:tc row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الثالث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27</a:t>
                      </a:r>
                      <a:endParaRPr lang="fr-FR" sz="14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/>
                </a:tc>
                <a:tc gridSpan="3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kern="1200" dirty="0">
                          <a:solidFill>
                            <a:schemeClr val="tx1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أفريل</a:t>
                      </a:r>
                      <a:endParaRPr lang="fr-FR" sz="1300" b="1" kern="1200" dirty="0">
                        <a:solidFill>
                          <a:schemeClr val="tx1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7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en-US" sz="1100" b="1" dirty="0">
                          <a:solidFill>
                            <a:srgbClr val="C00000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ماي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الفصــل الأخــيـــــــر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7" name="Rectangle 6"/>
          <p:cNvSpPr/>
          <p:nvPr/>
        </p:nvSpPr>
        <p:spPr>
          <a:xfrm>
            <a:off x="442580" y="9504206"/>
            <a:ext cx="6678398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/>
            <a:r>
              <a:rPr lang="ar-DZ" sz="1500" b="1" dirty="0">
                <a:solidFill>
                  <a:srgbClr val="87435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الأستاذ(ة)                                                                                    المدير(ة)                                                                            مفتش(ة) المادة</a:t>
            </a:r>
            <a:endParaRPr lang="fr-FR" sz="1500" b="1" dirty="0">
              <a:solidFill>
                <a:srgbClr val="87435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62AFE42-BFB2-42E5-A149-5C35771DEF16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55" name="Groupe 39">
              <a:extLst>
                <a:ext uri="{FF2B5EF4-FFF2-40B4-BE49-F238E27FC236}">
                  <a16:creationId xmlns:a16="http://schemas.microsoft.com/office/drawing/2014/main" id="{FCE4C99D-16D7-448B-BDDA-539AE3A12A9B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61" name="Groupe 42">
                <a:extLst>
                  <a:ext uri="{FF2B5EF4-FFF2-40B4-BE49-F238E27FC236}">
                    <a16:creationId xmlns:a16="http://schemas.microsoft.com/office/drawing/2014/main" id="{7C129DEE-B2C9-4A22-A547-C38C572BAF6E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69" name="Organigramme : Terminateur 12">
                  <a:extLst>
                    <a:ext uri="{FF2B5EF4-FFF2-40B4-BE49-F238E27FC236}">
                      <a16:creationId xmlns:a16="http://schemas.microsoft.com/office/drawing/2014/main" id="{4814DEC6-B57D-4F0B-B3AA-466DAC736707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0" name="Organigramme : Processus 64">
                  <a:extLst>
                    <a:ext uri="{FF2B5EF4-FFF2-40B4-BE49-F238E27FC236}">
                      <a16:creationId xmlns:a16="http://schemas.microsoft.com/office/drawing/2014/main" id="{C91E3A58-96D1-45B8-A5A9-0AE7CAE92CA6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62" name="Groupe 45">
                <a:extLst>
                  <a:ext uri="{FF2B5EF4-FFF2-40B4-BE49-F238E27FC236}">
                    <a16:creationId xmlns:a16="http://schemas.microsoft.com/office/drawing/2014/main" id="{7E00CDD7-B2B6-4A61-BF1E-7750B3057416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67" name="Forme libre 61">
                  <a:extLst>
                    <a:ext uri="{FF2B5EF4-FFF2-40B4-BE49-F238E27FC236}">
                      <a16:creationId xmlns:a16="http://schemas.microsoft.com/office/drawing/2014/main" id="{8DE192C0-BFCA-4AC4-B346-C210EEF60231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68" name="Forme libre 62">
                  <a:extLst>
                    <a:ext uri="{FF2B5EF4-FFF2-40B4-BE49-F238E27FC236}">
                      <a16:creationId xmlns:a16="http://schemas.microsoft.com/office/drawing/2014/main" id="{40404188-7106-4033-8D17-CD84522958CB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63" name="Groupe 46">
                <a:extLst>
                  <a:ext uri="{FF2B5EF4-FFF2-40B4-BE49-F238E27FC236}">
                    <a16:creationId xmlns:a16="http://schemas.microsoft.com/office/drawing/2014/main" id="{4DCC7811-D0D6-4C6E-BE96-D396E43AF3FC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64" name="Connecteur droit 57">
                  <a:extLst>
                    <a:ext uri="{FF2B5EF4-FFF2-40B4-BE49-F238E27FC236}">
                      <a16:creationId xmlns:a16="http://schemas.microsoft.com/office/drawing/2014/main" id="{B6FA1654-8FDA-48F2-88A4-24743A32FF14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54D1D730-EB0B-44AE-9691-DE3D0B79287C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887BABB3-2D46-4E63-B4D8-F0A57054B587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الشامل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2BCD3E07-8248-423D-97B8-B4DA14760C64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59" name="Arrondir un rectangle avec un coin du même côté 1">
                <a:extLst>
                  <a:ext uri="{FF2B5EF4-FFF2-40B4-BE49-F238E27FC236}">
                    <a16:creationId xmlns:a16="http://schemas.microsoft.com/office/drawing/2014/main" id="{D5DC97D3-E3D2-4C09-891E-F7948992C2E2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03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60" name="Connecteur droit 41">
                <a:extLst>
                  <a:ext uri="{FF2B5EF4-FFF2-40B4-BE49-F238E27FC236}">
                    <a16:creationId xmlns:a16="http://schemas.microsoft.com/office/drawing/2014/main" id="{C69FD9AF-4323-44CB-8B4D-34985F891E3E}"/>
                  </a:ext>
                </a:extLst>
              </p:cNvPr>
              <p:cNvCxnSpPr>
                <a:stCxn id="59" idx="0"/>
                <a:endCxn id="5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1" name="Groupe 4">
            <a:extLst>
              <a:ext uri="{FF2B5EF4-FFF2-40B4-BE49-F238E27FC236}">
                <a16:creationId xmlns:a16="http://schemas.microsoft.com/office/drawing/2014/main" id="{2320BBA3-64AD-43C4-A345-22A58DC00723}"/>
              </a:ext>
            </a:extLst>
          </p:cNvPr>
          <p:cNvGrpSpPr/>
          <p:nvPr/>
        </p:nvGrpSpPr>
        <p:grpSpPr>
          <a:xfrm>
            <a:off x="340467" y="257176"/>
            <a:ext cx="6884084" cy="839126"/>
            <a:chOff x="238122" y="246725"/>
            <a:chExt cx="6729692" cy="839126"/>
          </a:xfrm>
        </p:grpSpPr>
        <p:cxnSp>
          <p:nvCxnSpPr>
            <p:cNvPr id="72" name="Connecteur droit 42">
              <a:extLst>
                <a:ext uri="{FF2B5EF4-FFF2-40B4-BE49-F238E27FC236}">
                  <a16:creationId xmlns:a16="http://schemas.microsoft.com/office/drawing/2014/main" id="{8DE3BA60-3BAF-4640-A34A-DC1C534EB31E}"/>
                </a:ext>
              </a:extLst>
            </p:cNvPr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Demi-cadre 41">
              <a:extLst>
                <a:ext uri="{FF2B5EF4-FFF2-40B4-BE49-F238E27FC236}">
                  <a16:creationId xmlns:a16="http://schemas.microsoft.com/office/drawing/2014/main" id="{8FF9D930-5F8C-4E71-951B-FD430C8C6213}"/>
                </a:ext>
              </a:extLst>
            </p:cNvPr>
            <p:cNvSpPr/>
            <p:nvPr/>
          </p:nvSpPr>
          <p:spPr>
            <a:xfrm rot="5400000">
              <a:off x="6130454" y="248491"/>
              <a:ext cx="836519" cy="838201"/>
            </a:xfrm>
            <a:prstGeom prst="halfFrame">
              <a:avLst>
                <a:gd name="adj1" fmla="val 18479"/>
                <a:gd name="adj2" fmla="val 20095"/>
              </a:avLst>
            </a:prstGeom>
            <a:solidFill>
              <a:srgbClr val="FA61A1"/>
            </a:solidFill>
            <a:ln w="6350">
              <a:solidFill>
                <a:srgbClr val="FA61A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sp>
          <p:nvSpPr>
            <p:cNvPr id="74" name="Rogner un rectangle à un seul coin 44">
              <a:extLst>
                <a:ext uri="{FF2B5EF4-FFF2-40B4-BE49-F238E27FC236}">
                  <a16:creationId xmlns:a16="http://schemas.microsoft.com/office/drawing/2014/main" id="{AB47DAFE-9351-4859-816B-2F64855544D3}"/>
                </a:ext>
              </a:extLst>
            </p:cNvPr>
            <p:cNvSpPr/>
            <p:nvPr/>
          </p:nvSpPr>
          <p:spPr>
            <a:xfrm>
              <a:off x="4515252" y="246725"/>
              <a:ext cx="1766658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التوزيع السنوي للمادة</a:t>
              </a:r>
              <a:endParaRPr lang="fr-FR" sz="800" b="1" dirty="0">
                <a:solidFill>
                  <a:schemeClr val="bg1"/>
                </a:solidFill>
                <a:latin typeface="Sakkal Majalla" panose="02000000000000000000" pitchFamily="2" charset="-78"/>
                <a:ea typeface="Tahoma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75" name="Rogner un rectangle à un seul coin 30">
              <a:extLst>
                <a:ext uri="{FF2B5EF4-FFF2-40B4-BE49-F238E27FC236}">
                  <a16:creationId xmlns:a16="http://schemas.microsoft.com/office/drawing/2014/main" id="{F6A1932E-B4F1-4BA3-AD7E-69CA1B727069}"/>
                </a:ext>
              </a:extLst>
            </p:cNvPr>
            <p:cNvSpPr/>
            <p:nvPr/>
          </p:nvSpPr>
          <p:spPr>
            <a:xfrm flipH="1">
              <a:off x="2615209" y="246725"/>
              <a:ext cx="1766658" cy="381000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المستوى </a:t>
              </a:r>
              <a:r>
                <a:rPr lang="ar-MA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:</a:t>
              </a:r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الأولى متوسط</a:t>
              </a:r>
              <a:endParaRPr lang="fr-FR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76" name="Rectangle à coins arrondis 10">
              <a:extLst>
                <a:ext uri="{FF2B5EF4-FFF2-40B4-BE49-F238E27FC236}">
                  <a16:creationId xmlns:a16="http://schemas.microsoft.com/office/drawing/2014/main" id="{88849E95-2B61-442A-9AAE-D6A2B31A382E}"/>
                </a:ext>
              </a:extLst>
            </p:cNvPr>
            <p:cNvSpPr/>
            <p:nvPr/>
          </p:nvSpPr>
          <p:spPr>
            <a:xfrm>
              <a:off x="238122" y="257176"/>
              <a:ext cx="2271227" cy="381000"/>
            </a:xfrm>
            <a:prstGeom prst="roundRect">
              <a:avLst>
                <a:gd name="adj" fmla="val 50000"/>
              </a:avLst>
            </a:prstGeom>
            <a:solidFill>
              <a:srgbClr val="D50054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السنة الدراسية: 2023 - 2024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738576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/>
          <p:cNvGraphicFramePr>
            <a:graphicFrameLocks noGrp="1"/>
          </p:cNvGraphicFramePr>
          <p:nvPr/>
        </p:nvGraphicFramePr>
        <p:xfrm>
          <a:off x="340471" y="1221841"/>
          <a:ext cx="6884081" cy="8198292"/>
        </p:xfrm>
        <a:graphic>
          <a:graphicData uri="http://schemas.openxmlformats.org/drawingml/2006/table">
            <a:tbl>
              <a:tblPr rtl="1" firstRow="1" firstCol="1" lastRow="1" lastCol="1" bandRow="1" bandCol="1"/>
              <a:tblGrid>
                <a:gridCol w="4113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38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04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18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9182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834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4385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827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15532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</a:t>
                      </a:r>
                      <a:endParaRPr lang="fr-FR" sz="13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الشهر</a:t>
                      </a:r>
                      <a:endParaRPr lang="fr-FR" sz="130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الأسبـــوع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رقم الوحدة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الوحدة التعليمية 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التقويم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25">
                <a:tc rowSpan="1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الأول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سبتمبر</a:t>
                      </a:r>
                      <a:endParaRPr lang="fr-FR" sz="13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تقديـــم البرنـامــج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1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تقويــم تشخيصــــي</a:t>
                      </a:r>
                      <a:endParaRPr lang="fr-FR" sz="1200" b="1" dirty="0">
                        <a:solidFill>
                          <a:srgbClr val="002060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191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أكتوبر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9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200" b="1" dirty="0"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نوفمبر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06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07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0137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Times New Roman"/>
                        <a:ea typeface="Times New Roman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7365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Times New Roman"/>
                        <a:ea typeface="Times New Roman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8125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ديسمبر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الفصل الأول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en-US" sz="12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474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F2F2F2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13</a:t>
                      </a:r>
                      <a:endParaRPr lang="fr-FR" sz="1400" b="1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8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عطلــــــــــــــــــــــــــــــــــة  الشتـــــــــــاء</a:t>
                      </a:r>
                      <a:endParaRPr lang="fr-FR" sz="16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 dirty="0"/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4742">
                <a:tc rowSpan="1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الثاني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D6D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F2F2F2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14</a:t>
                      </a:r>
                      <a:endParaRPr lang="fr-FR" sz="1400" b="1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/>
                </a:tc>
                <a:tc gridSpan="3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جانفي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9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16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17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فيفري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342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مارس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الفصــل الثانــــــي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8474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2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26</a:t>
                      </a:r>
                      <a:endParaRPr lang="fr-FR" sz="12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8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عطلــــــــــــــــــــــــــــــــــة  الربيــــــــــع</a:t>
                      </a:r>
                      <a:endParaRPr lang="fr-FR" sz="16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 dirty="0"/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84742">
                <a:tc row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الثالث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27</a:t>
                      </a:r>
                      <a:endParaRPr lang="fr-FR" sz="14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/>
                </a:tc>
                <a:tc gridSpan="3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kern="1200" dirty="0">
                          <a:solidFill>
                            <a:schemeClr val="tx1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أفريل</a:t>
                      </a:r>
                      <a:endParaRPr lang="fr-FR" sz="1300" b="1" kern="1200" dirty="0">
                        <a:solidFill>
                          <a:schemeClr val="tx1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7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en-US" sz="1100" b="1" dirty="0">
                          <a:solidFill>
                            <a:srgbClr val="C00000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ماي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الفصــل الأخــيـــــــر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7" name="Rectangle 6"/>
          <p:cNvSpPr/>
          <p:nvPr/>
        </p:nvSpPr>
        <p:spPr>
          <a:xfrm>
            <a:off x="442580" y="9504206"/>
            <a:ext cx="6678398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/>
            <a:r>
              <a:rPr lang="ar-DZ" sz="1500" b="1" dirty="0">
                <a:solidFill>
                  <a:srgbClr val="87435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الأستاذ(ة)                                                                                    المدير(ة)                                                                            مفتش(ة) المادة</a:t>
            </a:r>
            <a:endParaRPr lang="fr-FR" sz="1500" b="1" dirty="0">
              <a:solidFill>
                <a:srgbClr val="87435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62AFE42-BFB2-42E5-A149-5C35771DEF16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55" name="Groupe 39">
              <a:extLst>
                <a:ext uri="{FF2B5EF4-FFF2-40B4-BE49-F238E27FC236}">
                  <a16:creationId xmlns:a16="http://schemas.microsoft.com/office/drawing/2014/main" id="{FCE4C99D-16D7-448B-BDDA-539AE3A12A9B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61" name="Groupe 42">
                <a:extLst>
                  <a:ext uri="{FF2B5EF4-FFF2-40B4-BE49-F238E27FC236}">
                    <a16:creationId xmlns:a16="http://schemas.microsoft.com/office/drawing/2014/main" id="{7C129DEE-B2C9-4A22-A547-C38C572BAF6E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69" name="Organigramme : Terminateur 12">
                  <a:extLst>
                    <a:ext uri="{FF2B5EF4-FFF2-40B4-BE49-F238E27FC236}">
                      <a16:creationId xmlns:a16="http://schemas.microsoft.com/office/drawing/2014/main" id="{4814DEC6-B57D-4F0B-B3AA-466DAC736707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0" name="Organigramme : Processus 64">
                  <a:extLst>
                    <a:ext uri="{FF2B5EF4-FFF2-40B4-BE49-F238E27FC236}">
                      <a16:creationId xmlns:a16="http://schemas.microsoft.com/office/drawing/2014/main" id="{C91E3A58-96D1-45B8-A5A9-0AE7CAE92CA6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62" name="Groupe 45">
                <a:extLst>
                  <a:ext uri="{FF2B5EF4-FFF2-40B4-BE49-F238E27FC236}">
                    <a16:creationId xmlns:a16="http://schemas.microsoft.com/office/drawing/2014/main" id="{7E00CDD7-B2B6-4A61-BF1E-7750B3057416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67" name="Forme libre 61">
                  <a:extLst>
                    <a:ext uri="{FF2B5EF4-FFF2-40B4-BE49-F238E27FC236}">
                      <a16:creationId xmlns:a16="http://schemas.microsoft.com/office/drawing/2014/main" id="{8DE192C0-BFCA-4AC4-B346-C210EEF60231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68" name="Forme libre 62">
                  <a:extLst>
                    <a:ext uri="{FF2B5EF4-FFF2-40B4-BE49-F238E27FC236}">
                      <a16:creationId xmlns:a16="http://schemas.microsoft.com/office/drawing/2014/main" id="{40404188-7106-4033-8D17-CD84522958CB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63" name="Groupe 46">
                <a:extLst>
                  <a:ext uri="{FF2B5EF4-FFF2-40B4-BE49-F238E27FC236}">
                    <a16:creationId xmlns:a16="http://schemas.microsoft.com/office/drawing/2014/main" id="{4DCC7811-D0D6-4C6E-BE96-D396E43AF3FC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64" name="Connecteur droit 57">
                  <a:extLst>
                    <a:ext uri="{FF2B5EF4-FFF2-40B4-BE49-F238E27FC236}">
                      <a16:creationId xmlns:a16="http://schemas.microsoft.com/office/drawing/2014/main" id="{B6FA1654-8FDA-48F2-88A4-24743A32FF14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54D1D730-EB0B-44AE-9691-DE3D0B79287C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887BABB3-2D46-4E63-B4D8-F0A57054B587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الشامل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2BCD3E07-8248-423D-97B8-B4DA14760C64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59" name="Arrondir un rectangle avec un coin du même côté 1">
                <a:extLst>
                  <a:ext uri="{FF2B5EF4-FFF2-40B4-BE49-F238E27FC236}">
                    <a16:creationId xmlns:a16="http://schemas.microsoft.com/office/drawing/2014/main" id="{D5DC97D3-E3D2-4C09-891E-F7948992C2E2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04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60" name="Connecteur droit 41">
                <a:extLst>
                  <a:ext uri="{FF2B5EF4-FFF2-40B4-BE49-F238E27FC236}">
                    <a16:creationId xmlns:a16="http://schemas.microsoft.com/office/drawing/2014/main" id="{C69FD9AF-4323-44CB-8B4D-34985F891E3E}"/>
                  </a:ext>
                </a:extLst>
              </p:cNvPr>
              <p:cNvCxnSpPr>
                <a:stCxn id="59" idx="0"/>
                <a:endCxn id="5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1" name="Groupe 4">
            <a:extLst>
              <a:ext uri="{FF2B5EF4-FFF2-40B4-BE49-F238E27FC236}">
                <a16:creationId xmlns:a16="http://schemas.microsoft.com/office/drawing/2014/main" id="{2320BBA3-64AD-43C4-A345-22A58DC00723}"/>
              </a:ext>
            </a:extLst>
          </p:cNvPr>
          <p:cNvGrpSpPr/>
          <p:nvPr/>
        </p:nvGrpSpPr>
        <p:grpSpPr>
          <a:xfrm>
            <a:off x="340467" y="257176"/>
            <a:ext cx="6884084" cy="839126"/>
            <a:chOff x="238122" y="246725"/>
            <a:chExt cx="6729692" cy="839126"/>
          </a:xfrm>
        </p:grpSpPr>
        <p:cxnSp>
          <p:nvCxnSpPr>
            <p:cNvPr id="72" name="Connecteur droit 42">
              <a:extLst>
                <a:ext uri="{FF2B5EF4-FFF2-40B4-BE49-F238E27FC236}">
                  <a16:creationId xmlns:a16="http://schemas.microsoft.com/office/drawing/2014/main" id="{8DE3BA60-3BAF-4640-A34A-DC1C534EB31E}"/>
                </a:ext>
              </a:extLst>
            </p:cNvPr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Demi-cadre 41">
              <a:extLst>
                <a:ext uri="{FF2B5EF4-FFF2-40B4-BE49-F238E27FC236}">
                  <a16:creationId xmlns:a16="http://schemas.microsoft.com/office/drawing/2014/main" id="{8FF9D930-5F8C-4E71-951B-FD430C8C6213}"/>
                </a:ext>
              </a:extLst>
            </p:cNvPr>
            <p:cNvSpPr/>
            <p:nvPr/>
          </p:nvSpPr>
          <p:spPr>
            <a:xfrm rot="5400000">
              <a:off x="6130454" y="248491"/>
              <a:ext cx="836519" cy="838201"/>
            </a:xfrm>
            <a:prstGeom prst="halfFrame">
              <a:avLst>
                <a:gd name="adj1" fmla="val 18479"/>
                <a:gd name="adj2" fmla="val 20095"/>
              </a:avLst>
            </a:prstGeom>
            <a:solidFill>
              <a:srgbClr val="FA61A1"/>
            </a:solidFill>
            <a:ln w="6350">
              <a:solidFill>
                <a:srgbClr val="FA61A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sp>
          <p:nvSpPr>
            <p:cNvPr id="74" name="Rogner un rectangle à un seul coin 44">
              <a:extLst>
                <a:ext uri="{FF2B5EF4-FFF2-40B4-BE49-F238E27FC236}">
                  <a16:creationId xmlns:a16="http://schemas.microsoft.com/office/drawing/2014/main" id="{AB47DAFE-9351-4859-816B-2F64855544D3}"/>
                </a:ext>
              </a:extLst>
            </p:cNvPr>
            <p:cNvSpPr/>
            <p:nvPr/>
          </p:nvSpPr>
          <p:spPr>
            <a:xfrm>
              <a:off x="4515252" y="246725"/>
              <a:ext cx="1766658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التوزيع السنوي للمادة</a:t>
              </a:r>
              <a:endParaRPr lang="fr-FR" sz="800" b="1" dirty="0">
                <a:solidFill>
                  <a:schemeClr val="bg1"/>
                </a:solidFill>
                <a:latin typeface="Sakkal Majalla" panose="02000000000000000000" pitchFamily="2" charset="-78"/>
                <a:ea typeface="Tahoma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75" name="Rogner un rectangle à un seul coin 30">
              <a:extLst>
                <a:ext uri="{FF2B5EF4-FFF2-40B4-BE49-F238E27FC236}">
                  <a16:creationId xmlns:a16="http://schemas.microsoft.com/office/drawing/2014/main" id="{F6A1932E-B4F1-4BA3-AD7E-69CA1B727069}"/>
                </a:ext>
              </a:extLst>
            </p:cNvPr>
            <p:cNvSpPr/>
            <p:nvPr/>
          </p:nvSpPr>
          <p:spPr>
            <a:xfrm flipH="1">
              <a:off x="2615209" y="246725"/>
              <a:ext cx="1766658" cy="381000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المستوى </a:t>
              </a:r>
              <a:r>
                <a:rPr lang="ar-MA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:</a:t>
              </a:r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الثانية متوسط</a:t>
              </a:r>
              <a:endParaRPr lang="fr-FR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76" name="Rectangle à coins arrondis 10">
              <a:extLst>
                <a:ext uri="{FF2B5EF4-FFF2-40B4-BE49-F238E27FC236}">
                  <a16:creationId xmlns:a16="http://schemas.microsoft.com/office/drawing/2014/main" id="{88849E95-2B61-442A-9AAE-D6A2B31A382E}"/>
                </a:ext>
              </a:extLst>
            </p:cNvPr>
            <p:cNvSpPr/>
            <p:nvPr/>
          </p:nvSpPr>
          <p:spPr>
            <a:xfrm>
              <a:off x="238122" y="257176"/>
              <a:ext cx="2271227" cy="381000"/>
            </a:xfrm>
            <a:prstGeom prst="roundRect">
              <a:avLst>
                <a:gd name="adj" fmla="val 50000"/>
              </a:avLst>
            </a:prstGeom>
            <a:solidFill>
              <a:srgbClr val="D50054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السنة الدراسية: 2023 - 2024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7388998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/>
          <p:cNvGraphicFramePr>
            <a:graphicFrameLocks noGrp="1"/>
          </p:cNvGraphicFramePr>
          <p:nvPr/>
        </p:nvGraphicFramePr>
        <p:xfrm>
          <a:off x="340471" y="1221841"/>
          <a:ext cx="6884081" cy="8198292"/>
        </p:xfrm>
        <a:graphic>
          <a:graphicData uri="http://schemas.openxmlformats.org/drawingml/2006/table">
            <a:tbl>
              <a:tblPr rtl="1" firstRow="1" firstCol="1" lastRow="1" lastCol="1" bandRow="1" bandCol="1"/>
              <a:tblGrid>
                <a:gridCol w="4113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38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04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18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9182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834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4385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827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15532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</a:t>
                      </a:r>
                      <a:endParaRPr lang="fr-FR" sz="13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الشهر</a:t>
                      </a:r>
                      <a:endParaRPr lang="fr-FR" sz="130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الأسبـــوع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رقم الوحدة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الوحدة التعليمية 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التقويم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25">
                <a:tc rowSpan="1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الأول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سبتمبر</a:t>
                      </a:r>
                      <a:endParaRPr lang="fr-FR" sz="13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تقديـــم البرنـامــج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1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تقويــم تشخيصــــي</a:t>
                      </a:r>
                      <a:endParaRPr lang="fr-FR" sz="1200" b="1" dirty="0">
                        <a:solidFill>
                          <a:srgbClr val="002060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191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أكتوبر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9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200" b="1" dirty="0"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نوفمبر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06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07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0137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Times New Roman"/>
                        <a:ea typeface="Times New Roman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7365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Times New Roman"/>
                        <a:ea typeface="Times New Roman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8125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ديسمبر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الفصل الأول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en-US" sz="12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474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F2F2F2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13</a:t>
                      </a:r>
                      <a:endParaRPr lang="fr-FR" sz="1400" b="1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8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عطلــــــــــــــــــــــــــــــــــة  الشتـــــــــــاء</a:t>
                      </a:r>
                      <a:endParaRPr lang="fr-FR" sz="16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 dirty="0"/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4742">
                <a:tc rowSpan="1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الثاني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D6D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F2F2F2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14</a:t>
                      </a:r>
                      <a:endParaRPr lang="fr-FR" sz="1400" b="1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/>
                </a:tc>
                <a:tc gridSpan="3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جانفي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9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16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17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فيفري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342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مارس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الفصــل الثانــــــي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8474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2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26</a:t>
                      </a:r>
                      <a:endParaRPr lang="fr-FR" sz="12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8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عطلــــــــــــــــــــــــــــــــــة  الربيــــــــــع</a:t>
                      </a:r>
                      <a:endParaRPr lang="fr-FR" sz="16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 dirty="0"/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84742">
                <a:tc row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الثالث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27</a:t>
                      </a:r>
                      <a:endParaRPr lang="fr-FR" sz="14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/>
                </a:tc>
                <a:tc gridSpan="3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kern="1200" dirty="0">
                          <a:solidFill>
                            <a:schemeClr val="tx1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أفريل</a:t>
                      </a:r>
                      <a:endParaRPr lang="fr-FR" sz="1300" b="1" kern="1200" dirty="0">
                        <a:solidFill>
                          <a:schemeClr val="tx1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7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en-US" sz="1100" b="1" dirty="0">
                          <a:solidFill>
                            <a:srgbClr val="C00000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ماي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الفصــل الأخــيـــــــر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7" name="Rectangle 6"/>
          <p:cNvSpPr/>
          <p:nvPr/>
        </p:nvSpPr>
        <p:spPr>
          <a:xfrm>
            <a:off x="442580" y="9504206"/>
            <a:ext cx="6678398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/>
            <a:r>
              <a:rPr lang="ar-DZ" sz="1500" b="1" dirty="0">
                <a:solidFill>
                  <a:srgbClr val="87435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الأستاذ(ة)                                                                                    المدير(ة)                                                                            مفتش(ة) المادة</a:t>
            </a:r>
            <a:endParaRPr lang="fr-FR" sz="1500" b="1" dirty="0">
              <a:solidFill>
                <a:srgbClr val="87435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62AFE42-BFB2-42E5-A149-5C35771DEF16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55" name="Groupe 39">
              <a:extLst>
                <a:ext uri="{FF2B5EF4-FFF2-40B4-BE49-F238E27FC236}">
                  <a16:creationId xmlns:a16="http://schemas.microsoft.com/office/drawing/2014/main" id="{FCE4C99D-16D7-448B-BDDA-539AE3A12A9B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61" name="Groupe 42">
                <a:extLst>
                  <a:ext uri="{FF2B5EF4-FFF2-40B4-BE49-F238E27FC236}">
                    <a16:creationId xmlns:a16="http://schemas.microsoft.com/office/drawing/2014/main" id="{7C129DEE-B2C9-4A22-A547-C38C572BAF6E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69" name="Organigramme : Terminateur 12">
                  <a:extLst>
                    <a:ext uri="{FF2B5EF4-FFF2-40B4-BE49-F238E27FC236}">
                      <a16:creationId xmlns:a16="http://schemas.microsoft.com/office/drawing/2014/main" id="{4814DEC6-B57D-4F0B-B3AA-466DAC736707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0" name="Organigramme : Processus 64">
                  <a:extLst>
                    <a:ext uri="{FF2B5EF4-FFF2-40B4-BE49-F238E27FC236}">
                      <a16:creationId xmlns:a16="http://schemas.microsoft.com/office/drawing/2014/main" id="{C91E3A58-96D1-45B8-A5A9-0AE7CAE92CA6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62" name="Groupe 45">
                <a:extLst>
                  <a:ext uri="{FF2B5EF4-FFF2-40B4-BE49-F238E27FC236}">
                    <a16:creationId xmlns:a16="http://schemas.microsoft.com/office/drawing/2014/main" id="{7E00CDD7-B2B6-4A61-BF1E-7750B3057416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67" name="Forme libre 61">
                  <a:extLst>
                    <a:ext uri="{FF2B5EF4-FFF2-40B4-BE49-F238E27FC236}">
                      <a16:creationId xmlns:a16="http://schemas.microsoft.com/office/drawing/2014/main" id="{8DE192C0-BFCA-4AC4-B346-C210EEF60231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68" name="Forme libre 62">
                  <a:extLst>
                    <a:ext uri="{FF2B5EF4-FFF2-40B4-BE49-F238E27FC236}">
                      <a16:creationId xmlns:a16="http://schemas.microsoft.com/office/drawing/2014/main" id="{40404188-7106-4033-8D17-CD84522958CB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63" name="Groupe 46">
                <a:extLst>
                  <a:ext uri="{FF2B5EF4-FFF2-40B4-BE49-F238E27FC236}">
                    <a16:creationId xmlns:a16="http://schemas.microsoft.com/office/drawing/2014/main" id="{4DCC7811-D0D6-4C6E-BE96-D396E43AF3FC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64" name="Connecteur droit 57">
                  <a:extLst>
                    <a:ext uri="{FF2B5EF4-FFF2-40B4-BE49-F238E27FC236}">
                      <a16:creationId xmlns:a16="http://schemas.microsoft.com/office/drawing/2014/main" id="{B6FA1654-8FDA-48F2-88A4-24743A32FF14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54D1D730-EB0B-44AE-9691-DE3D0B79287C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887BABB3-2D46-4E63-B4D8-F0A57054B587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الشامل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2BCD3E07-8248-423D-97B8-B4DA14760C64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59" name="Arrondir un rectangle avec un coin du même côté 1">
                <a:extLst>
                  <a:ext uri="{FF2B5EF4-FFF2-40B4-BE49-F238E27FC236}">
                    <a16:creationId xmlns:a16="http://schemas.microsoft.com/office/drawing/2014/main" id="{D5DC97D3-E3D2-4C09-891E-F7948992C2E2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05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60" name="Connecteur droit 41">
                <a:extLst>
                  <a:ext uri="{FF2B5EF4-FFF2-40B4-BE49-F238E27FC236}">
                    <a16:creationId xmlns:a16="http://schemas.microsoft.com/office/drawing/2014/main" id="{C69FD9AF-4323-44CB-8B4D-34985F891E3E}"/>
                  </a:ext>
                </a:extLst>
              </p:cNvPr>
              <p:cNvCxnSpPr>
                <a:stCxn id="59" idx="0"/>
                <a:endCxn id="5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1" name="Groupe 4">
            <a:extLst>
              <a:ext uri="{FF2B5EF4-FFF2-40B4-BE49-F238E27FC236}">
                <a16:creationId xmlns:a16="http://schemas.microsoft.com/office/drawing/2014/main" id="{2320BBA3-64AD-43C4-A345-22A58DC00723}"/>
              </a:ext>
            </a:extLst>
          </p:cNvPr>
          <p:cNvGrpSpPr/>
          <p:nvPr/>
        </p:nvGrpSpPr>
        <p:grpSpPr>
          <a:xfrm>
            <a:off x="340467" y="257176"/>
            <a:ext cx="6884084" cy="839126"/>
            <a:chOff x="238122" y="246725"/>
            <a:chExt cx="6729692" cy="839126"/>
          </a:xfrm>
        </p:grpSpPr>
        <p:cxnSp>
          <p:nvCxnSpPr>
            <p:cNvPr id="72" name="Connecteur droit 42">
              <a:extLst>
                <a:ext uri="{FF2B5EF4-FFF2-40B4-BE49-F238E27FC236}">
                  <a16:creationId xmlns:a16="http://schemas.microsoft.com/office/drawing/2014/main" id="{8DE3BA60-3BAF-4640-A34A-DC1C534EB31E}"/>
                </a:ext>
              </a:extLst>
            </p:cNvPr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Demi-cadre 41">
              <a:extLst>
                <a:ext uri="{FF2B5EF4-FFF2-40B4-BE49-F238E27FC236}">
                  <a16:creationId xmlns:a16="http://schemas.microsoft.com/office/drawing/2014/main" id="{8FF9D930-5F8C-4E71-951B-FD430C8C6213}"/>
                </a:ext>
              </a:extLst>
            </p:cNvPr>
            <p:cNvSpPr/>
            <p:nvPr/>
          </p:nvSpPr>
          <p:spPr>
            <a:xfrm rot="5400000">
              <a:off x="6130454" y="248491"/>
              <a:ext cx="836519" cy="838201"/>
            </a:xfrm>
            <a:prstGeom prst="halfFrame">
              <a:avLst>
                <a:gd name="adj1" fmla="val 18479"/>
                <a:gd name="adj2" fmla="val 20095"/>
              </a:avLst>
            </a:prstGeom>
            <a:solidFill>
              <a:srgbClr val="FA61A1"/>
            </a:solidFill>
            <a:ln w="6350">
              <a:solidFill>
                <a:srgbClr val="FA61A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sp>
          <p:nvSpPr>
            <p:cNvPr id="74" name="Rogner un rectangle à un seul coin 44">
              <a:extLst>
                <a:ext uri="{FF2B5EF4-FFF2-40B4-BE49-F238E27FC236}">
                  <a16:creationId xmlns:a16="http://schemas.microsoft.com/office/drawing/2014/main" id="{AB47DAFE-9351-4859-816B-2F64855544D3}"/>
                </a:ext>
              </a:extLst>
            </p:cNvPr>
            <p:cNvSpPr/>
            <p:nvPr/>
          </p:nvSpPr>
          <p:spPr>
            <a:xfrm>
              <a:off x="4515252" y="246725"/>
              <a:ext cx="1766658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التوزيع السنوي للمادة</a:t>
              </a:r>
              <a:endParaRPr lang="fr-FR" sz="800" b="1" dirty="0">
                <a:solidFill>
                  <a:schemeClr val="bg1"/>
                </a:solidFill>
                <a:latin typeface="Sakkal Majalla" panose="02000000000000000000" pitchFamily="2" charset="-78"/>
                <a:ea typeface="Tahoma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75" name="Rogner un rectangle à un seul coin 30">
              <a:extLst>
                <a:ext uri="{FF2B5EF4-FFF2-40B4-BE49-F238E27FC236}">
                  <a16:creationId xmlns:a16="http://schemas.microsoft.com/office/drawing/2014/main" id="{F6A1932E-B4F1-4BA3-AD7E-69CA1B727069}"/>
                </a:ext>
              </a:extLst>
            </p:cNvPr>
            <p:cNvSpPr/>
            <p:nvPr/>
          </p:nvSpPr>
          <p:spPr>
            <a:xfrm flipH="1">
              <a:off x="2615209" y="246725"/>
              <a:ext cx="1766658" cy="381000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المستوى </a:t>
              </a:r>
              <a:r>
                <a:rPr lang="ar-MA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:</a:t>
              </a:r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الثالثة متوسط</a:t>
              </a:r>
              <a:endParaRPr lang="fr-FR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76" name="Rectangle à coins arrondis 10">
              <a:extLst>
                <a:ext uri="{FF2B5EF4-FFF2-40B4-BE49-F238E27FC236}">
                  <a16:creationId xmlns:a16="http://schemas.microsoft.com/office/drawing/2014/main" id="{88849E95-2B61-442A-9AAE-D6A2B31A382E}"/>
                </a:ext>
              </a:extLst>
            </p:cNvPr>
            <p:cNvSpPr/>
            <p:nvPr/>
          </p:nvSpPr>
          <p:spPr>
            <a:xfrm>
              <a:off x="238122" y="257176"/>
              <a:ext cx="2271227" cy="381000"/>
            </a:xfrm>
            <a:prstGeom prst="roundRect">
              <a:avLst>
                <a:gd name="adj" fmla="val 50000"/>
              </a:avLst>
            </a:prstGeom>
            <a:solidFill>
              <a:srgbClr val="D50054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السنة الدراسية: 2023 - 2024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522690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/>
          <p:cNvGraphicFramePr>
            <a:graphicFrameLocks noGrp="1"/>
          </p:cNvGraphicFramePr>
          <p:nvPr/>
        </p:nvGraphicFramePr>
        <p:xfrm>
          <a:off x="340471" y="1221841"/>
          <a:ext cx="6884081" cy="8198292"/>
        </p:xfrm>
        <a:graphic>
          <a:graphicData uri="http://schemas.openxmlformats.org/drawingml/2006/table">
            <a:tbl>
              <a:tblPr rtl="1" firstRow="1" firstCol="1" lastRow="1" lastCol="1" bandRow="1" bandCol="1"/>
              <a:tblGrid>
                <a:gridCol w="4113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38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04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18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9182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834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4385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827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15532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</a:t>
                      </a:r>
                      <a:endParaRPr lang="fr-FR" sz="13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الشهر</a:t>
                      </a:r>
                      <a:endParaRPr lang="fr-FR" sz="130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الأسبـــوع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رقم الوحدة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الوحدة التعليمية 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التقويم</a:t>
                      </a:r>
                      <a:endParaRPr lang="fr-FR" sz="13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125">
                <a:tc rowSpan="1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الأول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سبتمبر</a:t>
                      </a:r>
                      <a:endParaRPr lang="fr-FR" sz="13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تقديـــم البرنـامــج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1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تقويــم تشخيصــــي</a:t>
                      </a:r>
                      <a:endParaRPr lang="fr-FR" sz="1200" b="1" dirty="0">
                        <a:solidFill>
                          <a:srgbClr val="002060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191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أكتوبر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9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200" b="1" dirty="0"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نوفمبر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06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07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0137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Times New Roman"/>
                        <a:ea typeface="Times New Roman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7365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09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Times New Roman"/>
                        <a:ea typeface="Times New Roman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8125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ديسمبر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الفصل الأول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en-US" sz="12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474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F2F2F2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13</a:t>
                      </a:r>
                      <a:endParaRPr lang="fr-FR" sz="1400" b="1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8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عطلــــــــــــــــــــــــــــــــــة  الشتـــــــــــاء</a:t>
                      </a:r>
                      <a:endParaRPr lang="fr-FR" sz="16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 dirty="0"/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4742">
                <a:tc rowSpan="1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الثاني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D6D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F2F2F2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14</a:t>
                      </a:r>
                      <a:endParaRPr lang="fr-FR" sz="1400" b="1" dirty="0">
                        <a:solidFill>
                          <a:srgbClr val="F2F2F2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/>
                </a:tc>
                <a:tc gridSpan="3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جانفي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9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16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17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فيفري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19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342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مارس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الفصــل الثانــــــي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8474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2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26</a:t>
                      </a:r>
                      <a:endParaRPr lang="fr-FR" sz="12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200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 gridSpan="3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ar-DZ" sz="18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عطلــــــــــــــــــــــــــــــــــة  الربيــــــــــع</a:t>
                      </a:r>
                      <a:endParaRPr lang="fr-FR" sz="16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 dirty="0"/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84742">
                <a:tc row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6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الفصل الثالث</a:t>
                      </a:r>
                      <a:endParaRPr lang="fr-FR" sz="105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vert="vert27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2D4356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27</a:t>
                      </a:r>
                      <a:endParaRPr lang="fr-FR" sz="1400" b="1" dirty="0">
                        <a:solidFill>
                          <a:srgbClr val="2D4356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vMerge="1"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/>
                </a:tc>
                <a:tc gridSpan="3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kern="1200" dirty="0">
                          <a:solidFill>
                            <a:schemeClr val="tx1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أفريل</a:t>
                      </a:r>
                      <a:endParaRPr lang="fr-FR" sz="1300" b="1" kern="1200" dirty="0">
                        <a:solidFill>
                          <a:schemeClr val="tx1"/>
                        </a:solidFill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28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7"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r>
                        <a:rPr lang="en-US" sz="1100" b="1" dirty="0">
                          <a:solidFill>
                            <a:srgbClr val="C00000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 </a:t>
                      </a: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D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29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30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31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52192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300" b="1" dirty="0"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ماي</a:t>
                      </a: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32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31174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3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FFE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33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indent="72390" algn="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34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57810" indent="-257810" algn="ctr" rtl="1">
                        <a:spcBef>
                          <a:spcPts val="100"/>
                        </a:spcBef>
                        <a:spcAft>
                          <a:spcPts val="100"/>
                        </a:spcAft>
                      </a:pPr>
                      <a:endParaRPr lang="fr-FR" sz="1200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977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DZ" sz="1400" b="1" dirty="0">
                          <a:solidFill>
                            <a:srgbClr val="1F497D"/>
                          </a:solidFill>
                          <a:effectLst/>
                          <a:latin typeface="Sakkal Majalla" panose="02000000000000000000" pitchFamily="2" charset="-78"/>
                          <a:ea typeface="Times New Roman"/>
                          <a:cs typeface="Sakkal Majalla" panose="02000000000000000000" pitchFamily="2" charset="-78"/>
                        </a:rPr>
                        <a:t>35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50" dirty="0">
                        <a:effectLst/>
                        <a:latin typeface="Sakkal Majalla" panose="02000000000000000000" pitchFamily="2" charset="-78"/>
                        <a:ea typeface="Calibri" panose="020F0502020204030204" pitchFamily="34" charset="0"/>
                        <a:cs typeface="Sakkal Majalla" panose="02000000000000000000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400" b="1" dirty="0">
                          <a:solidFill>
                            <a:srgbClr val="002060"/>
                          </a:solidFill>
                          <a:effectLst/>
                          <a:latin typeface="Sakkal Majalla" panose="02000000000000000000" pitchFamily="2" charset="-78"/>
                          <a:ea typeface="Arial Unicode MS"/>
                          <a:cs typeface="Sakkal Majalla" panose="02000000000000000000" pitchFamily="2" charset="-78"/>
                        </a:rPr>
                        <a:t>اختبــــــــــــــــــــــــــارات الفصــل الأخــيـــــــر</a:t>
                      </a:r>
                      <a:endParaRPr lang="fr-FR" sz="1400" b="1" dirty="0">
                        <a:effectLst/>
                        <a:latin typeface="Sakkal Majalla" panose="02000000000000000000" pitchFamily="2" charset="-78"/>
                        <a:ea typeface="Times New Roman"/>
                        <a:cs typeface="Sakkal Majalla" panose="02000000000000000000" pitchFamily="2" charset="-78"/>
                      </a:endParaRPr>
                    </a:p>
                  </a:txBody>
                  <a:tcPr marL="11880" marR="118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7" name="Rectangle 6"/>
          <p:cNvSpPr/>
          <p:nvPr/>
        </p:nvSpPr>
        <p:spPr>
          <a:xfrm>
            <a:off x="442580" y="9504206"/>
            <a:ext cx="6678398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/>
            <a:r>
              <a:rPr lang="ar-DZ" sz="1500" b="1" dirty="0">
                <a:solidFill>
                  <a:srgbClr val="87435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الأستاذ(ة)                                                                                    المدير(ة)                                                                            مفتش(ة) المادة</a:t>
            </a:r>
            <a:endParaRPr lang="fr-FR" sz="1500" b="1" dirty="0">
              <a:solidFill>
                <a:srgbClr val="87435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62AFE42-BFB2-42E5-A149-5C35771DEF16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55" name="Groupe 39">
              <a:extLst>
                <a:ext uri="{FF2B5EF4-FFF2-40B4-BE49-F238E27FC236}">
                  <a16:creationId xmlns:a16="http://schemas.microsoft.com/office/drawing/2014/main" id="{FCE4C99D-16D7-448B-BDDA-539AE3A12A9B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61" name="Groupe 42">
                <a:extLst>
                  <a:ext uri="{FF2B5EF4-FFF2-40B4-BE49-F238E27FC236}">
                    <a16:creationId xmlns:a16="http://schemas.microsoft.com/office/drawing/2014/main" id="{7C129DEE-B2C9-4A22-A547-C38C572BAF6E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69" name="Organigramme : Terminateur 12">
                  <a:extLst>
                    <a:ext uri="{FF2B5EF4-FFF2-40B4-BE49-F238E27FC236}">
                      <a16:creationId xmlns:a16="http://schemas.microsoft.com/office/drawing/2014/main" id="{4814DEC6-B57D-4F0B-B3AA-466DAC736707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0" name="Organigramme : Processus 64">
                  <a:extLst>
                    <a:ext uri="{FF2B5EF4-FFF2-40B4-BE49-F238E27FC236}">
                      <a16:creationId xmlns:a16="http://schemas.microsoft.com/office/drawing/2014/main" id="{C91E3A58-96D1-45B8-A5A9-0AE7CAE92CA6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62" name="Groupe 45">
                <a:extLst>
                  <a:ext uri="{FF2B5EF4-FFF2-40B4-BE49-F238E27FC236}">
                    <a16:creationId xmlns:a16="http://schemas.microsoft.com/office/drawing/2014/main" id="{7E00CDD7-B2B6-4A61-BF1E-7750B3057416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67" name="Forme libre 61">
                  <a:extLst>
                    <a:ext uri="{FF2B5EF4-FFF2-40B4-BE49-F238E27FC236}">
                      <a16:creationId xmlns:a16="http://schemas.microsoft.com/office/drawing/2014/main" id="{8DE192C0-BFCA-4AC4-B346-C210EEF60231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68" name="Forme libre 62">
                  <a:extLst>
                    <a:ext uri="{FF2B5EF4-FFF2-40B4-BE49-F238E27FC236}">
                      <a16:creationId xmlns:a16="http://schemas.microsoft.com/office/drawing/2014/main" id="{40404188-7106-4033-8D17-CD84522958CB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63" name="Groupe 46">
                <a:extLst>
                  <a:ext uri="{FF2B5EF4-FFF2-40B4-BE49-F238E27FC236}">
                    <a16:creationId xmlns:a16="http://schemas.microsoft.com/office/drawing/2014/main" id="{4DCC7811-D0D6-4C6E-BE96-D396E43AF3FC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64" name="Connecteur droit 57">
                  <a:extLst>
                    <a:ext uri="{FF2B5EF4-FFF2-40B4-BE49-F238E27FC236}">
                      <a16:creationId xmlns:a16="http://schemas.microsoft.com/office/drawing/2014/main" id="{B6FA1654-8FDA-48F2-88A4-24743A32FF14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54D1D730-EB0B-44AE-9691-DE3D0B79287C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887BABB3-2D46-4E63-B4D8-F0A57054B587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الشامل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2BCD3E07-8248-423D-97B8-B4DA14760C64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59" name="Arrondir un rectangle avec un coin du même côté 1">
                <a:extLst>
                  <a:ext uri="{FF2B5EF4-FFF2-40B4-BE49-F238E27FC236}">
                    <a16:creationId xmlns:a16="http://schemas.microsoft.com/office/drawing/2014/main" id="{D5DC97D3-E3D2-4C09-891E-F7948992C2E2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06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60" name="Connecteur droit 41">
                <a:extLst>
                  <a:ext uri="{FF2B5EF4-FFF2-40B4-BE49-F238E27FC236}">
                    <a16:creationId xmlns:a16="http://schemas.microsoft.com/office/drawing/2014/main" id="{C69FD9AF-4323-44CB-8B4D-34985F891E3E}"/>
                  </a:ext>
                </a:extLst>
              </p:cNvPr>
              <p:cNvCxnSpPr>
                <a:stCxn id="59" idx="0"/>
                <a:endCxn id="5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1" name="Groupe 4">
            <a:extLst>
              <a:ext uri="{FF2B5EF4-FFF2-40B4-BE49-F238E27FC236}">
                <a16:creationId xmlns:a16="http://schemas.microsoft.com/office/drawing/2014/main" id="{2320BBA3-64AD-43C4-A345-22A58DC00723}"/>
              </a:ext>
            </a:extLst>
          </p:cNvPr>
          <p:cNvGrpSpPr/>
          <p:nvPr/>
        </p:nvGrpSpPr>
        <p:grpSpPr>
          <a:xfrm>
            <a:off x="340467" y="257176"/>
            <a:ext cx="6884084" cy="839126"/>
            <a:chOff x="238122" y="246725"/>
            <a:chExt cx="6729692" cy="839126"/>
          </a:xfrm>
        </p:grpSpPr>
        <p:cxnSp>
          <p:nvCxnSpPr>
            <p:cNvPr id="72" name="Connecteur droit 42">
              <a:extLst>
                <a:ext uri="{FF2B5EF4-FFF2-40B4-BE49-F238E27FC236}">
                  <a16:creationId xmlns:a16="http://schemas.microsoft.com/office/drawing/2014/main" id="{8DE3BA60-3BAF-4640-A34A-DC1C534EB31E}"/>
                </a:ext>
              </a:extLst>
            </p:cNvPr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Demi-cadre 41">
              <a:extLst>
                <a:ext uri="{FF2B5EF4-FFF2-40B4-BE49-F238E27FC236}">
                  <a16:creationId xmlns:a16="http://schemas.microsoft.com/office/drawing/2014/main" id="{8FF9D930-5F8C-4E71-951B-FD430C8C6213}"/>
                </a:ext>
              </a:extLst>
            </p:cNvPr>
            <p:cNvSpPr/>
            <p:nvPr/>
          </p:nvSpPr>
          <p:spPr>
            <a:xfrm rot="5400000">
              <a:off x="6130454" y="248491"/>
              <a:ext cx="836519" cy="838201"/>
            </a:xfrm>
            <a:prstGeom prst="halfFrame">
              <a:avLst>
                <a:gd name="adj1" fmla="val 18479"/>
                <a:gd name="adj2" fmla="val 20095"/>
              </a:avLst>
            </a:prstGeom>
            <a:solidFill>
              <a:srgbClr val="FA61A1"/>
            </a:solidFill>
            <a:ln w="6350">
              <a:solidFill>
                <a:srgbClr val="FA61A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sp>
          <p:nvSpPr>
            <p:cNvPr id="74" name="Rogner un rectangle à un seul coin 44">
              <a:extLst>
                <a:ext uri="{FF2B5EF4-FFF2-40B4-BE49-F238E27FC236}">
                  <a16:creationId xmlns:a16="http://schemas.microsoft.com/office/drawing/2014/main" id="{AB47DAFE-9351-4859-816B-2F64855544D3}"/>
                </a:ext>
              </a:extLst>
            </p:cNvPr>
            <p:cNvSpPr/>
            <p:nvPr/>
          </p:nvSpPr>
          <p:spPr>
            <a:xfrm>
              <a:off x="4515252" y="246725"/>
              <a:ext cx="1766658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التوزيع السنوي للمادة</a:t>
              </a:r>
              <a:endParaRPr lang="fr-FR" sz="800" b="1" dirty="0">
                <a:solidFill>
                  <a:schemeClr val="bg1"/>
                </a:solidFill>
                <a:latin typeface="Sakkal Majalla" panose="02000000000000000000" pitchFamily="2" charset="-78"/>
                <a:ea typeface="Tahoma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75" name="Rogner un rectangle à un seul coin 30">
              <a:extLst>
                <a:ext uri="{FF2B5EF4-FFF2-40B4-BE49-F238E27FC236}">
                  <a16:creationId xmlns:a16="http://schemas.microsoft.com/office/drawing/2014/main" id="{F6A1932E-B4F1-4BA3-AD7E-69CA1B727069}"/>
                </a:ext>
              </a:extLst>
            </p:cNvPr>
            <p:cNvSpPr/>
            <p:nvPr/>
          </p:nvSpPr>
          <p:spPr>
            <a:xfrm flipH="1">
              <a:off x="2615209" y="246725"/>
              <a:ext cx="1766658" cy="381000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المستوى </a:t>
              </a:r>
              <a:r>
                <a:rPr lang="ar-MA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:</a:t>
              </a:r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الرابعة متوسط</a:t>
              </a:r>
              <a:endParaRPr lang="fr-FR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76" name="Rectangle à coins arrondis 10">
              <a:extLst>
                <a:ext uri="{FF2B5EF4-FFF2-40B4-BE49-F238E27FC236}">
                  <a16:creationId xmlns:a16="http://schemas.microsoft.com/office/drawing/2014/main" id="{88849E95-2B61-442A-9AAE-D6A2B31A382E}"/>
                </a:ext>
              </a:extLst>
            </p:cNvPr>
            <p:cNvSpPr/>
            <p:nvPr/>
          </p:nvSpPr>
          <p:spPr>
            <a:xfrm>
              <a:off x="238122" y="257176"/>
              <a:ext cx="2271227" cy="381000"/>
            </a:xfrm>
            <a:prstGeom prst="roundRect">
              <a:avLst>
                <a:gd name="adj" fmla="val 50000"/>
              </a:avLst>
            </a:prstGeom>
            <a:solidFill>
              <a:srgbClr val="D50054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السنة الدراسية: 2023 - 2024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659214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AC393FBB-D3F2-4BB3-8441-820D11E7AB41}"/>
              </a:ext>
            </a:extLst>
          </p:cNvPr>
          <p:cNvGrpSpPr/>
          <p:nvPr/>
        </p:nvGrpSpPr>
        <p:grpSpPr>
          <a:xfrm flipH="1">
            <a:off x="-9522" y="12496"/>
            <a:ext cx="7561261" cy="1275253"/>
            <a:chOff x="-9522" y="12496"/>
            <a:chExt cx="7561261" cy="1275253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FB3D396-B300-4AF1-B1E9-D2F72BD2512D}"/>
                </a:ext>
              </a:extLst>
            </p:cNvPr>
            <p:cNvSpPr/>
            <p:nvPr/>
          </p:nvSpPr>
          <p:spPr>
            <a:xfrm>
              <a:off x="-9522" y="104644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E0E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" name="Rectangle 10">
              <a:extLst>
                <a:ext uri="{FF2B5EF4-FFF2-40B4-BE49-F238E27FC236}">
                  <a16:creationId xmlns:a16="http://schemas.microsoft.com/office/drawing/2014/main" id="{11DC612A-9D39-406A-A557-F681F975005F}"/>
                </a:ext>
              </a:extLst>
            </p:cNvPr>
            <p:cNvSpPr/>
            <p:nvPr/>
          </p:nvSpPr>
          <p:spPr>
            <a:xfrm>
              <a:off x="-9522" y="12496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5005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/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250F2FDB-AC67-461F-A161-64ACA6D19029}"/>
              </a:ext>
            </a:extLst>
          </p:cNvPr>
          <p:cNvSpPr/>
          <p:nvPr/>
        </p:nvSpPr>
        <p:spPr>
          <a:xfrm>
            <a:off x="-9523" y="10246202"/>
            <a:ext cx="7561261" cy="304800"/>
          </a:xfrm>
          <a:prstGeom prst="rect">
            <a:avLst/>
          </a:prstGeom>
          <a:gradFill flip="none" rotWithShape="1">
            <a:gsLst>
              <a:gs pos="0">
                <a:srgbClr val="D50054">
                  <a:shade val="30000"/>
                  <a:satMod val="115000"/>
                </a:srgbClr>
              </a:gs>
              <a:gs pos="50000">
                <a:srgbClr val="D50054">
                  <a:shade val="67500"/>
                  <a:satMod val="115000"/>
                </a:srgbClr>
              </a:gs>
              <a:gs pos="100000">
                <a:srgbClr val="D50054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51738BD-740B-41BA-B731-867378E9B7F2}"/>
              </a:ext>
            </a:extLst>
          </p:cNvPr>
          <p:cNvSpPr/>
          <p:nvPr/>
        </p:nvSpPr>
        <p:spPr>
          <a:xfrm>
            <a:off x="-16623" y="10319300"/>
            <a:ext cx="7561261" cy="374100"/>
          </a:xfrm>
          <a:prstGeom prst="rect">
            <a:avLst/>
          </a:prstGeom>
          <a:solidFill>
            <a:srgbClr val="FFE3E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98FF2B6-C8CC-4FA2-8D67-174AC2F412E9}"/>
              </a:ext>
            </a:extLst>
          </p:cNvPr>
          <p:cNvSpPr txBox="1"/>
          <p:nvPr/>
        </p:nvSpPr>
        <p:spPr>
          <a:xfrm>
            <a:off x="2259558" y="10222137"/>
            <a:ext cx="3023098" cy="4548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السنة الدراسية: 2023 - 2024</a:t>
            </a:r>
            <a:endParaRPr lang="fr-FR" sz="18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561EC2C-F4F1-4B08-9FF8-BABE126B0935}"/>
              </a:ext>
            </a:extLst>
          </p:cNvPr>
          <p:cNvGrpSpPr/>
          <p:nvPr/>
        </p:nvGrpSpPr>
        <p:grpSpPr>
          <a:xfrm>
            <a:off x="1877213" y="3518306"/>
            <a:ext cx="3635479" cy="617197"/>
            <a:chOff x="3055082" y="3517687"/>
            <a:chExt cx="3635479" cy="61719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EB62068-B01F-48EB-9226-10C9F3CFFC15}"/>
                </a:ext>
              </a:extLst>
            </p:cNvPr>
            <p:cNvSpPr txBox="1"/>
            <p:nvPr/>
          </p:nvSpPr>
          <p:spPr>
            <a:xfrm>
              <a:off x="3055082" y="3533674"/>
              <a:ext cx="3023098" cy="4548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ar-DZ" sz="1800" dirty="0">
                  <a:solidFill>
                    <a:srgbClr val="874356"/>
                  </a:solidFill>
                  <a:latin typeface="DIN Next LT Arabic Medium" panose="020B0603020203050203" pitchFamily="34" charset="-78"/>
                  <a:cs typeface="DIN Next LT Arabic Medium" panose="020B0603020203050203" pitchFamily="34" charset="-78"/>
                </a:rPr>
                <a:t>العلوم الفيزيائية والتكنولوجية</a:t>
              </a:r>
              <a:endParaRPr lang="fr-FR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endParaRPr>
            </a:p>
          </p:txBody>
        </p:sp>
        <p:pic>
          <p:nvPicPr>
            <p:cNvPr id="74" name="Picture 73">
              <a:extLst>
                <a:ext uri="{FF2B5EF4-FFF2-40B4-BE49-F238E27FC236}">
                  <a16:creationId xmlns:a16="http://schemas.microsoft.com/office/drawing/2014/main" id="{DC7617DF-41FA-41CF-870A-60A14067611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73364" y="3517687"/>
              <a:ext cx="617197" cy="617197"/>
            </a:xfrm>
            <a:prstGeom prst="rect">
              <a:avLst/>
            </a:prstGeom>
          </p:spPr>
        </p:pic>
      </p:grpSp>
      <p:grpSp>
        <p:nvGrpSpPr>
          <p:cNvPr id="60" name="Groupe 1">
            <a:extLst>
              <a:ext uri="{FF2B5EF4-FFF2-40B4-BE49-F238E27FC236}">
                <a16:creationId xmlns:a16="http://schemas.microsoft.com/office/drawing/2014/main" id="{9713A2F4-2EA5-43E9-B34B-627CBBE49A90}"/>
              </a:ext>
            </a:extLst>
          </p:cNvPr>
          <p:cNvGrpSpPr/>
          <p:nvPr/>
        </p:nvGrpSpPr>
        <p:grpSpPr>
          <a:xfrm>
            <a:off x="552052" y="4426892"/>
            <a:ext cx="6791459" cy="839126"/>
            <a:chOff x="-114300" y="237200"/>
            <a:chExt cx="6610349" cy="839126"/>
          </a:xfrm>
        </p:grpSpPr>
        <p:grpSp>
          <p:nvGrpSpPr>
            <p:cNvPr id="61" name="Groupe 39">
              <a:extLst>
                <a:ext uri="{FF2B5EF4-FFF2-40B4-BE49-F238E27FC236}">
                  <a16:creationId xmlns:a16="http://schemas.microsoft.com/office/drawing/2014/main" id="{074EAE1F-05E4-4DF6-ACAB-DF445A05AE5D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64" name="Connecteur droit 42">
                <a:extLst>
                  <a:ext uri="{FF2B5EF4-FFF2-40B4-BE49-F238E27FC236}">
                    <a16:creationId xmlns:a16="http://schemas.microsoft.com/office/drawing/2014/main" id="{3094FE56-3437-4C2A-AC63-2EAECA0F7842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E6096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Demi-cadre 41">
                <a:extLst>
                  <a:ext uri="{FF2B5EF4-FFF2-40B4-BE49-F238E27FC236}">
                    <a16:creationId xmlns:a16="http://schemas.microsoft.com/office/drawing/2014/main" id="{C1CCC0B9-4B33-4EEF-AD20-046E3987C36B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62" name="Rogner un rectangle à un seul coin 44">
              <a:extLst>
                <a:ext uri="{FF2B5EF4-FFF2-40B4-BE49-F238E27FC236}">
                  <a16:creationId xmlns:a16="http://schemas.microsoft.com/office/drawing/2014/main" id="{C9AEAC57-9F41-4ED8-B0BB-D8399A3CF419}"/>
                </a:ext>
              </a:extLst>
            </p:cNvPr>
            <p:cNvSpPr/>
            <p:nvPr/>
          </p:nvSpPr>
          <p:spPr>
            <a:xfrm>
              <a:off x="4119247" y="237200"/>
              <a:ext cx="1690898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الأقسام المسندة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aphicFrame>
        <p:nvGraphicFramePr>
          <p:cNvPr id="67" name="Tableau 4">
            <a:extLst>
              <a:ext uri="{FF2B5EF4-FFF2-40B4-BE49-F238E27FC236}">
                <a16:creationId xmlns:a16="http://schemas.microsoft.com/office/drawing/2014/main" id="{80A7BA2C-53DF-40B2-A665-5E6EBFEA53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6827262"/>
              </p:ext>
            </p:extLst>
          </p:nvPr>
        </p:nvGraphicFramePr>
        <p:xfrm>
          <a:off x="644284" y="5068749"/>
          <a:ext cx="6343280" cy="7357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585820">
                  <a:extLst>
                    <a:ext uri="{9D8B030D-6E8A-4147-A177-3AD203B41FA5}">
                      <a16:colId xmlns:a16="http://schemas.microsoft.com/office/drawing/2014/main" val="3103091401"/>
                    </a:ext>
                  </a:extLst>
                </a:gridCol>
                <a:gridCol w="15858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8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858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50356"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itchFamily="2" charset="-78"/>
                          <a:ea typeface="+mn-ea"/>
                          <a:cs typeface="Sakkal Majalla" pitchFamily="2" charset="-78"/>
                        </a:rPr>
                        <a:t>السنة الرابعة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itchFamily="2" charset="-78"/>
                          <a:ea typeface="+mn-ea"/>
                          <a:cs typeface="Sakkal Majalla" pitchFamily="2" charset="-78"/>
                        </a:rPr>
                        <a:t>السنة الثالثة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itchFamily="2" charset="-78"/>
                          <a:ea typeface="+mn-ea"/>
                          <a:cs typeface="Sakkal Majalla" pitchFamily="2" charset="-78"/>
                        </a:rPr>
                        <a:t>السنة الثانية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itchFamily="2" charset="-78"/>
                          <a:ea typeface="+mn-ea"/>
                          <a:cs typeface="Sakkal Majalla" pitchFamily="2" charset="-78"/>
                        </a:rPr>
                        <a:t>السنة الأولى 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600" b="0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0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0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1" name="Group 70">
            <a:extLst>
              <a:ext uri="{FF2B5EF4-FFF2-40B4-BE49-F238E27FC236}">
                <a16:creationId xmlns:a16="http://schemas.microsoft.com/office/drawing/2014/main" id="{B9D96821-5DE2-4123-9C39-D71B4FD59FB6}"/>
              </a:ext>
            </a:extLst>
          </p:cNvPr>
          <p:cNvGrpSpPr/>
          <p:nvPr/>
        </p:nvGrpSpPr>
        <p:grpSpPr>
          <a:xfrm>
            <a:off x="552053" y="6252025"/>
            <a:ext cx="6791459" cy="839126"/>
            <a:chOff x="403596" y="2077072"/>
            <a:chExt cx="6791459" cy="839126"/>
          </a:xfrm>
        </p:grpSpPr>
        <p:grpSp>
          <p:nvGrpSpPr>
            <p:cNvPr id="73" name="Groupe 60">
              <a:extLst>
                <a:ext uri="{FF2B5EF4-FFF2-40B4-BE49-F238E27FC236}">
                  <a16:creationId xmlns:a16="http://schemas.microsoft.com/office/drawing/2014/main" id="{E049BA9B-C8C7-4E6C-A24B-BE995FFBC86D}"/>
                </a:ext>
              </a:extLst>
            </p:cNvPr>
            <p:cNvGrpSpPr/>
            <p:nvPr/>
          </p:nvGrpSpPr>
          <p:grpSpPr>
            <a:xfrm>
              <a:off x="403596" y="2079679"/>
              <a:ext cx="6791459" cy="836519"/>
              <a:chOff x="-171002" y="342773"/>
              <a:chExt cx="6610349" cy="836519"/>
            </a:xfrm>
          </p:grpSpPr>
          <p:cxnSp>
            <p:nvCxnSpPr>
              <p:cNvPr id="77" name="Connecteur droit 62">
                <a:extLst>
                  <a:ext uri="{FF2B5EF4-FFF2-40B4-BE49-F238E27FC236}">
                    <a16:creationId xmlns:a16="http://schemas.microsoft.com/office/drawing/2014/main" id="{63791653-228E-4E8B-9E37-DF5CE93318C6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solidFill>
                <a:srgbClr val="D50054"/>
              </a:solidFill>
              <a:ln w="28575">
                <a:solidFill>
                  <a:srgbClr val="E6096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Demi-cadre 63">
                <a:extLst>
                  <a:ext uri="{FF2B5EF4-FFF2-40B4-BE49-F238E27FC236}">
                    <a16:creationId xmlns:a16="http://schemas.microsoft.com/office/drawing/2014/main" id="{004632C2-B17E-47AA-98E6-65FE5D28BCC3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76" name="Rogner un rectangle à un seul coin 61">
              <a:extLst>
                <a:ext uri="{FF2B5EF4-FFF2-40B4-BE49-F238E27FC236}">
                  <a16:creationId xmlns:a16="http://schemas.microsoft.com/office/drawing/2014/main" id="{6CCA985F-7CBA-4F92-B0AA-63BD7FCF319A}"/>
                </a:ext>
              </a:extLst>
            </p:cNvPr>
            <p:cNvSpPr/>
            <p:nvPr/>
          </p:nvSpPr>
          <p:spPr>
            <a:xfrm>
              <a:off x="4753134" y="2077072"/>
              <a:ext cx="1737225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solidFill>
                <a:srgbClr val="E60965"/>
              </a:solidFill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التوزيع الأسبوعي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aphicFrame>
        <p:nvGraphicFramePr>
          <p:cNvPr id="79" name="Tableau 64">
            <a:extLst>
              <a:ext uri="{FF2B5EF4-FFF2-40B4-BE49-F238E27FC236}">
                <a16:creationId xmlns:a16="http://schemas.microsoft.com/office/drawing/2014/main" id="{17990891-C6AC-4329-BF37-44C079068A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8933580"/>
              </p:ext>
            </p:extLst>
          </p:nvPr>
        </p:nvGraphicFramePr>
        <p:xfrm>
          <a:off x="619720" y="6925344"/>
          <a:ext cx="6372000" cy="269701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198619">
                <a:tc gridSpan="4"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F2F2F2"/>
                          </a:solidFill>
                          <a:latin typeface="Sakkal Majalla" pitchFamily="2" charset="-78"/>
                          <a:ea typeface="+mn-ea"/>
                          <a:cs typeface="Sakkal Majalla" pitchFamily="2" charset="-78"/>
                        </a:rPr>
                        <a:t>الفترة المسائية</a:t>
                      </a:r>
                      <a:endParaRPr lang="fr-FR" sz="1800" b="1" kern="1200" dirty="0">
                        <a:solidFill>
                          <a:srgbClr val="F2F2F2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F2F2F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2F2F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2F2F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1"/>
                      <a:r>
                        <a:rPr lang="ar-DZ" sz="1800" b="1" kern="1200" dirty="0">
                          <a:solidFill>
                            <a:srgbClr val="F2F2F2"/>
                          </a:solidFill>
                          <a:latin typeface="Sakkal Majalla" pitchFamily="2" charset="-78"/>
                          <a:ea typeface="+mn-ea"/>
                          <a:cs typeface="Sakkal Majalla" pitchFamily="2" charset="-78"/>
                        </a:rPr>
                        <a:t>الفترة الصباحية</a:t>
                      </a:r>
                      <a:endParaRPr lang="fr-FR" sz="1800" b="1" kern="1200" dirty="0">
                        <a:solidFill>
                          <a:srgbClr val="F2F2F2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F2F2F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2F2F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kern="1200" dirty="0">
                        <a:solidFill>
                          <a:srgbClr val="FF0000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600" b="1" kern="1200" dirty="0">
                        <a:solidFill>
                          <a:srgbClr val="874356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9554">
                <a:tc>
                  <a:txBody>
                    <a:bodyPr/>
                    <a:lstStyle/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16:30</a:t>
                      </a:r>
                    </a:p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17:30</a:t>
                      </a:r>
                      <a:endParaRPr lang="fr-FR" sz="14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15:30</a:t>
                      </a:r>
                    </a:p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16:30</a:t>
                      </a:r>
                      <a:endParaRPr lang="fr-FR" sz="14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14:30</a:t>
                      </a:r>
                    </a:p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15:30</a:t>
                      </a:r>
                      <a:endParaRPr lang="fr-FR" sz="14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13:30</a:t>
                      </a:r>
                    </a:p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14:30</a:t>
                      </a:r>
                      <a:endParaRPr lang="fr-FR" sz="14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11:00</a:t>
                      </a:r>
                    </a:p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12:00</a:t>
                      </a:r>
                      <a:endParaRPr lang="fr-FR" sz="14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10:00</a:t>
                      </a:r>
                    </a:p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11:00</a:t>
                      </a:r>
                      <a:endParaRPr lang="fr-FR" sz="14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09:00</a:t>
                      </a:r>
                    </a:p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10:00</a:t>
                      </a:r>
                      <a:endParaRPr lang="fr-FR" sz="14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08:00</a:t>
                      </a:r>
                    </a:p>
                    <a:p>
                      <a:pPr algn="ctr" rtl="1"/>
                      <a:r>
                        <a:rPr lang="ar-DZ" sz="14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09:00</a:t>
                      </a:r>
                      <a:endParaRPr lang="fr-FR" sz="14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8629"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itchFamily="2" charset="-78"/>
                          <a:cs typeface="Sakkal Majalla" pitchFamily="2" charset="-78"/>
                        </a:rPr>
                        <a:t>الأحد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8629"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itchFamily="2" charset="-78"/>
                          <a:cs typeface="Sakkal Majalla" pitchFamily="2" charset="-78"/>
                        </a:rPr>
                        <a:t>الاثنين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8629"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itchFamily="2" charset="-78"/>
                          <a:cs typeface="Sakkal Majalla" pitchFamily="2" charset="-78"/>
                        </a:rPr>
                        <a:t>الثلاثاء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8629"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itchFamily="2" charset="-78"/>
                          <a:cs typeface="Sakkal Majalla" pitchFamily="2" charset="-78"/>
                        </a:rPr>
                        <a:t>الأربعاء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8629"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+mn-cs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1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itchFamily="2" charset="-78"/>
                          <a:cs typeface="Sakkal Majalla" pitchFamily="2" charset="-78"/>
                        </a:rPr>
                        <a:t>الخميس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0" name="Rectangle: Rounded Corners 79">
            <a:extLst>
              <a:ext uri="{FF2B5EF4-FFF2-40B4-BE49-F238E27FC236}">
                <a16:creationId xmlns:a16="http://schemas.microsoft.com/office/drawing/2014/main" id="{907A7B4C-350C-4C6D-B45E-C166F48FE767}"/>
              </a:ext>
            </a:extLst>
          </p:cNvPr>
          <p:cNvSpPr/>
          <p:nvPr/>
        </p:nvSpPr>
        <p:spPr>
          <a:xfrm>
            <a:off x="2558263" y="1289721"/>
            <a:ext cx="2284464" cy="362153"/>
          </a:xfrm>
          <a:prstGeom prst="roundRect">
            <a:avLst>
              <a:gd name="adj" fmla="val 50000"/>
            </a:avLst>
          </a:prstGeom>
          <a:solidFill>
            <a:srgbClr val="FFE3EF"/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DZ" sz="14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 الأستــــاذة : ........................</a:t>
            </a:r>
            <a:endParaRPr lang="fr-FR" sz="14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CF44CD2C-66FE-4EBB-B1F7-34B8284D8E0E}"/>
              </a:ext>
            </a:extLst>
          </p:cNvPr>
          <p:cNvSpPr>
            <a:spLocks/>
          </p:cNvSpPr>
          <p:nvPr/>
        </p:nvSpPr>
        <p:spPr>
          <a:xfrm>
            <a:off x="710430" y="2148145"/>
            <a:ext cx="1174688" cy="1173004"/>
          </a:xfrm>
          <a:prstGeom prst="ellipse">
            <a:avLst/>
          </a:prstGeom>
          <a:solidFill>
            <a:schemeClr val="bg1"/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pic>
        <p:nvPicPr>
          <p:cNvPr id="84" name="Image 2">
            <a:extLst>
              <a:ext uri="{FF2B5EF4-FFF2-40B4-BE49-F238E27FC236}">
                <a16:creationId xmlns:a16="http://schemas.microsoft.com/office/drawing/2014/main" id="{F9E4D1C0-59DB-4A25-A248-D0441D10081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42315" y="6974257"/>
            <a:ext cx="575601" cy="546636"/>
          </a:xfrm>
          <a:prstGeom prst="rect">
            <a:avLst/>
          </a:prstGeom>
        </p:spPr>
      </p:pic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95457FFD-6FD8-4F7D-8E65-67A5D752614C}"/>
              </a:ext>
            </a:extLst>
          </p:cNvPr>
          <p:cNvSpPr/>
          <p:nvPr/>
        </p:nvSpPr>
        <p:spPr>
          <a:xfrm>
            <a:off x="710430" y="2135722"/>
            <a:ext cx="5980131" cy="1174688"/>
          </a:xfrm>
          <a:prstGeom prst="roundRect">
            <a:avLst>
              <a:gd name="adj" fmla="val 50000"/>
            </a:avLst>
          </a:prstGeom>
          <a:solidFill>
            <a:srgbClr val="FFA1C9">
              <a:alpha val="30000"/>
            </a:srgbClr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DZ" sz="4800" b="1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الدفتر اليومي      </a:t>
            </a:r>
            <a:endParaRPr lang="fr-FR" sz="4800" b="1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5CC2D7FC-8B68-4B0A-A683-6B3F00534DEB}"/>
              </a:ext>
            </a:extLst>
          </p:cNvPr>
          <p:cNvSpPr>
            <a:spLocks/>
          </p:cNvSpPr>
          <p:nvPr/>
        </p:nvSpPr>
        <p:spPr>
          <a:xfrm>
            <a:off x="713205" y="2134295"/>
            <a:ext cx="1174688" cy="1173004"/>
          </a:xfrm>
          <a:prstGeom prst="ellipse">
            <a:avLst/>
          </a:prstGeom>
          <a:solidFill>
            <a:schemeClr val="bg1"/>
          </a:solidFill>
          <a:ln>
            <a:solidFill>
              <a:srgbClr val="F9489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pic>
        <p:nvPicPr>
          <p:cNvPr id="10" name="Picture 9" descr="A purple notebook with a white label&#10;&#10;Description automatically generated">
            <a:extLst>
              <a:ext uri="{FF2B5EF4-FFF2-40B4-BE49-F238E27FC236}">
                <a16:creationId xmlns:a16="http://schemas.microsoft.com/office/drawing/2014/main" id="{2ECACCD1-437F-4340-AB2C-55D4DAB4A9B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4700"/>
                    </a14:imgEffect>
                    <a14:imgEffect>
                      <a14:saturation sat="33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0702" y="2305221"/>
            <a:ext cx="848604" cy="848604"/>
          </a:xfrm>
          <a:prstGeom prst="rect">
            <a:avLst/>
          </a:prstGeom>
        </p:spPr>
      </p:pic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7488D849-89BB-429B-A51B-8E281F148A39}"/>
              </a:ext>
            </a:extLst>
          </p:cNvPr>
          <p:cNvSpPr/>
          <p:nvPr/>
        </p:nvSpPr>
        <p:spPr>
          <a:xfrm rot="19383682">
            <a:off x="-763575" y="524316"/>
            <a:ext cx="3484245" cy="562610"/>
          </a:xfrm>
          <a:prstGeom prst="roundRect">
            <a:avLst>
              <a:gd name="adj" fmla="val 0"/>
            </a:avLst>
          </a:prstGeom>
          <a:solidFill>
            <a:srgbClr val="FFFF66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fr-FR" sz="1100" dirty="0">
                <a:solidFill>
                  <a:srgbClr val="262626"/>
                </a:solidFill>
                <a:ea typeface="Calibri" panose="020F0502020204030204" pitchFamily="34" charset="0"/>
                <a:cs typeface="DIN Next LT Arabic" panose="020B0503020203050203" pitchFamily="34" charset="-78"/>
              </a:rPr>
              <a:t> </a:t>
            </a:r>
            <a:r>
              <a:rPr lang="ar-DZ" sz="1100" dirty="0">
                <a:solidFill>
                  <a:srgbClr val="262626"/>
                </a:solidFill>
                <a:ea typeface="Calibri" panose="020F0502020204030204" pitchFamily="34" charset="0"/>
                <a:cs typeface="DIN Next LT Arabic" panose="020B0503020203050203" pitchFamily="34" charset="-78"/>
              </a:rPr>
              <a:t>تعديــل</a:t>
            </a:r>
            <a:r>
              <a:rPr lang="ar-SA" sz="1100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 الأستـــاذ : حكيـــم بوزورداز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SA" sz="1100" b="1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hbouzourdaz@gmail.com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5442321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7568544"/>
              </p:ext>
            </p:extLst>
          </p:nvPr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01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21682523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02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27010032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03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09454726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04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05251172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05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531324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06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6072443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07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7737993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08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5174308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09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34853154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10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497914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11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5031051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12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45678915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13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19155500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14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6197228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15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54299801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16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40765971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17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81925435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18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3502831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19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3372056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20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49019556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21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1763625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22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31735290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23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1066605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24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94351235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25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08944921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26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08705717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27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893307147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28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11131346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29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67291285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30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5183859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357766" y="1064029"/>
          <a:ext cx="6791460" cy="9207355"/>
        </p:xfrm>
        <a:graphic>
          <a:graphicData uri="http://schemas.openxmlformats.org/drawingml/2006/table">
            <a:tbl>
              <a:tblPr firstRow="1" bandRow="1">
                <a:tableStyleId>{BDBED569-4797-4DF1-A0F4-6AAB3CD982D8}</a:tableStyleId>
              </a:tblPr>
              <a:tblGrid>
                <a:gridCol w="8564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2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6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4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35042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ملاحظات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عنوان الدرس و مراحل سيره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DZ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التوقيت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800" b="1" kern="120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التاريخ</a:t>
                      </a:r>
                      <a:endParaRPr lang="fr-FR" sz="1800" b="1" kern="120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72473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 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 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.............................................</a:t>
                      </a:r>
                      <a:r>
                        <a:rPr lang="ar-DZ" sz="800" dirty="0"/>
                        <a:t>......</a:t>
                      </a:r>
                      <a:r>
                        <a:rPr lang="ar-MA" sz="800" dirty="0"/>
                        <a:t>................................................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</a:t>
                      </a:r>
                      <a:r>
                        <a:rPr lang="ar-MA" sz="800" dirty="0"/>
                        <a:t>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</a:t>
                      </a:r>
                      <a:r>
                        <a:rPr lang="ar-MA" sz="800" dirty="0"/>
                        <a:t>.............................</a:t>
                      </a:r>
                      <a:r>
                        <a:rPr lang="ar-DZ" sz="800" dirty="0"/>
                        <a:t>........</a:t>
                      </a:r>
                      <a:r>
                        <a:rPr lang="ar-MA" sz="800" dirty="0"/>
                        <a:t>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</a:t>
                      </a:r>
                      <a:r>
                        <a:rPr lang="ar-MA" sz="800" dirty="0"/>
                        <a:t>..........................................</a:t>
                      </a:r>
                      <a:r>
                        <a:rPr lang="ar-DZ" sz="800" dirty="0"/>
                        <a:t>............</a:t>
                      </a:r>
                      <a:r>
                        <a:rPr lang="ar-MA" sz="800" dirty="0"/>
                        <a:t>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</a:t>
                      </a:r>
                      <a:r>
                        <a:rPr lang="ar-MA" sz="800" dirty="0"/>
                        <a:t>......................................</a:t>
                      </a:r>
                      <a:r>
                        <a:rPr lang="ar-DZ" sz="800" dirty="0"/>
                        <a:t>.......</a:t>
                      </a:r>
                      <a:r>
                        <a:rPr lang="ar-MA" sz="800" dirty="0"/>
                        <a:t>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</a:t>
                      </a:r>
                      <a:r>
                        <a:rPr lang="ar-DZ" sz="800" dirty="0"/>
                        <a:t>.............</a:t>
                      </a:r>
                      <a:r>
                        <a:rPr lang="ar-MA" sz="800" dirty="0"/>
                        <a:t>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</a:t>
                      </a:r>
                      <a:r>
                        <a:rPr lang="ar-MA" sz="800" dirty="0"/>
                        <a:t>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50000"/>
                        </a:lnSpc>
                      </a:pPr>
                      <a:r>
                        <a:rPr lang="ar-MA" sz="800" dirty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r>
                        <a:rPr lang="ar-DZ" sz="800" dirty="0"/>
                        <a:t>.................</a:t>
                      </a:r>
                      <a:r>
                        <a:rPr lang="ar-MA" sz="800" dirty="0"/>
                        <a:t>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0" marT="36000" marB="36000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3" name="Groupe 1">
            <a:extLst>
              <a:ext uri="{FF2B5EF4-FFF2-40B4-BE49-F238E27FC236}">
                <a16:creationId xmlns:a16="http://schemas.microsoft.com/office/drawing/2014/main" id="{77F39888-FD9F-4F3C-8964-7835DA83CE25}"/>
              </a:ext>
            </a:extLst>
          </p:cNvPr>
          <p:cNvGrpSpPr/>
          <p:nvPr/>
        </p:nvGrpSpPr>
        <p:grpSpPr>
          <a:xfrm>
            <a:off x="357765" y="130174"/>
            <a:ext cx="6791459" cy="839126"/>
            <a:chOff x="-114300" y="237200"/>
            <a:chExt cx="6610349" cy="839126"/>
          </a:xfrm>
        </p:grpSpPr>
        <p:grpSp>
          <p:nvGrpSpPr>
            <p:cNvPr id="54" name="Groupe 39">
              <a:extLst>
                <a:ext uri="{FF2B5EF4-FFF2-40B4-BE49-F238E27FC236}">
                  <a16:creationId xmlns:a16="http://schemas.microsoft.com/office/drawing/2014/main" id="{2326350B-37A0-4C9B-B882-FC618F8A8028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56" name="Connecteur droit 42">
                <a:extLst>
                  <a:ext uri="{FF2B5EF4-FFF2-40B4-BE49-F238E27FC236}">
                    <a16:creationId xmlns:a16="http://schemas.microsoft.com/office/drawing/2014/main" id="{642321F5-DCC5-41BA-A31F-0CAD21F746B7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Demi-cadre 41">
                <a:extLst>
                  <a:ext uri="{FF2B5EF4-FFF2-40B4-BE49-F238E27FC236}">
                    <a16:creationId xmlns:a16="http://schemas.microsoft.com/office/drawing/2014/main" id="{20FE02B0-8589-4FA5-912E-D832C7CB6007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55" name="Rogner un rectangle à un seul coin 44">
              <a:extLst>
                <a:ext uri="{FF2B5EF4-FFF2-40B4-BE49-F238E27FC236}">
                  <a16:creationId xmlns:a16="http://schemas.microsoft.com/office/drawing/2014/main" id="{EC5E2514-79D5-41C2-8B34-8437C6F4022D}"/>
                </a:ext>
              </a:extLst>
            </p:cNvPr>
            <p:cNvSpPr/>
            <p:nvPr/>
          </p:nvSpPr>
          <p:spPr>
            <a:xfrm>
              <a:off x="2451685" y="237200"/>
              <a:ext cx="3358460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السنة الدراسية : 2023 – 2024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I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 الدفتر اليومي</a:t>
              </a:r>
              <a:r>
                <a:rPr lang="fr-FR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 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0A390F-56F3-4100-A6D4-94CDE01C1F68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5" name="Groupe 39">
              <a:extLst>
                <a:ext uri="{FF2B5EF4-FFF2-40B4-BE49-F238E27FC236}">
                  <a16:creationId xmlns:a16="http://schemas.microsoft.com/office/drawing/2014/main" id="{938A3CE8-DE16-4365-B91E-7480F91EABF4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29" name="Groupe 42">
                <a:extLst>
                  <a:ext uri="{FF2B5EF4-FFF2-40B4-BE49-F238E27FC236}">
                    <a16:creationId xmlns:a16="http://schemas.microsoft.com/office/drawing/2014/main" id="{2947BFBA-A712-4690-AA37-8005AE986B61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37" name="Organigramme : Terminateur 12">
                  <a:extLst>
                    <a:ext uri="{FF2B5EF4-FFF2-40B4-BE49-F238E27FC236}">
                      <a16:creationId xmlns:a16="http://schemas.microsoft.com/office/drawing/2014/main" id="{C417691D-5E88-4947-9D3E-73902864F92A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7" name="Organigramme : Processus 64">
                  <a:extLst>
                    <a:ext uri="{FF2B5EF4-FFF2-40B4-BE49-F238E27FC236}">
                      <a16:creationId xmlns:a16="http://schemas.microsoft.com/office/drawing/2014/main" id="{80F48418-7787-4292-8662-05C15D68D04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0" name="Groupe 45">
                <a:extLst>
                  <a:ext uri="{FF2B5EF4-FFF2-40B4-BE49-F238E27FC236}">
                    <a16:creationId xmlns:a16="http://schemas.microsoft.com/office/drawing/2014/main" id="{F9129A00-8F21-4F7D-893D-942B6E7AA30E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5" name="Forme libre 61">
                  <a:extLst>
                    <a:ext uri="{FF2B5EF4-FFF2-40B4-BE49-F238E27FC236}">
                      <a16:creationId xmlns:a16="http://schemas.microsoft.com/office/drawing/2014/main" id="{24B68378-1176-4898-BF25-ABA22B721ADB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36" name="Forme libre 62">
                  <a:extLst>
                    <a:ext uri="{FF2B5EF4-FFF2-40B4-BE49-F238E27FC236}">
                      <a16:creationId xmlns:a16="http://schemas.microsoft.com/office/drawing/2014/main" id="{2F868FC1-B7A3-45C9-8B5A-E0DB4EA14063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1" name="Groupe 46">
                <a:extLst>
                  <a:ext uri="{FF2B5EF4-FFF2-40B4-BE49-F238E27FC236}">
                    <a16:creationId xmlns:a16="http://schemas.microsoft.com/office/drawing/2014/main" id="{FD6C3B5E-9E79-4ED6-A692-70AE55769338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2" name="Connecteur droit 57">
                  <a:extLst>
                    <a:ext uri="{FF2B5EF4-FFF2-40B4-BE49-F238E27FC236}">
                      <a16:creationId xmlns:a16="http://schemas.microsoft.com/office/drawing/2014/main" id="{C58E7DA6-EACA-4BF5-872F-65384BAB956D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FCF84D05-D162-473B-B718-02BB8C93FDF8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B08B67CB-B6B2-443A-A9A4-B8C896F2B8C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الدفتر 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اليومي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D84A4C-80C2-4D70-A463-026EEE648366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7" name="Arrondir un rectangle avec un coin du même côté 1">
                <a:extLst>
                  <a:ext uri="{FF2B5EF4-FFF2-40B4-BE49-F238E27FC236}">
                    <a16:creationId xmlns:a16="http://schemas.microsoft.com/office/drawing/2014/main" id="{4322CF01-66C0-4B68-906B-547EC45F2E94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28" name="Connecteur droit 41">
                <a:extLst>
                  <a:ext uri="{FF2B5EF4-FFF2-40B4-BE49-F238E27FC236}">
                    <a16:creationId xmlns:a16="http://schemas.microsoft.com/office/drawing/2014/main" id="{269F2A5D-4CF1-4AB6-8694-ED70E8F3A5BA}"/>
                  </a:ext>
                </a:extLst>
              </p:cNvPr>
              <p:cNvCxnSpPr>
                <a:stCxn id="27" idx="0"/>
                <a:endCxn id="27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0493117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AC393FBB-D3F2-4BB3-8441-820D11E7AB41}"/>
              </a:ext>
            </a:extLst>
          </p:cNvPr>
          <p:cNvGrpSpPr/>
          <p:nvPr/>
        </p:nvGrpSpPr>
        <p:grpSpPr>
          <a:xfrm flipH="1">
            <a:off x="-9522" y="12496"/>
            <a:ext cx="7561261" cy="1275253"/>
            <a:chOff x="-9522" y="12496"/>
            <a:chExt cx="7561261" cy="1275253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FB3D396-B300-4AF1-B1E9-D2F72BD2512D}"/>
                </a:ext>
              </a:extLst>
            </p:cNvPr>
            <p:cNvSpPr/>
            <p:nvPr/>
          </p:nvSpPr>
          <p:spPr>
            <a:xfrm>
              <a:off x="-9522" y="104644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6D5DD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" name="Rectangle 10">
              <a:extLst>
                <a:ext uri="{FF2B5EF4-FFF2-40B4-BE49-F238E27FC236}">
                  <a16:creationId xmlns:a16="http://schemas.microsoft.com/office/drawing/2014/main" id="{11DC612A-9D39-406A-A557-F681F975005F}"/>
                </a:ext>
              </a:extLst>
            </p:cNvPr>
            <p:cNvSpPr/>
            <p:nvPr/>
          </p:nvSpPr>
          <p:spPr>
            <a:xfrm>
              <a:off x="-9522" y="12496"/>
              <a:ext cx="7561261" cy="1183105"/>
            </a:xfrm>
            <a:custGeom>
              <a:avLst/>
              <a:gdLst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8021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61263"/>
                <a:gd name="connsiteY0" fmla="*/ 0 h 802105"/>
                <a:gd name="connsiteX1" fmla="*/ 7561263 w 7561263"/>
                <a:gd name="connsiteY1" fmla="*/ 0 h 802105"/>
                <a:gd name="connsiteX2" fmla="*/ 7561263 w 7561263"/>
                <a:gd name="connsiteY2" fmla="*/ 802105 h 802105"/>
                <a:gd name="connsiteX3" fmla="*/ 0 w 7561263"/>
                <a:gd name="connsiteY3" fmla="*/ 383005 h 802105"/>
                <a:gd name="connsiteX4" fmla="*/ 0 w 7561263"/>
                <a:gd name="connsiteY4" fmla="*/ 0 h 802105"/>
                <a:gd name="connsiteX0" fmla="*/ 0 w 7580313"/>
                <a:gd name="connsiteY0" fmla="*/ 0 h 1183105"/>
                <a:gd name="connsiteX1" fmla="*/ 7561263 w 7580313"/>
                <a:gd name="connsiteY1" fmla="*/ 0 h 1183105"/>
                <a:gd name="connsiteX2" fmla="*/ 7580313 w 7580313"/>
                <a:gd name="connsiteY2" fmla="*/ 1183105 h 1183105"/>
                <a:gd name="connsiteX3" fmla="*/ 0 w 7580313"/>
                <a:gd name="connsiteY3" fmla="*/ 383005 h 1183105"/>
                <a:gd name="connsiteX4" fmla="*/ 0 w 7580313"/>
                <a:gd name="connsiteY4" fmla="*/ 0 h 118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0313" h="1183105">
                  <a:moveTo>
                    <a:pt x="0" y="0"/>
                  </a:moveTo>
                  <a:lnTo>
                    <a:pt x="7561263" y="0"/>
                  </a:lnTo>
                  <a:lnTo>
                    <a:pt x="7580313" y="1183105"/>
                  </a:lnTo>
                  <a:cubicBezTo>
                    <a:pt x="5059892" y="1043405"/>
                    <a:pt x="3349096" y="46455"/>
                    <a:pt x="0" y="383005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D50054">
                    <a:shade val="30000"/>
                    <a:satMod val="115000"/>
                  </a:srgbClr>
                </a:gs>
                <a:gs pos="50000">
                  <a:srgbClr val="D50054">
                    <a:shade val="67500"/>
                    <a:satMod val="115000"/>
                  </a:srgbClr>
                </a:gs>
                <a:gs pos="100000">
                  <a:srgbClr val="D50054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250F2FDB-AC67-461F-A161-64ACA6D19029}"/>
              </a:ext>
            </a:extLst>
          </p:cNvPr>
          <p:cNvSpPr/>
          <p:nvPr/>
        </p:nvSpPr>
        <p:spPr>
          <a:xfrm>
            <a:off x="-9523" y="10246202"/>
            <a:ext cx="7561261" cy="304800"/>
          </a:xfrm>
          <a:prstGeom prst="rect">
            <a:avLst/>
          </a:prstGeom>
          <a:solidFill>
            <a:srgbClr val="D50054"/>
          </a:soli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51738BD-740B-41BA-B731-867378E9B7F2}"/>
              </a:ext>
            </a:extLst>
          </p:cNvPr>
          <p:cNvSpPr/>
          <p:nvPr/>
        </p:nvSpPr>
        <p:spPr>
          <a:xfrm>
            <a:off x="-53369" y="10326906"/>
            <a:ext cx="7668000" cy="374100"/>
          </a:xfrm>
          <a:prstGeom prst="rect">
            <a:avLst/>
          </a:prstGeom>
          <a:solidFill>
            <a:srgbClr val="FFEA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98FF2B6-C8CC-4FA2-8D67-174AC2F412E9}"/>
              </a:ext>
            </a:extLst>
          </p:cNvPr>
          <p:cNvSpPr txBox="1"/>
          <p:nvPr/>
        </p:nvSpPr>
        <p:spPr>
          <a:xfrm>
            <a:off x="2259558" y="10222137"/>
            <a:ext cx="3023098" cy="4548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ar-DZ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السنة الدراسية: 2023 - 2024</a:t>
            </a:r>
            <a:endParaRPr lang="fr-FR" sz="18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561EC2C-F4F1-4B08-9FF8-BABE126B0935}"/>
              </a:ext>
            </a:extLst>
          </p:cNvPr>
          <p:cNvGrpSpPr/>
          <p:nvPr/>
        </p:nvGrpSpPr>
        <p:grpSpPr>
          <a:xfrm>
            <a:off x="1877213" y="3518306"/>
            <a:ext cx="3635479" cy="617197"/>
            <a:chOff x="3055082" y="3517687"/>
            <a:chExt cx="3635479" cy="61719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EB62068-B01F-48EB-9226-10C9F3CFFC15}"/>
                </a:ext>
              </a:extLst>
            </p:cNvPr>
            <p:cNvSpPr txBox="1"/>
            <p:nvPr/>
          </p:nvSpPr>
          <p:spPr>
            <a:xfrm>
              <a:off x="3055082" y="3533674"/>
              <a:ext cx="3023098" cy="4548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ar-DZ" sz="1800" dirty="0">
                  <a:solidFill>
                    <a:srgbClr val="874356"/>
                  </a:solidFill>
                  <a:latin typeface="DIN Next LT Arabic Medium" panose="020B0603020203050203" pitchFamily="34" charset="-78"/>
                  <a:cs typeface="DIN Next LT Arabic Medium" panose="020B0603020203050203" pitchFamily="34" charset="-78"/>
                </a:rPr>
                <a:t>العلوم الفيزيائية والتكنولوجية</a:t>
              </a:r>
              <a:endParaRPr lang="fr-FR" sz="18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endParaRPr>
            </a:p>
          </p:txBody>
        </p:sp>
        <p:pic>
          <p:nvPicPr>
            <p:cNvPr id="74" name="Picture 73">
              <a:extLst>
                <a:ext uri="{FF2B5EF4-FFF2-40B4-BE49-F238E27FC236}">
                  <a16:creationId xmlns:a16="http://schemas.microsoft.com/office/drawing/2014/main" id="{DC7617DF-41FA-41CF-870A-60A14067611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73364" y="3517687"/>
              <a:ext cx="617197" cy="617197"/>
            </a:xfrm>
            <a:prstGeom prst="rect">
              <a:avLst/>
            </a:prstGeom>
          </p:spPr>
        </p:pic>
      </p:grpSp>
      <p:sp>
        <p:nvSpPr>
          <p:cNvPr id="81" name="Rectangle: Rounded Corners 80">
            <a:extLst>
              <a:ext uri="{FF2B5EF4-FFF2-40B4-BE49-F238E27FC236}">
                <a16:creationId xmlns:a16="http://schemas.microsoft.com/office/drawing/2014/main" id="{75B4666B-8F1F-407C-BA4E-9C17DCF5DC73}"/>
              </a:ext>
            </a:extLst>
          </p:cNvPr>
          <p:cNvSpPr/>
          <p:nvPr/>
        </p:nvSpPr>
        <p:spPr>
          <a:xfrm>
            <a:off x="710430" y="2135722"/>
            <a:ext cx="5980131" cy="1174688"/>
          </a:xfrm>
          <a:prstGeom prst="roundRect">
            <a:avLst>
              <a:gd name="adj" fmla="val 50000"/>
            </a:avLst>
          </a:prstGeom>
          <a:solidFill>
            <a:srgbClr val="FA61A1">
              <a:alpha val="30000"/>
            </a:srgbClr>
          </a:solidFill>
          <a:ln>
            <a:solidFill>
              <a:srgbClr val="D50054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DZ" sz="4800" b="1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دفتر التنقيط      </a:t>
            </a:r>
            <a:endParaRPr lang="fr-FR" sz="4800" b="1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  <p:pic>
        <p:nvPicPr>
          <p:cNvPr id="82" name="Picture 81">
            <a:extLst>
              <a:ext uri="{FF2B5EF4-FFF2-40B4-BE49-F238E27FC236}">
                <a16:creationId xmlns:a16="http://schemas.microsoft.com/office/drawing/2014/main" id="{04647157-F96A-4AEE-893F-C7399AF19A8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430" y="2157199"/>
            <a:ext cx="1174688" cy="1174688"/>
          </a:xfrm>
          <a:prstGeom prst="ellipse">
            <a:avLst/>
          </a:prstGeom>
          <a:ln w="28575">
            <a:solidFill>
              <a:srgbClr val="2D4356"/>
            </a:solidFill>
            <a:prstDash val="dash"/>
          </a:ln>
        </p:spPr>
      </p:pic>
      <p:sp>
        <p:nvSpPr>
          <p:cNvPr id="83" name="Oval 82">
            <a:extLst>
              <a:ext uri="{FF2B5EF4-FFF2-40B4-BE49-F238E27FC236}">
                <a16:creationId xmlns:a16="http://schemas.microsoft.com/office/drawing/2014/main" id="{CF44CD2C-66FE-4EBB-B1F7-34B8284D8E0E}"/>
              </a:ext>
            </a:extLst>
          </p:cNvPr>
          <p:cNvSpPr>
            <a:spLocks/>
          </p:cNvSpPr>
          <p:nvPr/>
        </p:nvSpPr>
        <p:spPr>
          <a:xfrm>
            <a:off x="710430" y="2148145"/>
            <a:ext cx="1174688" cy="1173004"/>
          </a:xfrm>
          <a:prstGeom prst="ellipse">
            <a:avLst/>
          </a:prstGeom>
          <a:solidFill>
            <a:schemeClr val="bg1"/>
          </a:solidFill>
          <a:ln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grpSp>
        <p:nvGrpSpPr>
          <p:cNvPr id="30" name="Groupe 65">
            <a:extLst>
              <a:ext uri="{FF2B5EF4-FFF2-40B4-BE49-F238E27FC236}">
                <a16:creationId xmlns:a16="http://schemas.microsoft.com/office/drawing/2014/main" id="{66E59BB8-5FB4-401B-9AAA-E35C21058844}"/>
              </a:ext>
            </a:extLst>
          </p:cNvPr>
          <p:cNvGrpSpPr/>
          <p:nvPr/>
        </p:nvGrpSpPr>
        <p:grpSpPr>
          <a:xfrm>
            <a:off x="406771" y="6667053"/>
            <a:ext cx="6791459" cy="839126"/>
            <a:chOff x="-114300" y="237200"/>
            <a:chExt cx="6610349" cy="839126"/>
          </a:xfrm>
        </p:grpSpPr>
        <p:grpSp>
          <p:nvGrpSpPr>
            <p:cNvPr id="31" name="Groupe 66">
              <a:extLst>
                <a:ext uri="{FF2B5EF4-FFF2-40B4-BE49-F238E27FC236}">
                  <a16:creationId xmlns:a16="http://schemas.microsoft.com/office/drawing/2014/main" id="{71E729E5-FA89-4F51-BB94-E661CCEE1922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33" name="Connecteur droit 68">
                <a:extLst>
                  <a:ext uri="{FF2B5EF4-FFF2-40B4-BE49-F238E27FC236}">
                    <a16:creationId xmlns:a16="http://schemas.microsoft.com/office/drawing/2014/main" id="{BA9F899A-02C5-4207-8A18-5A057D667BEE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94892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Demi-cadre 69">
                <a:extLst>
                  <a:ext uri="{FF2B5EF4-FFF2-40B4-BE49-F238E27FC236}">
                    <a16:creationId xmlns:a16="http://schemas.microsoft.com/office/drawing/2014/main" id="{ECD7C5A6-4747-426D-84FC-9364BBE67C46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94892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32" name="Rogner un rectangle à un seul coin 67">
              <a:extLst>
                <a:ext uri="{FF2B5EF4-FFF2-40B4-BE49-F238E27FC236}">
                  <a16:creationId xmlns:a16="http://schemas.microsoft.com/office/drawing/2014/main" id="{BB1F6E21-45C8-4A25-ADFA-ECB7E19A16C0}"/>
                </a:ext>
              </a:extLst>
            </p:cNvPr>
            <p:cNvSpPr/>
            <p:nvPr/>
          </p:nvSpPr>
          <p:spPr>
            <a:xfrm>
              <a:off x="3238699" y="237200"/>
              <a:ext cx="2571448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البنية التربوية العامة للمؤسسة </a:t>
              </a:r>
            </a:p>
          </p:txBody>
        </p:sp>
      </p:grpSp>
      <p:graphicFrame>
        <p:nvGraphicFramePr>
          <p:cNvPr id="35" name="Tableau 70">
            <a:extLst>
              <a:ext uri="{FF2B5EF4-FFF2-40B4-BE49-F238E27FC236}">
                <a16:creationId xmlns:a16="http://schemas.microsoft.com/office/drawing/2014/main" id="{82264D10-8095-4866-A705-C446B19722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0399335"/>
              </p:ext>
            </p:extLst>
          </p:nvPr>
        </p:nvGraphicFramePr>
        <p:xfrm>
          <a:off x="563547" y="7344350"/>
          <a:ext cx="6415118" cy="262771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20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21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2183">
                  <a:extLst>
                    <a:ext uri="{9D8B030D-6E8A-4147-A177-3AD203B41FA5}">
                      <a16:colId xmlns:a16="http://schemas.microsoft.com/office/drawing/2014/main" val="1046374001"/>
                    </a:ext>
                  </a:extLst>
                </a:gridCol>
                <a:gridCol w="1052182">
                  <a:extLst>
                    <a:ext uri="{9D8B030D-6E8A-4147-A177-3AD203B41FA5}">
                      <a16:colId xmlns:a16="http://schemas.microsoft.com/office/drawing/2014/main" val="3417895044"/>
                    </a:ext>
                  </a:extLst>
                </a:gridCol>
                <a:gridCol w="21383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itchFamily="2" charset="-78"/>
                          <a:cs typeface="Sakkal Majalla" pitchFamily="2" charset="-78"/>
                        </a:rPr>
                        <a:t>عدد التلاميذ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itchFamily="2" charset="-78"/>
                          <a:cs typeface="Sakkal Majalla" pitchFamily="2" charset="-78"/>
                        </a:rPr>
                        <a:t>المستويات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itchFamily="2" charset="-78"/>
                          <a:cs typeface="Sakkal Majalla" pitchFamily="2" charset="-78"/>
                        </a:rPr>
                        <a:t>عدد الإناث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عدد الذكور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المستويات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800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ar-DZ" sz="1600" b="1" dirty="0">
                          <a:solidFill>
                            <a:srgbClr val="874356"/>
                          </a:solidFill>
                          <a:effectLst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ف1 </a:t>
                      </a: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ar-SA" sz="1600" b="1" dirty="0">
                          <a:solidFill>
                            <a:srgbClr val="874356"/>
                          </a:solidFill>
                          <a:effectLst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السنة الأولى</a:t>
                      </a: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800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ar-DZ" sz="1600" b="1" dirty="0">
                          <a:solidFill>
                            <a:srgbClr val="874356"/>
                          </a:solidFill>
                          <a:effectLst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ف2</a:t>
                      </a: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800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ar-DZ" sz="1600" b="1" dirty="0">
                          <a:solidFill>
                            <a:srgbClr val="874356"/>
                          </a:solidFill>
                          <a:effectLst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ف1 </a:t>
                      </a: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874356"/>
                          </a:solidFill>
                          <a:effectLst/>
                          <a:uLnTx/>
                          <a:uFillTx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السنة ال</a:t>
                      </a:r>
                      <a:r>
                        <a:rPr kumimoji="0" lang="ar-DZ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874356"/>
                          </a:solidFill>
                          <a:effectLst/>
                          <a:uLnTx/>
                          <a:uFillTx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ثانية</a:t>
                      </a:r>
                      <a:endParaRPr kumimoji="0" lang="fr-FR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874356"/>
                        </a:solidFill>
                        <a:effectLst/>
                        <a:uLnTx/>
                        <a:uFillTx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8105595"/>
                  </a:ext>
                </a:extLst>
              </a:tr>
              <a:tr h="256800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ar-DZ" sz="1600" b="1" dirty="0">
                          <a:solidFill>
                            <a:srgbClr val="874356"/>
                          </a:solidFill>
                          <a:effectLst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ف2</a:t>
                      </a: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100" dirty="0">
                        <a:solidFill>
                          <a:srgbClr val="7030A0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6460181"/>
                  </a:ext>
                </a:extLst>
              </a:tr>
              <a:tr h="256800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ar-DZ" sz="1600" b="1" dirty="0">
                          <a:solidFill>
                            <a:srgbClr val="874356"/>
                          </a:solidFill>
                          <a:effectLst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ف1 </a:t>
                      </a: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874356"/>
                          </a:solidFill>
                          <a:effectLst/>
                          <a:uLnTx/>
                          <a:uFillTx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السنة ال</a:t>
                      </a:r>
                      <a:r>
                        <a:rPr kumimoji="0" lang="ar-DZ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874356"/>
                          </a:solidFill>
                          <a:effectLst/>
                          <a:uLnTx/>
                          <a:uFillTx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ثالثة</a:t>
                      </a:r>
                      <a:endParaRPr kumimoji="0" lang="fr-FR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874356"/>
                        </a:solidFill>
                        <a:effectLst/>
                        <a:uLnTx/>
                        <a:uFillTx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4072446"/>
                  </a:ext>
                </a:extLst>
              </a:tr>
              <a:tr h="256800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ar-DZ" sz="1600" b="1" dirty="0">
                          <a:solidFill>
                            <a:srgbClr val="874356"/>
                          </a:solidFill>
                          <a:effectLst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ف2</a:t>
                      </a: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100" dirty="0">
                        <a:solidFill>
                          <a:srgbClr val="7030A0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5941534"/>
                  </a:ext>
                </a:extLst>
              </a:tr>
              <a:tr h="256800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ar-DZ" sz="1600" b="1" dirty="0">
                          <a:solidFill>
                            <a:srgbClr val="874356"/>
                          </a:solidFill>
                          <a:effectLst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ف1 </a:t>
                      </a: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874356"/>
                          </a:solidFill>
                          <a:effectLst/>
                          <a:uLnTx/>
                          <a:uFillTx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السنة ال</a:t>
                      </a:r>
                      <a:r>
                        <a:rPr kumimoji="0" lang="ar-DZ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874356"/>
                          </a:solidFill>
                          <a:effectLst/>
                          <a:uLnTx/>
                          <a:uFillTx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رابعة</a:t>
                      </a:r>
                      <a:endParaRPr kumimoji="0" lang="fr-FR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874356"/>
                        </a:solidFill>
                        <a:effectLst/>
                        <a:uLnTx/>
                        <a:uFillTx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1337143"/>
                  </a:ext>
                </a:extLst>
              </a:tr>
              <a:tr h="256800">
                <a:tc>
                  <a:txBody>
                    <a:bodyPr/>
                    <a:lstStyle/>
                    <a:p>
                      <a:pPr algn="ctr" rtl="1"/>
                      <a:endParaRPr lang="fr-FR" sz="2000" b="1" dirty="0">
                        <a:solidFill>
                          <a:srgbClr val="874356"/>
                        </a:solidFill>
                        <a:latin typeface="Sakkal Majalla" pitchFamily="2" charset="-78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ar-DZ" sz="1600" b="1" dirty="0">
                          <a:solidFill>
                            <a:srgbClr val="874356"/>
                          </a:solidFill>
                          <a:effectLst/>
                          <a:latin typeface="Sakkal Majalla" pitchFamily="2" charset="-78"/>
                          <a:ea typeface="SimSun"/>
                          <a:cs typeface="Sakkal Majalla" pitchFamily="2" charset="-78"/>
                        </a:rPr>
                        <a:t>ف2</a:t>
                      </a:r>
                      <a:endParaRPr lang="fr-FR" sz="16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4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400" dirty="0">
                        <a:solidFill>
                          <a:srgbClr val="874356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endParaRPr lang="fr-FR" sz="1100" dirty="0">
                        <a:solidFill>
                          <a:srgbClr val="7030A0"/>
                        </a:solidFill>
                        <a:effectLst/>
                        <a:latin typeface="Sakkal Majalla" pitchFamily="2" charset="-78"/>
                        <a:ea typeface="Calibri"/>
                        <a:cs typeface="Sakkal Majalla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1032715"/>
                  </a:ext>
                </a:extLst>
              </a:tr>
            </a:tbl>
          </a:graphicData>
        </a:graphic>
      </p:graphicFrame>
      <p:grpSp>
        <p:nvGrpSpPr>
          <p:cNvPr id="37" name="Groupe 1">
            <a:extLst>
              <a:ext uri="{FF2B5EF4-FFF2-40B4-BE49-F238E27FC236}">
                <a16:creationId xmlns:a16="http://schemas.microsoft.com/office/drawing/2014/main" id="{57181100-A933-4CEF-94FA-9608A5E9C900}"/>
              </a:ext>
            </a:extLst>
          </p:cNvPr>
          <p:cNvGrpSpPr/>
          <p:nvPr/>
        </p:nvGrpSpPr>
        <p:grpSpPr>
          <a:xfrm>
            <a:off x="406770" y="4233477"/>
            <a:ext cx="6791459" cy="839126"/>
            <a:chOff x="-114300" y="237200"/>
            <a:chExt cx="6610349" cy="839126"/>
          </a:xfrm>
        </p:grpSpPr>
        <p:grpSp>
          <p:nvGrpSpPr>
            <p:cNvPr id="38" name="Groupe 39">
              <a:extLst>
                <a:ext uri="{FF2B5EF4-FFF2-40B4-BE49-F238E27FC236}">
                  <a16:creationId xmlns:a16="http://schemas.microsoft.com/office/drawing/2014/main" id="{5B3DAC10-92C9-4258-9050-DBB80C0897B7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40" name="Connecteur droit 42">
                <a:extLst>
                  <a:ext uri="{FF2B5EF4-FFF2-40B4-BE49-F238E27FC236}">
                    <a16:creationId xmlns:a16="http://schemas.microsoft.com/office/drawing/2014/main" id="{9FE03642-C5AB-4F4A-9CB7-CDF832662D13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94892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Demi-cadre 41">
                <a:extLst>
                  <a:ext uri="{FF2B5EF4-FFF2-40B4-BE49-F238E27FC236}">
                    <a16:creationId xmlns:a16="http://schemas.microsoft.com/office/drawing/2014/main" id="{D762523C-B2B9-4C63-9574-495EE83864D2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94892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39" name="Rogner un rectangle à un seul coin 44">
              <a:extLst>
                <a:ext uri="{FF2B5EF4-FFF2-40B4-BE49-F238E27FC236}">
                  <a16:creationId xmlns:a16="http://schemas.microsoft.com/office/drawing/2014/main" id="{3F50B137-1E52-46B7-B251-6EC7C627C039}"/>
                </a:ext>
              </a:extLst>
            </p:cNvPr>
            <p:cNvSpPr/>
            <p:nvPr/>
          </p:nvSpPr>
          <p:spPr>
            <a:xfrm>
              <a:off x="2194957" y="237200"/>
              <a:ext cx="3615189" cy="381925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1800" b="1" dirty="0">
                  <a:solidFill>
                    <a:schemeClr val="bg1"/>
                  </a:solidFill>
                  <a:latin typeface="Sakkal Majalla" pitchFamily="2" charset="-78"/>
                  <a:cs typeface="Sakkal Majalla" pitchFamily="2" charset="-78"/>
                </a:rPr>
                <a:t>جدول سير الفروض والإختبارات ومجالس الأقسام</a:t>
              </a:r>
              <a:endParaRPr lang="fr-FR" sz="1800" b="1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endParaRPr>
            </a:p>
          </p:txBody>
        </p:sp>
      </p:grpSp>
      <p:graphicFrame>
        <p:nvGraphicFramePr>
          <p:cNvPr id="42" name="Tableau 4">
            <a:extLst>
              <a:ext uri="{FF2B5EF4-FFF2-40B4-BE49-F238E27FC236}">
                <a16:creationId xmlns:a16="http://schemas.microsoft.com/office/drawing/2014/main" id="{311AA825-1D90-4534-9B6B-486C36921B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345260"/>
              </p:ext>
            </p:extLst>
          </p:nvPr>
        </p:nvGraphicFramePr>
        <p:xfrm>
          <a:off x="573871" y="4936038"/>
          <a:ext cx="6413520" cy="150652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603380">
                  <a:extLst>
                    <a:ext uri="{9D8B030D-6E8A-4147-A177-3AD203B41FA5}">
                      <a16:colId xmlns:a16="http://schemas.microsoft.com/office/drawing/2014/main" val="3103091401"/>
                    </a:ext>
                  </a:extLst>
                </a:gridCol>
                <a:gridCol w="16033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3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33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50356"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kern="1200" dirty="0">
                          <a:solidFill>
                            <a:srgbClr val="874356"/>
                          </a:solidFill>
                          <a:latin typeface="Sakkal Majalla" pitchFamily="2" charset="-78"/>
                          <a:ea typeface="+mn-ea"/>
                          <a:cs typeface="Sakkal Majalla" pitchFamily="2" charset="-78"/>
                        </a:rPr>
                        <a:t>الفصل الثالث</a:t>
                      </a:r>
                      <a:endParaRPr lang="fr-FR" sz="1600" b="1" kern="1200" dirty="0">
                        <a:solidFill>
                          <a:srgbClr val="874356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kern="1200" dirty="0">
                          <a:solidFill>
                            <a:srgbClr val="874356"/>
                          </a:solidFill>
                          <a:latin typeface="Sakkal Majalla" pitchFamily="2" charset="-78"/>
                          <a:ea typeface="+mn-ea"/>
                          <a:cs typeface="Sakkal Majalla" pitchFamily="2" charset="-78"/>
                        </a:rPr>
                        <a:t>الفصل الثاني</a:t>
                      </a:r>
                      <a:endParaRPr lang="fr-FR" sz="1600" b="1" kern="1200" dirty="0">
                        <a:solidFill>
                          <a:srgbClr val="874356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kern="1200" dirty="0">
                          <a:solidFill>
                            <a:srgbClr val="874356"/>
                          </a:solidFill>
                          <a:latin typeface="Sakkal Majalla" pitchFamily="2" charset="-78"/>
                          <a:ea typeface="+mn-ea"/>
                          <a:cs typeface="Sakkal Majalla" pitchFamily="2" charset="-78"/>
                        </a:rPr>
                        <a:t>الفصل الأول</a:t>
                      </a:r>
                      <a:endParaRPr lang="fr-FR" sz="1600" b="1" kern="1200" dirty="0">
                        <a:solidFill>
                          <a:srgbClr val="874356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kern="1200" dirty="0">
                        <a:solidFill>
                          <a:srgbClr val="874356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الفروض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الإختبارات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9880223"/>
                  </a:ext>
                </a:extLst>
              </a:tr>
              <a:tr h="385391"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6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مجالس الأقسام</a:t>
                      </a:r>
                      <a:endParaRPr lang="fr-FR" sz="16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2690406"/>
                  </a:ext>
                </a:extLst>
              </a:tr>
            </a:tbl>
          </a:graphicData>
        </a:graphic>
      </p:graphicFrame>
      <p:pic>
        <p:nvPicPr>
          <p:cNvPr id="4" name="Picture 3" descr="A notepad with a pencil and a notepad&#10;&#10;Description automatically generated">
            <a:extLst>
              <a:ext uri="{FF2B5EF4-FFF2-40B4-BE49-F238E27FC236}">
                <a16:creationId xmlns:a16="http://schemas.microsoft.com/office/drawing/2014/main" id="{4DAEF3AF-3EAA-44E1-9064-5F6533DB376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4329" y="2191202"/>
            <a:ext cx="1086890" cy="1086890"/>
          </a:xfrm>
          <a:prstGeom prst="rect">
            <a:avLst/>
          </a:prstGeom>
        </p:spPr>
      </p:pic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D41E58BF-0704-4D44-A9C3-55370EE08912}"/>
              </a:ext>
            </a:extLst>
          </p:cNvPr>
          <p:cNvSpPr/>
          <p:nvPr/>
        </p:nvSpPr>
        <p:spPr>
          <a:xfrm rot="19383682">
            <a:off x="-763575" y="524316"/>
            <a:ext cx="3484245" cy="562610"/>
          </a:xfrm>
          <a:prstGeom prst="roundRect">
            <a:avLst>
              <a:gd name="adj" fmla="val 0"/>
            </a:avLst>
          </a:prstGeom>
          <a:solidFill>
            <a:srgbClr val="FFFF66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SA" sz="1100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تصميــــم الأستـــاذ : حكيـــم بوزورداز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algn="ctr" rtl="1">
              <a:lnSpc>
                <a:spcPct val="107000"/>
              </a:lnSpc>
              <a:spcAft>
                <a:spcPts val="0"/>
              </a:spcAft>
            </a:pPr>
            <a:r>
              <a:rPr lang="ar-SA" sz="1100" b="1" dirty="0">
                <a:solidFill>
                  <a:srgbClr val="262626"/>
                </a:solidFill>
                <a:effectLst/>
                <a:ea typeface="Calibri" panose="020F0502020204030204" pitchFamily="34" charset="0"/>
                <a:cs typeface="DIN Next LT Arabic" panose="020B0503020203050203" pitchFamily="34" charset="-78"/>
              </a:rPr>
              <a:t>hbouzourdaz@gmail.com</a:t>
            </a:r>
            <a:endParaRPr lang="fr-FR" sz="1100" dirty="0">
              <a:effectLst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45" name="Rectangle: Rounded Corners 44">
            <a:extLst>
              <a:ext uri="{FF2B5EF4-FFF2-40B4-BE49-F238E27FC236}">
                <a16:creationId xmlns:a16="http://schemas.microsoft.com/office/drawing/2014/main" id="{5E46F8EC-B2F0-4C2C-A6F9-91EEC5CADAD2}"/>
              </a:ext>
            </a:extLst>
          </p:cNvPr>
          <p:cNvSpPr/>
          <p:nvPr/>
        </p:nvSpPr>
        <p:spPr>
          <a:xfrm>
            <a:off x="2558263" y="1289721"/>
            <a:ext cx="2284464" cy="362153"/>
          </a:xfrm>
          <a:prstGeom prst="roundRect">
            <a:avLst>
              <a:gd name="adj" fmla="val 50000"/>
            </a:avLst>
          </a:prstGeom>
          <a:solidFill>
            <a:srgbClr val="FFEAF3">
              <a:alpha val="30000"/>
            </a:srgbClr>
          </a:solidFill>
          <a:ln>
            <a:solidFill>
              <a:srgbClr val="D50054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DZ" sz="1400" dirty="0">
                <a:solidFill>
                  <a:srgbClr val="874356"/>
                </a:solidFill>
                <a:latin typeface="DIN Next LT Arabic Medium" panose="020B0603020203050203" pitchFamily="34" charset="-78"/>
                <a:cs typeface="DIN Next LT Arabic Medium" panose="020B0603020203050203" pitchFamily="34" charset="-78"/>
              </a:rPr>
              <a:t> الأستــــاذة : ........................</a:t>
            </a:r>
            <a:endParaRPr lang="fr-FR" sz="1400" dirty="0">
              <a:solidFill>
                <a:srgbClr val="874356"/>
              </a:solidFill>
              <a:latin typeface="DIN Next LT Arabic Medium" panose="020B0603020203050203" pitchFamily="34" charset="-78"/>
              <a:cs typeface="DIN Next LT Arabic Medium" panose="020B0603020203050203" pitchFamily="34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79025985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الأول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4611330"/>
              </p:ext>
            </p:extLst>
          </p:nvPr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2651953"/>
              </p:ext>
            </p:extLst>
          </p:nvPr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205795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01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79601566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الثاني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46890" y="10154813"/>
                <a:ext cx="3197456" cy="447676"/>
                <a:chOff x="2146890" y="10154813"/>
                <a:chExt cx="319745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46890" y="10207145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02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88318078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الثالث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46890" y="10154813"/>
                <a:ext cx="3197456" cy="447676"/>
                <a:chOff x="2146890" y="10154813"/>
                <a:chExt cx="319745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46890" y="10215489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03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5975688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الأول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201737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04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8129063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الثاني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74"/>
            <a:ext cx="7568261" cy="576226"/>
            <a:chOff x="-6998" y="10117174"/>
            <a:chExt cx="7568261" cy="576226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74"/>
              <a:ext cx="7568261" cy="576226"/>
              <a:chOff x="-6998" y="10117175"/>
              <a:chExt cx="7568261" cy="576226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75"/>
                <a:ext cx="7561263" cy="360009"/>
                <a:chOff x="1087856" y="4455595"/>
                <a:chExt cx="7667400" cy="223416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601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20441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05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4229528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الثالث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201737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06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20063482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الأول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214520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07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43252516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الثاني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46890" y="10154813"/>
                <a:ext cx="3197456" cy="447676"/>
                <a:chOff x="2146890" y="10154813"/>
                <a:chExt cx="319745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46890" y="10200632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08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41098151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الثالث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195858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09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2543936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الأول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195858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10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1020014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الثاني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213722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11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154590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الثالث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46890" y="10154813"/>
                <a:ext cx="3197456" cy="447676"/>
                <a:chOff x="2146890" y="10154813"/>
                <a:chExt cx="319745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46890" y="10197640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12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6467356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الأول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197640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13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32825197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الثاني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46890" y="10154813"/>
                <a:ext cx="3197456" cy="447676"/>
                <a:chOff x="2146890" y="10154813"/>
                <a:chExt cx="319745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46890" y="10195858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14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05063479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الثالث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46890" y="10154813"/>
                <a:ext cx="3197456" cy="447676"/>
                <a:chOff x="2146890" y="10154813"/>
                <a:chExt cx="319745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46890" y="10195858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15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88337963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الأول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46890" y="10154813"/>
                <a:ext cx="3197456" cy="447676"/>
                <a:chOff x="2146890" y="10154813"/>
                <a:chExt cx="319745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46890" y="10199411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16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37054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الثاني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211262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17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4763963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الثالث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213722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18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75600848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الأول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207145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19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05859216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الثاني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186381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20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6073747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الثالث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4428" y="10154813"/>
                <a:ext cx="3149918" cy="447676"/>
                <a:chOff x="2194428" y="10154813"/>
                <a:chExt cx="3149918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4428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21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5570066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الأول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4428" y="10154813"/>
                <a:ext cx="3149918" cy="447676"/>
                <a:chOff x="2194428" y="10154813"/>
                <a:chExt cx="3149918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4428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22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71286256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الثاني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46890" y="10154813"/>
                <a:ext cx="3197456" cy="447676"/>
                <a:chOff x="2146890" y="10154813"/>
                <a:chExt cx="319745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46890" y="10224370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23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8465830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الثالث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186381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24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58696030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الأول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4428" y="10154813"/>
                <a:ext cx="3149918" cy="447676"/>
                <a:chOff x="2194428" y="10154813"/>
                <a:chExt cx="3149918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4428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27449115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الثاني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46890" y="10154813"/>
                <a:ext cx="3197456" cy="447676"/>
                <a:chOff x="2146890" y="10154813"/>
                <a:chExt cx="319745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46890" y="10224370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4100950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7" name="Groupe 56"/>
          <p:cNvGrpSpPr/>
          <p:nvPr/>
        </p:nvGrpSpPr>
        <p:grpSpPr>
          <a:xfrm>
            <a:off x="485516" y="203094"/>
            <a:ext cx="6627618" cy="391911"/>
            <a:chOff x="366991" y="256251"/>
            <a:chExt cx="4191332" cy="391911"/>
          </a:xfrm>
          <a:solidFill>
            <a:srgbClr val="D50054"/>
          </a:solidFill>
        </p:grpSpPr>
        <p:cxnSp>
          <p:nvCxnSpPr>
            <p:cNvPr id="58" name="Connecteur droit 57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grpFill/>
            <a:ln w="28575">
              <a:solidFill>
                <a:srgbClr val="FA61A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ogner un rectangle à un seul coin 63"/>
            <p:cNvSpPr/>
            <p:nvPr/>
          </p:nvSpPr>
          <p:spPr>
            <a:xfrm flipH="1">
              <a:off x="3556544" y="256251"/>
              <a:ext cx="1001779" cy="381925"/>
            </a:xfrm>
            <a:prstGeom prst="snip1Rect">
              <a:avLst>
                <a:gd name="adj" fmla="val 50000"/>
              </a:avLst>
            </a:prstGeom>
            <a:grpFill/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دفتر التنقيط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Rectangle à coins arrondis 64"/>
            <p:cNvSpPr/>
            <p:nvPr/>
          </p:nvSpPr>
          <p:spPr>
            <a:xfrm>
              <a:off x="1572027" y="267162"/>
              <a:ext cx="1738765" cy="381000"/>
            </a:xfrm>
            <a:prstGeom prst="roundRect">
              <a:avLst>
                <a:gd name="adj" fmla="val 50000"/>
              </a:avLst>
            </a:prstGeom>
            <a:grpFill/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indent="85725" algn="ctr" defTabSz="914285" rtl="1"/>
              <a:r>
                <a:rPr lang="ar-DZ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الفـــصـــل الثالث  </a:t>
              </a:r>
              <a:r>
                <a:rPr lang="fr-FR" sz="18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   2024 - 2023  I</a:t>
              </a:r>
              <a:endParaRPr lang="fr-FR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sp>
        <p:nvSpPr>
          <p:cNvPr id="66" name="Rogner un rectangle à un seul coin 65"/>
          <p:cNvSpPr/>
          <p:nvPr/>
        </p:nvSpPr>
        <p:spPr>
          <a:xfrm>
            <a:off x="395748" y="189227"/>
            <a:ext cx="1656293" cy="381925"/>
          </a:xfrm>
          <a:prstGeom prst="snip1Rect">
            <a:avLst>
              <a:gd name="adj" fmla="val 50000"/>
            </a:avLst>
          </a:prstGeom>
          <a:solidFill>
            <a:srgbClr val="D50054"/>
          </a:solidFill>
          <a:ln>
            <a:noFill/>
          </a:ln>
          <a:effectLst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36000" numCol="1" rtlCol="0" anchor="b"/>
          <a:lstStyle/>
          <a:p>
            <a:pPr indent="85725" algn="ctr" defTabSz="914285" rtl="1"/>
            <a:r>
              <a:rPr lang="ar-DZ" sz="1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قسم :  ............</a:t>
            </a:r>
            <a:endParaRPr lang="fr-FR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4" name="Tableau 23"/>
          <p:cNvGraphicFramePr>
            <a:graphicFrameLocks noGrp="1"/>
          </p:cNvGraphicFramePr>
          <p:nvPr/>
        </p:nvGraphicFramePr>
        <p:xfrm>
          <a:off x="413468" y="771574"/>
          <a:ext cx="6708310" cy="81595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2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09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11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551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96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282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069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102602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154769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87944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</a:tblGrid>
              <a:tr h="288358"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المعدل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الاختبار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معدل النشطات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الفرض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  <a:p>
                      <a:pPr algn="ctr"/>
                      <a:r>
                        <a:rPr lang="fr-FR" sz="1200" b="0" dirty="0">
                          <a:solidFill>
                            <a:srgbClr val="874356"/>
                          </a:solidFill>
                          <a:latin typeface="Bodoni MT Black" pitchFamily="18" charset="0"/>
                          <a:cs typeface="+mn-cs"/>
                          <a:sym typeface="Wingdings"/>
                        </a:rPr>
                        <a:t>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التقويم المستمر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شبكة التقويم</a:t>
                      </a:r>
                      <a:endParaRPr kumimoji="0" lang="fr-FR" sz="12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rowSpan="2" gridSpan="5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الغيابات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الإسم الكامل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الرقم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358"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9569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solidFill>
                          <a:srgbClr val="002060"/>
                        </a:solidFill>
                        <a:latin typeface="Bodoni MT Black" pitchFamily="18" charset="0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rtl="1" eaLnBrk="1" latinLnBrk="0" hangingPunct="1"/>
                      <a:endParaRPr kumimoji="0" lang="fr-FR" sz="1400" b="0" kern="1200" dirty="0">
                        <a:solidFill>
                          <a:srgbClr val="C00000"/>
                        </a:solidFill>
                        <a:latin typeface="Franklin Gothic Medium" pitchFamily="34" charset="0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1" eaLnBrk="1" latinLnBrk="0" hangingPunct="1"/>
                      <a:r>
                        <a:rPr kumimoji="0" lang="ar-DZ" sz="1000" b="1" kern="120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ea typeface="+mn-ea"/>
                          <a:cs typeface="Sakkal Majalla" panose="02000000000000000000" pitchFamily="2" charset="-78"/>
                        </a:rPr>
                        <a:t>الوظائف</a:t>
                      </a:r>
                      <a:endParaRPr kumimoji="0" lang="fr-FR" sz="1000" b="1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السلوك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المشاركة</a:t>
                      </a:r>
                      <a:endParaRPr lang="fr-FR" sz="10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DZ" sz="1050" b="0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الكراس</a:t>
                      </a:r>
                      <a:endParaRPr lang="fr-FR" sz="1050" b="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algn="ctr" rtl="1"/>
                      <a:endParaRPr lang="fr-FR" sz="1400" b="0" dirty="0">
                        <a:solidFill>
                          <a:srgbClr val="C00000"/>
                        </a:solidFill>
                        <a:latin typeface="Franklin Gothic Medium" pitchFamily="34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400" dirty="0">
                        <a:solidFill>
                          <a:srgbClr val="C00000"/>
                        </a:solidFill>
                        <a:latin typeface="Bodoni MT Black" pitchFamily="18" charset="0"/>
                        <a:cs typeface="(AH) Manal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EDB0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1" dirty="0">
                        <a:solidFill>
                          <a:schemeClr val="bg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2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000"/>
                        </a:lnSpc>
                      </a:pPr>
                      <a:endParaRPr lang="fr-FR" sz="700" spc="1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00"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4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02</a:t>
                      </a:r>
                      <a:endParaRPr lang="fr-FR" sz="14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9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03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04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05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06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07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08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09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10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11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2D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12</a:t>
                      </a:r>
                      <a:endParaRPr lang="fr-FR" sz="1300" b="1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700" baseline="0" dirty="0">
                        <a:solidFill>
                          <a:srgbClr val="2D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r" rtl="1"/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512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16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512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17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18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19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20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21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kern="12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MA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22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2600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23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26000"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dirty="0"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r" rtl="1"/>
                      <a:endParaRPr lang="fr-FR" sz="1200" b="1" dirty="0"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24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6102782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2370741"/>
                  </a:ext>
                </a:extLst>
              </a:tr>
              <a:tr h="127440"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12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 . . . . . . . . . . . . . . . . . . . . . . . . .</a:t>
                      </a:r>
                      <a:endParaRPr lang="fr-FR" sz="12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0" marR="72000" marT="36000" marB="3600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/>
                      <a:r>
                        <a:rPr lang="ar-DZ" sz="13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25</a:t>
                      </a:r>
                      <a:endParaRPr lang="fr-FR" sz="1300" b="1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600723"/>
                  </a:ext>
                </a:extLst>
              </a:tr>
              <a:tr h="12744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000" baseline="0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9037434"/>
                  </a:ext>
                </a:extLst>
              </a:tr>
            </a:tbl>
          </a:graphicData>
        </a:graphic>
      </p:graphicFrame>
      <p:graphicFrame>
        <p:nvGraphicFramePr>
          <p:cNvPr id="26" name="Tableau 25"/>
          <p:cNvGraphicFramePr>
            <a:graphicFrameLocks noGrp="1"/>
          </p:cNvGraphicFramePr>
          <p:nvPr/>
        </p:nvGraphicFramePr>
        <p:xfrm>
          <a:off x="404396" y="9117645"/>
          <a:ext cx="6717382" cy="75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9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77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6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99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044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123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أعلى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1"/>
                      <a:r>
                        <a:rPr lang="ar-DZ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الإحصاء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أدنى نقطة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b="1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نسبة الحاصلين على</a:t>
                      </a:r>
                      <a:r>
                        <a:rPr lang="ar-MA" sz="1400" b="1" baseline="0" dirty="0">
                          <a:solidFill>
                            <a:srgbClr val="874356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 المعدل</a:t>
                      </a:r>
                      <a:endParaRPr lang="fr-FR" sz="1400" b="1" dirty="0">
                        <a:solidFill>
                          <a:srgbClr val="87435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EF6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3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36000" marR="36000" marT="0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Rectangle 29"/>
          <p:cNvSpPr/>
          <p:nvPr/>
        </p:nvSpPr>
        <p:spPr>
          <a:xfrm>
            <a:off x="-6997" y="-19048"/>
            <a:ext cx="7569214" cy="94781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indent="85725" algn="ctr" defTabSz="914285" rtl="1"/>
            <a:endParaRPr lang="fr-FR" sz="300" b="1" dirty="0">
              <a:solidFill>
                <a:srgbClr val="002060"/>
              </a:solidFill>
              <a:latin typeface="Segoe Print" pitchFamily="2" charset="0"/>
              <a:cs typeface="Traditional Arabic" pitchFamily="2" charset="-78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377602-270E-44D5-9908-29B14781EF9C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8" name="Groupe 39">
              <a:extLst>
                <a:ext uri="{FF2B5EF4-FFF2-40B4-BE49-F238E27FC236}">
                  <a16:creationId xmlns:a16="http://schemas.microsoft.com/office/drawing/2014/main" id="{3FBD8D49-1431-41A5-A084-C743FD412BF3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3" name="Groupe 42">
                <a:extLst>
                  <a:ext uri="{FF2B5EF4-FFF2-40B4-BE49-F238E27FC236}">
                    <a16:creationId xmlns:a16="http://schemas.microsoft.com/office/drawing/2014/main" id="{F8C24BFE-B69F-4254-AEAB-536001377404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41" name="Organigramme : Terminateur 12">
                  <a:extLst>
                    <a:ext uri="{FF2B5EF4-FFF2-40B4-BE49-F238E27FC236}">
                      <a16:creationId xmlns:a16="http://schemas.microsoft.com/office/drawing/2014/main" id="{760B96A5-D094-4E1B-A129-7E2E4380832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2" name="Organigramme : Processus 64">
                  <a:extLst>
                    <a:ext uri="{FF2B5EF4-FFF2-40B4-BE49-F238E27FC236}">
                      <a16:creationId xmlns:a16="http://schemas.microsoft.com/office/drawing/2014/main" id="{378D5A10-38B0-4DA9-84F6-EA2B66AF3268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4" name="Groupe 45">
                <a:extLst>
                  <a:ext uri="{FF2B5EF4-FFF2-40B4-BE49-F238E27FC236}">
                    <a16:creationId xmlns:a16="http://schemas.microsoft.com/office/drawing/2014/main" id="{094E5FE3-FDB3-4CE8-B297-CD203C61A164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9" name="Forme libre 61">
                  <a:extLst>
                    <a:ext uri="{FF2B5EF4-FFF2-40B4-BE49-F238E27FC236}">
                      <a16:creationId xmlns:a16="http://schemas.microsoft.com/office/drawing/2014/main" id="{C9B9A75E-DFA8-49A3-9369-98B75BFF5488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0" name="Forme libre 62">
                  <a:extLst>
                    <a:ext uri="{FF2B5EF4-FFF2-40B4-BE49-F238E27FC236}">
                      <a16:creationId xmlns:a16="http://schemas.microsoft.com/office/drawing/2014/main" id="{D6573D1D-152D-46F8-AA45-21256B3DA621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5" name="Groupe 46">
                <a:extLst>
                  <a:ext uri="{FF2B5EF4-FFF2-40B4-BE49-F238E27FC236}">
                    <a16:creationId xmlns:a16="http://schemas.microsoft.com/office/drawing/2014/main" id="{AEBE62B2-1877-4892-B18E-5957D935A600}"/>
                  </a:ext>
                </a:extLst>
              </p:cNvPr>
              <p:cNvGrpSpPr/>
              <p:nvPr/>
            </p:nvGrpSpPr>
            <p:grpSpPr>
              <a:xfrm>
                <a:off x="2190220" y="10154813"/>
                <a:ext cx="3154126" cy="447676"/>
                <a:chOff x="2190220" y="10154813"/>
                <a:chExt cx="3154126" cy="447676"/>
              </a:xfrm>
              <a:grpFill/>
            </p:grpSpPr>
            <p:cxnSp>
              <p:nvCxnSpPr>
                <p:cNvPr id="36" name="Connecteur droit 57">
                  <a:extLst>
                    <a:ext uri="{FF2B5EF4-FFF2-40B4-BE49-F238E27FC236}">
                      <a16:creationId xmlns:a16="http://schemas.microsoft.com/office/drawing/2014/main" id="{EA2B19B0-7B20-480A-8BE5-96D9A5651AB8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16C3B209-383A-4467-B7CE-779425D94D46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89144270-9C10-49AD-B185-301D243E6D83}"/>
                    </a:ext>
                  </a:extLst>
                </p:cNvPr>
                <p:cNvSpPr/>
                <p:nvPr/>
              </p:nvSpPr>
              <p:spPr>
                <a:xfrm>
                  <a:off x="2190220" y="10186381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دفتر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التنقيط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AEF0CF-FE11-4B80-AE27-60BEA2703FFD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31" name="Arrondir un rectangle avec un coin du même côté 1">
                <a:extLst>
                  <a:ext uri="{FF2B5EF4-FFF2-40B4-BE49-F238E27FC236}">
                    <a16:creationId xmlns:a16="http://schemas.microsoft.com/office/drawing/2014/main" id="{2424126B-153B-421D-BF24-219B745C2F0A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2" name="Connecteur droit 41">
                <a:extLst>
                  <a:ext uri="{FF2B5EF4-FFF2-40B4-BE49-F238E27FC236}">
                    <a16:creationId xmlns:a16="http://schemas.microsoft.com/office/drawing/2014/main" id="{2489CDEF-6029-4F03-B3DE-D113ECC96707}"/>
                  </a:ext>
                </a:extLst>
              </p:cNvPr>
              <p:cNvCxnSpPr>
                <a:stCxn id="31" idx="0"/>
                <a:endCxn id="31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80336438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au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0695405"/>
              </p:ext>
            </p:extLst>
          </p:nvPr>
        </p:nvGraphicFramePr>
        <p:xfrm>
          <a:off x="571153" y="847581"/>
          <a:ext cx="6372006" cy="2858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60000">
                <a:tc gridSpan="9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قسم : ...........................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المكتب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4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kern="1200" dirty="0">
                        <a:solidFill>
                          <a:schemeClr val="tx1"/>
                        </a:solidFill>
                        <a:latin typeface="Sakkal Majalla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0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0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60" name="Groupe 59"/>
          <p:cNvGrpSpPr/>
          <p:nvPr/>
        </p:nvGrpSpPr>
        <p:grpSpPr>
          <a:xfrm>
            <a:off x="449332" y="329708"/>
            <a:ext cx="6791459" cy="836519"/>
            <a:chOff x="-114300" y="239807"/>
            <a:chExt cx="6610349" cy="836519"/>
          </a:xfrm>
        </p:grpSpPr>
        <p:grpSp>
          <p:nvGrpSpPr>
            <p:cNvPr id="61" name="Groupe 60"/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63" name="Connecteur droit 62"/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Demi-cadre 63"/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solidFill>
                  <a:srgbClr val="FA61A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62" name="Rogner un rectangle à un seul coin 61"/>
            <p:cNvSpPr/>
            <p:nvPr/>
          </p:nvSpPr>
          <p:spPr>
            <a:xfrm>
              <a:off x="4119247" y="239807"/>
              <a:ext cx="1690898" cy="379318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20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مخطط الجلوس</a:t>
              </a:r>
              <a:endParaRPr lang="fr-FR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aphicFrame>
        <p:nvGraphicFramePr>
          <p:cNvPr id="25" name="Tableau 64">
            <a:extLst>
              <a:ext uri="{FF2B5EF4-FFF2-40B4-BE49-F238E27FC236}">
                <a16:creationId xmlns:a16="http://schemas.microsoft.com/office/drawing/2014/main" id="{48378A92-A40B-4197-B5D4-253761F4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3332022"/>
              </p:ext>
            </p:extLst>
          </p:nvPr>
        </p:nvGraphicFramePr>
        <p:xfrm>
          <a:off x="571153" y="3887342"/>
          <a:ext cx="6372006" cy="2858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60000">
                <a:tc gridSpan="9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قسم : ...........................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المكتب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4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kern="1200" dirty="0">
                        <a:solidFill>
                          <a:schemeClr val="tx1"/>
                        </a:solidFill>
                        <a:latin typeface="Sakkal Majalla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0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0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40" name="Tableau 64">
            <a:extLst>
              <a:ext uri="{FF2B5EF4-FFF2-40B4-BE49-F238E27FC236}">
                <a16:creationId xmlns:a16="http://schemas.microsoft.com/office/drawing/2014/main" id="{2F24B898-C758-4CE8-8F50-A1B4EB410D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6786085"/>
              </p:ext>
            </p:extLst>
          </p:nvPr>
        </p:nvGraphicFramePr>
        <p:xfrm>
          <a:off x="571153" y="6943146"/>
          <a:ext cx="6372006" cy="2858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60000">
                <a:tc gridSpan="9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قسم : ...........................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المكتب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4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kern="1200" dirty="0">
                        <a:solidFill>
                          <a:schemeClr val="tx1"/>
                        </a:solidFill>
                        <a:latin typeface="Sakkal Majalla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0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0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42" name="Group 41">
            <a:extLst>
              <a:ext uri="{FF2B5EF4-FFF2-40B4-BE49-F238E27FC236}">
                <a16:creationId xmlns:a16="http://schemas.microsoft.com/office/drawing/2014/main" id="{E09715AA-B807-4643-A9FE-16B94BF4D7E7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43" name="Groupe 39">
              <a:extLst>
                <a:ext uri="{FF2B5EF4-FFF2-40B4-BE49-F238E27FC236}">
                  <a16:creationId xmlns:a16="http://schemas.microsoft.com/office/drawing/2014/main" id="{0ADA71EF-0053-4040-8B95-1483238DA7CB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47" name="Groupe 42">
                <a:extLst>
                  <a:ext uri="{FF2B5EF4-FFF2-40B4-BE49-F238E27FC236}">
                    <a16:creationId xmlns:a16="http://schemas.microsoft.com/office/drawing/2014/main" id="{B6C16AC8-FF48-497D-82D9-0B3FEAC8EFCA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58" name="Organigramme : Terminateur 12">
                  <a:extLst>
                    <a:ext uri="{FF2B5EF4-FFF2-40B4-BE49-F238E27FC236}">
                      <a16:creationId xmlns:a16="http://schemas.microsoft.com/office/drawing/2014/main" id="{E10DBC62-0EAA-4337-A188-9C62AE6DBC5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9" name="Organigramme : Processus 64">
                  <a:extLst>
                    <a:ext uri="{FF2B5EF4-FFF2-40B4-BE49-F238E27FC236}">
                      <a16:creationId xmlns:a16="http://schemas.microsoft.com/office/drawing/2014/main" id="{772A55F7-8979-4983-A9C1-F62A6CF13042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48" name="Groupe 45">
                <a:extLst>
                  <a:ext uri="{FF2B5EF4-FFF2-40B4-BE49-F238E27FC236}">
                    <a16:creationId xmlns:a16="http://schemas.microsoft.com/office/drawing/2014/main" id="{8159B2C4-543E-4096-B6A0-AAA9B2129838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53" name="Forme libre 61">
                  <a:extLst>
                    <a:ext uri="{FF2B5EF4-FFF2-40B4-BE49-F238E27FC236}">
                      <a16:creationId xmlns:a16="http://schemas.microsoft.com/office/drawing/2014/main" id="{0D225AC3-52A6-4222-9DEE-CFB0AC21B3F0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57" name="Forme libre 62">
                  <a:extLst>
                    <a:ext uri="{FF2B5EF4-FFF2-40B4-BE49-F238E27FC236}">
                      <a16:creationId xmlns:a16="http://schemas.microsoft.com/office/drawing/2014/main" id="{AA20D961-3BDC-4009-9CA2-887B448FF44E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49" name="Groupe 46">
                <a:extLst>
                  <a:ext uri="{FF2B5EF4-FFF2-40B4-BE49-F238E27FC236}">
                    <a16:creationId xmlns:a16="http://schemas.microsoft.com/office/drawing/2014/main" id="{216D02D5-4A88-499E-B82E-D709CD1450E6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50" name="Connecteur droit 57">
                  <a:extLst>
                    <a:ext uri="{FF2B5EF4-FFF2-40B4-BE49-F238E27FC236}">
                      <a16:creationId xmlns:a16="http://schemas.microsoft.com/office/drawing/2014/main" id="{7A1B8BEF-A41F-476C-ABD4-79772580F8C7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7360BDF5-9D90-4997-98D7-FC9B7111574C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4D0E5B36-59D6-4E77-99EA-B0F059BF7A4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مخطط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الجلوس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6DF3072A-FFC9-4C6F-8A82-2A9EB33A3810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45" name="Arrondir un rectangle avec un coin du même côté 1">
                <a:extLst>
                  <a:ext uri="{FF2B5EF4-FFF2-40B4-BE49-F238E27FC236}">
                    <a16:creationId xmlns:a16="http://schemas.microsoft.com/office/drawing/2014/main" id="{E6F80C06-A2FF-42B2-B69F-677D84B04535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07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46" name="Connecteur droit 41">
                <a:extLst>
                  <a:ext uri="{FF2B5EF4-FFF2-40B4-BE49-F238E27FC236}">
                    <a16:creationId xmlns:a16="http://schemas.microsoft.com/office/drawing/2014/main" id="{BAE317F4-19B0-4EB7-94BA-CEEE64DB49A1}"/>
                  </a:ext>
                </a:extLst>
              </p:cNvPr>
              <p:cNvCxnSpPr>
                <a:stCxn id="45" idx="0"/>
                <a:endCxn id="45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4706366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au 64"/>
          <p:cNvGraphicFramePr>
            <a:graphicFrameLocks noGrp="1"/>
          </p:cNvGraphicFramePr>
          <p:nvPr/>
        </p:nvGraphicFramePr>
        <p:xfrm>
          <a:off x="571153" y="847581"/>
          <a:ext cx="6372006" cy="2858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60000">
                <a:tc gridSpan="9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قسم : ...........................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المكتب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4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kern="1200" dirty="0">
                        <a:solidFill>
                          <a:schemeClr val="tx1"/>
                        </a:solidFill>
                        <a:latin typeface="Sakkal Majalla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0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0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60" name="Groupe 59"/>
          <p:cNvGrpSpPr/>
          <p:nvPr/>
        </p:nvGrpSpPr>
        <p:grpSpPr>
          <a:xfrm>
            <a:off x="449332" y="329708"/>
            <a:ext cx="6791459" cy="836519"/>
            <a:chOff x="-114300" y="239807"/>
            <a:chExt cx="6610349" cy="836519"/>
          </a:xfrm>
        </p:grpSpPr>
        <p:grpSp>
          <p:nvGrpSpPr>
            <p:cNvPr id="61" name="Groupe 60"/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63" name="Connecteur droit 62"/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Demi-cadre 63"/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solidFill>
                  <a:srgbClr val="FA61A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62" name="Rogner un rectangle à un seul coin 61"/>
            <p:cNvSpPr/>
            <p:nvPr/>
          </p:nvSpPr>
          <p:spPr>
            <a:xfrm>
              <a:off x="4119247" y="239807"/>
              <a:ext cx="1690898" cy="379318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20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مخطط الجلوس</a:t>
              </a:r>
              <a:endParaRPr lang="fr-FR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aphicFrame>
        <p:nvGraphicFramePr>
          <p:cNvPr id="25" name="Tableau 64">
            <a:extLst>
              <a:ext uri="{FF2B5EF4-FFF2-40B4-BE49-F238E27FC236}">
                <a16:creationId xmlns:a16="http://schemas.microsoft.com/office/drawing/2014/main" id="{48378A92-A40B-4197-B5D4-253761F4DBF7}"/>
              </a:ext>
            </a:extLst>
          </p:cNvPr>
          <p:cNvGraphicFramePr>
            <a:graphicFrameLocks noGrp="1"/>
          </p:cNvGraphicFramePr>
          <p:nvPr/>
        </p:nvGraphicFramePr>
        <p:xfrm>
          <a:off x="571153" y="3887342"/>
          <a:ext cx="6372006" cy="2858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60000">
                <a:tc gridSpan="9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قسم : ...........................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المكتب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4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kern="1200" dirty="0">
                        <a:solidFill>
                          <a:schemeClr val="tx1"/>
                        </a:solidFill>
                        <a:latin typeface="Sakkal Majalla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0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0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40" name="Tableau 64">
            <a:extLst>
              <a:ext uri="{FF2B5EF4-FFF2-40B4-BE49-F238E27FC236}">
                <a16:creationId xmlns:a16="http://schemas.microsoft.com/office/drawing/2014/main" id="{2F24B898-C758-4CE8-8F50-A1B4EB410DC5}"/>
              </a:ext>
            </a:extLst>
          </p:cNvPr>
          <p:cNvGraphicFramePr>
            <a:graphicFrameLocks noGrp="1"/>
          </p:cNvGraphicFramePr>
          <p:nvPr/>
        </p:nvGraphicFramePr>
        <p:xfrm>
          <a:off x="571153" y="6943146"/>
          <a:ext cx="6372006" cy="2858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0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80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200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60000">
                <a:tc gridSpan="9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قسم : ...........................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r>
                        <a:rPr lang="ar-DZ" sz="20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المكتب</a:t>
                      </a:r>
                      <a:endParaRPr lang="fr-FR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50054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4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3E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D5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kern="1200" dirty="0">
                        <a:solidFill>
                          <a:schemeClr val="tx1"/>
                        </a:solidFill>
                        <a:latin typeface="Sakkal Majalla" pitchFamily="2" charset="-78"/>
                        <a:ea typeface="+mn-ea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5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0000"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A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0000">
                <a:tc gridSpan="1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7435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b="0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600" b="1" dirty="0">
                        <a:latin typeface="Sakkal Majalla" pitchFamily="2" charset="-78"/>
                        <a:cs typeface="(AH) Manal Bold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42" name="Group 41">
            <a:extLst>
              <a:ext uri="{FF2B5EF4-FFF2-40B4-BE49-F238E27FC236}">
                <a16:creationId xmlns:a16="http://schemas.microsoft.com/office/drawing/2014/main" id="{E09715AA-B807-4643-A9FE-16B94BF4D7E7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43" name="Groupe 39">
              <a:extLst>
                <a:ext uri="{FF2B5EF4-FFF2-40B4-BE49-F238E27FC236}">
                  <a16:creationId xmlns:a16="http://schemas.microsoft.com/office/drawing/2014/main" id="{0ADA71EF-0053-4040-8B95-1483238DA7CB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47" name="Groupe 42">
                <a:extLst>
                  <a:ext uri="{FF2B5EF4-FFF2-40B4-BE49-F238E27FC236}">
                    <a16:creationId xmlns:a16="http://schemas.microsoft.com/office/drawing/2014/main" id="{B6C16AC8-FF48-497D-82D9-0B3FEAC8EFCA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58" name="Organigramme : Terminateur 12">
                  <a:extLst>
                    <a:ext uri="{FF2B5EF4-FFF2-40B4-BE49-F238E27FC236}">
                      <a16:creationId xmlns:a16="http://schemas.microsoft.com/office/drawing/2014/main" id="{E10DBC62-0EAA-4337-A188-9C62AE6DBC5B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9" name="Organigramme : Processus 64">
                  <a:extLst>
                    <a:ext uri="{FF2B5EF4-FFF2-40B4-BE49-F238E27FC236}">
                      <a16:creationId xmlns:a16="http://schemas.microsoft.com/office/drawing/2014/main" id="{772A55F7-8979-4983-A9C1-F62A6CF13042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48" name="Groupe 45">
                <a:extLst>
                  <a:ext uri="{FF2B5EF4-FFF2-40B4-BE49-F238E27FC236}">
                    <a16:creationId xmlns:a16="http://schemas.microsoft.com/office/drawing/2014/main" id="{8159B2C4-543E-4096-B6A0-AAA9B2129838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53" name="Forme libre 61">
                  <a:extLst>
                    <a:ext uri="{FF2B5EF4-FFF2-40B4-BE49-F238E27FC236}">
                      <a16:creationId xmlns:a16="http://schemas.microsoft.com/office/drawing/2014/main" id="{0D225AC3-52A6-4222-9DEE-CFB0AC21B3F0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57" name="Forme libre 62">
                  <a:extLst>
                    <a:ext uri="{FF2B5EF4-FFF2-40B4-BE49-F238E27FC236}">
                      <a16:creationId xmlns:a16="http://schemas.microsoft.com/office/drawing/2014/main" id="{AA20D961-3BDC-4009-9CA2-887B448FF44E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49" name="Groupe 46">
                <a:extLst>
                  <a:ext uri="{FF2B5EF4-FFF2-40B4-BE49-F238E27FC236}">
                    <a16:creationId xmlns:a16="http://schemas.microsoft.com/office/drawing/2014/main" id="{216D02D5-4A88-499E-B82E-D709CD1450E6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50" name="Connecteur droit 57">
                  <a:extLst>
                    <a:ext uri="{FF2B5EF4-FFF2-40B4-BE49-F238E27FC236}">
                      <a16:creationId xmlns:a16="http://schemas.microsoft.com/office/drawing/2014/main" id="{7A1B8BEF-A41F-476C-ABD4-79772580F8C7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7360BDF5-9D90-4997-98D7-FC9B7111574C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4D0E5B36-59D6-4E77-99EA-B0F059BF7A45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مخطط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الجلوس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6DF3072A-FFC9-4C6F-8A82-2A9EB33A3810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45" name="Arrondir un rectangle avec un coin du même côté 1">
                <a:extLst>
                  <a:ext uri="{FF2B5EF4-FFF2-40B4-BE49-F238E27FC236}">
                    <a16:creationId xmlns:a16="http://schemas.microsoft.com/office/drawing/2014/main" id="{E6F80C06-A2FF-42B2-B69F-677D84B04535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08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46" name="Connecteur droit 41">
                <a:extLst>
                  <a:ext uri="{FF2B5EF4-FFF2-40B4-BE49-F238E27FC236}">
                    <a16:creationId xmlns:a16="http://schemas.microsoft.com/office/drawing/2014/main" id="{BAE317F4-19B0-4EB7-94BA-CEEE64DB49A1}"/>
                  </a:ext>
                </a:extLst>
              </p:cNvPr>
              <p:cNvCxnSpPr>
                <a:stCxn id="45" idx="0"/>
                <a:endCxn id="45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84796074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Arrondir un rectangle avec un coin du même côté 92"/>
          <p:cNvSpPr/>
          <p:nvPr/>
        </p:nvSpPr>
        <p:spPr>
          <a:xfrm>
            <a:off x="381777" y="1205130"/>
            <a:ext cx="6853065" cy="8785852"/>
          </a:xfrm>
          <a:prstGeom prst="round2SameRect">
            <a:avLst>
              <a:gd name="adj1" fmla="val 1330"/>
              <a:gd name="adj2" fmla="val 0"/>
            </a:avLst>
          </a:prstGeom>
          <a:solidFill>
            <a:srgbClr val="FFEAF3"/>
          </a:solidFill>
          <a:ln w="19050" cap="flat" cmpd="sng" algn="ctr">
            <a:solidFill>
              <a:srgbClr val="D50054"/>
            </a:solidFill>
            <a:prstDash val="solid"/>
          </a:ln>
          <a:effectLst/>
        </p:spPr>
        <p:txBody>
          <a:bodyPr tIns="72000" rtlCol="0" anchor="t"/>
          <a:lstStyle/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</a:p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MA" sz="1000" dirty="0">
              <a:solidFill>
                <a:prstClr val="black"/>
              </a:solidFill>
              <a:cs typeface="SC_ALYERMOOK" pitchFamily="2" charset="-78"/>
            </a:endParaRPr>
          </a:p>
        </p:txBody>
      </p:sp>
      <p:sp>
        <p:nvSpPr>
          <p:cNvPr id="94" name="Demi-cadre 93"/>
          <p:cNvSpPr/>
          <p:nvPr/>
        </p:nvSpPr>
        <p:spPr>
          <a:xfrm rot="16200000">
            <a:off x="-160326" y="8363667"/>
            <a:ext cx="2188506" cy="110430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sp>
        <p:nvSpPr>
          <p:cNvPr id="91" name="Rectangle 90"/>
          <p:cNvSpPr/>
          <p:nvPr/>
        </p:nvSpPr>
        <p:spPr>
          <a:xfrm>
            <a:off x="4372686" y="233065"/>
            <a:ext cx="2799247" cy="4841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>
              <a:defRPr/>
            </a:pPr>
            <a:r>
              <a:rPr lang="ar-DZ" sz="2400" b="1" kern="0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rPr>
              <a:t>البطاقة الفنية للأستاذ :</a:t>
            </a:r>
            <a:endParaRPr lang="ar-MA" sz="1800" b="1" kern="0" dirty="0">
              <a:solidFill>
                <a:schemeClr val="bg1"/>
              </a:solidFill>
              <a:latin typeface="Sakkal Majalla" pitchFamily="2" charset="-78"/>
              <a:cs typeface="Sakkal Majalla" pitchFamily="2" charset="-78"/>
            </a:endParaRPr>
          </a:p>
        </p:txBody>
      </p:sp>
      <p:sp>
        <p:nvSpPr>
          <p:cNvPr id="61" name="Demi-cadre 60"/>
          <p:cNvSpPr/>
          <p:nvPr/>
        </p:nvSpPr>
        <p:spPr>
          <a:xfrm rot="16200000" flipV="1">
            <a:off x="5661839" y="8413489"/>
            <a:ext cx="2000615" cy="114539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grpSp>
        <p:nvGrpSpPr>
          <p:cNvPr id="38" name="Groupe 59">
            <a:extLst>
              <a:ext uri="{FF2B5EF4-FFF2-40B4-BE49-F238E27FC236}">
                <a16:creationId xmlns:a16="http://schemas.microsoft.com/office/drawing/2014/main" id="{F41039E1-CA43-4CED-B74F-7DC2BA58F772}"/>
              </a:ext>
            </a:extLst>
          </p:cNvPr>
          <p:cNvGrpSpPr/>
          <p:nvPr/>
        </p:nvGrpSpPr>
        <p:grpSpPr>
          <a:xfrm>
            <a:off x="449332" y="329708"/>
            <a:ext cx="6791459" cy="836519"/>
            <a:chOff x="-114300" y="239807"/>
            <a:chExt cx="6610349" cy="836519"/>
          </a:xfrm>
        </p:grpSpPr>
        <p:grpSp>
          <p:nvGrpSpPr>
            <p:cNvPr id="39" name="Groupe 60">
              <a:extLst>
                <a:ext uri="{FF2B5EF4-FFF2-40B4-BE49-F238E27FC236}">
                  <a16:creationId xmlns:a16="http://schemas.microsoft.com/office/drawing/2014/main" id="{DF5B9078-00DA-4F66-A5DC-638E1A2FC7C0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45" name="Connecteur droit 62">
                <a:extLst>
                  <a:ext uri="{FF2B5EF4-FFF2-40B4-BE49-F238E27FC236}">
                    <a16:creationId xmlns:a16="http://schemas.microsoft.com/office/drawing/2014/main" id="{CE3E9101-20BB-442D-9B77-A113EE8BC513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Demi-cadre 63">
                <a:extLst>
                  <a:ext uri="{FF2B5EF4-FFF2-40B4-BE49-F238E27FC236}">
                    <a16:creationId xmlns:a16="http://schemas.microsoft.com/office/drawing/2014/main" id="{0B958B0C-735E-43CB-8ED7-4BE0A78665AA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solidFill>
                  <a:srgbClr val="FA61A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44" name="Rogner un rectangle à un seul coin 61">
              <a:extLst>
                <a:ext uri="{FF2B5EF4-FFF2-40B4-BE49-F238E27FC236}">
                  <a16:creationId xmlns:a16="http://schemas.microsoft.com/office/drawing/2014/main" id="{7C68C4A6-251F-4AA2-A6EE-82D2ACAC2E49}"/>
                </a:ext>
              </a:extLst>
            </p:cNvPr>
            <p:cNvSpPr/>
            <p:nvPr/>
          </p:nvSpPr>
          <p:spPr>
            <a:xfrm>
              <a:off x="4119247" y="239807"/>
              <a:ext cx="1690898" cy="379318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20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مفكرة الأستاذ</a:t>
              </a:r>
              <a:endParaRPr lang="fr-FR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BA146DC-480D-4654-8F62-68F3409E4F11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7" name="Groupe 39">
              <a:extLst>
                <a:ext uri="{FF2B5EF4-FFF2-40B4-BE49-F238E27FC236}">
                  <a16:creationId xmlns:a16="http://schemas.microsoft.com/office/drawing/2014/main" id="{0660D5E6-64BE-4082-A66A-2EAA522E87A7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1" name="Groupe 42">
                <a:extLst>
                  <a:ext uri="{FF2B5EF4-FFF2-40B4-BE49-F238E27FC236}">
                    <a16:creationId xmlns:a16="http://schemas.microsoft.com/office/drawing/2014/main" id="{0002B6C4-787B-468F-B966-3A7FDAB80476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50" name="Organigramme : Terminateur 12">
                  <a:extLst>
                    <a:ext uri="{FF2B5EF4-FFF2-40B4-BE49-F238E27FC236}">
                      <a16:creationId xmlns:a16="http://schemas.microsoft.com/office/drawing/2014/main" id="{9872C8E8-523D-4E85-9FD0-85BC7AA25D97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1" name="Organigramme : Processus 64">
                  <a:extLst>
                    <a:ext uri="{FF2B5EF4-FFF2-40B4-BE49-F238E27FC236}">
                      <a16:creationId xmlns:a16="http://schemas.microsoft.com/office/drawing/2014/main" id="{262432DA-CD8E-4FAA-AAC5-09595CC6C9AD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2" name="Groupe 45">
                <a:extLst>
                  <a:ext uri="{FF2B5EF4-FFF2-40B4-BE49-F238E27FC236}">
                    <a16:creationId xmlns:a16="http://schemas.microsoft.com/office/drawing/2014/main" id="{5BE2720D-AD8D-424C-BAC3-1E2EAAF0FAB5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7" name="Forme libre 61">
                  <a:extLst>
                    <a:ext uri="{FF2B5EF4-FFF2-40B4-BE49-F238E27FC236}">
                      <a16:creationId xmlns:a16="http://schemas.microsoft.com/office/drawing/2014/main" id="{7E281E29-46F7-46C9-B641-309D54B2AF60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9" name="Forme libre 62">
                  <a:extLst>
                    <a:ext uri="{FF2B5EF4-FFF2-40B4-BE49-F238E27FC236}">
                      <a16:creationId xmlns:a16="http://schemas.microsoft.com/office/drawing/2014/main" id="{86BAB544-9787-4056-9ED4-A5B2CD852114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3" name="Groupe 46">
                <a:extLst>
                  <a:ext uri="{FF2B5EF4-FFF2-40B4-BE49-F238E27FC236}">
                    <a16:creationId xmlns:a16="http://schemas.microsoft.com/office/drawing/2014/main" id="{C6196B23-87E6-4562-B00E-777778578B81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4" name="Connecteur droit 57">
                  <a:extLst>
                    <a:ext uri="{FF2B5EF4-FFF2-40B4-BE49-F238E27FC236}">
                      <a16:creationId xmlns:a16="http://schemas.microsoft.com/office/drawing/2014/main" id="{1BCE0C3F-1EE6-4382-919B-B4544C82F285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E6FA54BE-D152-45FF-B3EB-297A1F046A0E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3D2B0297-0697-4942-9FBC-2BE3D14D92B1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مفكرة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الأستاذ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44B4302-1529-4378-A449-307840988C4F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9" name="Arrondir un rectangle avec un coin du même côté 1">
                <a:extLst>
                  <a:ext uri="{FF2B5EF4-FFF2-40B4-BE49-F238E27FC236}">
                    <a16:creationId xmlns:a16="http://schemas.microsoft.com/office/drawing/2014/main" id="{D85BABD5-0F0E-4F75-B02F-AEE694C4189D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09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0" name="Connecteur droit 41">
                <a:extLst>
                  <a:ext uri="{FF2B5EF4-FFF2-40B4-BE49-F238E27FC236}">
                    <a16:creationId xmlns:a16="http://schemas.microsoft.com/office/drawing/2014/main" id="{34FCA7F3-78D7-494A-9A9B-43386D60FE5C}"/>
                  </a:ext>
                </a:extLst>
              </p:cNvPr>
              <p:cNvCxnSpPr>
                <a:stCxn id="29" idx="0"/>
                <a:endCxn id="2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28164003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Arrondir un rectangle avec un coin du même côté 92"/>
          <p:cNvSpPr/>
          <p:nvPr/>
        </p:nvSpPr>
        <p:spPr>
          <a:xfrm>
            <a:off x="381777" y="1205130"/>
            <a:ext cx="6853065" cy="8785852"/>
          </a:xfrm>
          <a:prstGeom prst="round2SameRect">
            <a:avLst>
              <a:gd name="adj1" fmla="val 1330"/>
              <a:gd name="adj2" fmla="val 0"/>
            </a:avLst>
          </a:prstGeom>
          <a:solidFill>
            <a:srgbClr val="FFEAF3"/>
          </a:solidFill>
          <a:ln w="19050" cap="flat" cmpd="sng" algn="ctr">
            <a:solidFill>
              <a:srgbClr val="D50054"/>
            </a:solidFill>
            <a:prstDash val="solid"/>
          </a:ln>
          <a:effectLst/>
        </p:spPr>
        <p:txBody>
          <a:bodyPr tIns="72000" rtlCol="0" anchor="t"/>
          <a:lstStyle/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</a:p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MA" sz="1000" dirty="0">
              <a:solidFill>
                <a:prstClr val="black"/>
              </a:solidFill>
              <a:cs typeface="SC_ALYERMOOK" pitchFamily="2" charset="-78"/>
            </a:endParaRPr>
          </a:p>
        </p:txBody>
      </p:sp>
      <p:sp>
        <p:nvSpPr>
          <p:cNvPr id="94" name="Demi-cadre 93"/>
          <p:cNvSpPr/>
          <p:nvPr/>
        </p:nvSpPr>
        <p:spPr>
          <a:xfrm rot="16200000">
            <a:off x="-160326" y="8363667"/>
            <a:ext cx="2188506" cy="110430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sp>
        <p:nvSpPr>
          <p:cNvPr id="91" name="Rectangle 90"/>
          <p:cNvSpPr/>
          <p:nvPr/>
        </p:nvSpPr>
        <p:spPr>
          <a:xfrm>
            <a:off x="4372686" y="233065"/>
            <a:ext cx="2799247" cy="4841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>
              <a:defRPr/>
            </a:pPr>
            <a:r>
              <a:rPr lang="ar-DZ" sz="2400" b="1" kern="0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rPr>
              <a:t>البطاقة الفنية للأستاذ :</a:t>
            </a:r>
            <a:endParaRPr lang="ar-MA" sz="1800" b="1" kern="0" dirty="0">
              <a:solidFill>
                <a:schemeClr val="bg1"/>
              </a:solidFill>
              <a:latin typeface="Sakkal Majalla" pitchFamily="2" charset="-78"/>
              <a:cs typeface="Sakkal Majalla" pitchFamily="2" charset="-78"/>
            </a:endParaRPr>
          </a:p>
        </p:txBody>
      </p:sp>
      <p:sp>
        <p:nvSpPr>
          <p:cNvPr id="61" name="Demi-cadre 60"/>
          <p:cNvSpPr/>
          <p:nvPr/>
        </p:nvSpPr>
        <p:spPr>
          <a:xfrm rot="16200000" flipV="1">
            <a:off x="5661839" y="8413489"/>
            <a:ext cx="2000615" cy="114539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grpSp>
        <p:nvGrpSpPr>
          <p:cNvPr id="38" name="Groupe 59">
            <a:extLst>
              <a:ext uri="{FF2B5EF4-FFF2-40B4-BE49-F238E27FC236}">
                <a16:creationId xmlns:a16="http://schemas.microsoft.com/office/drawing/2014/main" id="{F41039E1-CA43-4CED-B74F-7DC2BA58F772}"/>
              </a:ext>
            </a:extLst>
          </p:cNvPr>
          <p:cNvGrpSpPr/>
          <p:nvPr/>
        </p:nvGrpSpPr>
        <p:grpSpPr>
          <a:xfrm>
            <a:off x="449332" y="329708"/>
            <a:ext cx="6791459" cy="836519"/>
            <a:chOff x="-114300" y="239807"/>
            <a:chExt cx="6610349" cy="836519"/>
          </a:xfrm>
        </p:grpSpPr>
        <p:grpSp>
          <p:nvGrpSpPr>
            <p:cNvPr id="39" name="Groupe 60">
              <a:extLst>
                <a:ext uri="{FF2B5EF4-FFF2-40B4-BE49-F238E27FC236}">
                  <a16:creationId xmlns:a16="http://schemas.microsoft.com/office/drawing/2014/main" id="{DF5B9078-00DA-4F66-A5DC-638E1A2FC7C0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45" name="Connecteur droit 62">
                <a:extLst>
                  <a:ext uri="{FF2B5EF4-FFF2-40B4-BE49-F238E27FC236}">
                    <a16:creationId xmlns:a16="http://schemas.microsoft.com/office/drawing/2014/main" id="{CE3E9101-20BB-442D-9B77-A113EE8BC513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Demi-cadre 63">
                <a:extLst>
                  <a:ext uri="{FF2B5EF4-FFF2-40B4-BE49-F238E27FC236}">
                    <a16:creationId xmlns:a16="http://schemas.microsoft.com/office/drawing/2014/main" id="{0B958B0C-735E-43CB-8ED7-4BE0A78665AA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solidFill>
                  <a:srgbClr val="FA61A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44" name="Rogner un rectangle à un seul coin 61">
              <a:extLst>
                <a:ext uri="{FF2B5EF4-FFF2-40B4-BE49-F238E27FC236}">
                  <a16:creationId xmlns:a16="http://schemas.microsoft.com/office/drawing/2014/main" id="{7C68C4A6-251F-4AA2-A6EE-82D2ACAC2E49}"/>
                </a:ext>
              </a:extLst>
            </p:cNvPr>
            <p:cNvSpPr/>
            <p:nvPr/>
          </p:nvSpPr>
          <p:spPr>
            <a:xfrm>
              <a:off x="4119247" y="239807"/>
              <a:ext cx="1690898" cy="379318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20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مفكرة الأستاذ</a:t>
              </a:r>
              <a:endParaRPr lang="fr-FR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BA146DC-480D-4654-8F62-68F3409E4F11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7" name="Groupe 39">
              <a:extLst>
                <a:ext uri="{FF2B5EF4-FFF2-40B4-BE49-F238E27FC236}">
                  <a16:creationId xmlns:a16="http://schemas.microsoft.com/office/drawing/2014/main" id="{0660D5E6-64BE-4082-A66A-2EAA522E87A7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1" name="Groupe 42">
                <a:extLst>
                  <a:ext uri="{FF2B5EF4-FFF2-40B4-BE49-F238E27FC236}">
                    <a16:creationId xmlns:a16="http://schemas.microsoft.com/office/drawing/2014/main" id="{0002B6C4-787B-468F-B966-3A7FDAB80476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50" name="Organigramme : Terminateur 12">
                  <a:extLst>
                    <a:ext uri="{FF2B5EF4-FFF2-40B4-BE49-F238E27FC236}">
                      <a16:creationId xmlns:a16="http://schemas.microsoft.com/office/drawing/2014/main" id="{9872C8E8-523D-4E85-9FD0-85BC7AA25D97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1" name="Organigramme : Processus 64">
                  <a:extLst>
                    <a:ext uri="{FF2B5EF4-FFF2-40B4-BE49-F238E27FC236}">
                      <a16:creationId xmlns:a16="http://schemas.microsoft.com/office/drawing/2014/main" id="{262432DA-CD8E-4FAA-AAC5-09595CC6C9AD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2" name="Groupe 45">
                <a:extLst>
                  <a:ext uri="{FF2B5EF4-FFF2-40B4-BE49-F238E27FC236}">
                    <a16:creationId xmlns:a16="http://schemas.microsoft.com/office/drawing/2014/main" id="{5BE2720D-AD8D-424C-BAC3-1E2EAAF0FAB5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7" name="Forme libre 61">
                  <a:extLst>
                    <a:ext uri="{FF2B5EF4-FFF2-40B4-BE49-F238E27FC236}">
                      <a16:creationId xmlns:a16="http://schemas.microsoft.com/office/drawing/2014/main" id="{7E281E29-46F7-46C9-B641-309D54B2AF60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9" name="Forme libre 62">
                  <a:extLst>
                    <a:ext uri="{FF2B5EF4-FFF2-40B4-BE49-F238E27FC236}">
                      <a16:creationId xmlns:a16="http://schemas.microsoft.com/office/drawing/2014/main" id="{86BAB544-9787-4056-9ED4-A5B2CD852114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3" name="Groupe 46">
                <a:extLst>
                  <a:ext uri="{FF2B5EF4-FFF2-40B4-BE49-F238E27FC236}">
                    <a16:creationId xmlns:a16="http://schemas.microsoft.com/office/drawing/2014/main" id="{C6196B23-87E6-4562-B00E-777778578B81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4" name="Connecteur droit 57">
                  <a:extLst>
                    <a:ext uri="{FF2B5EF4-FFF2-40B4-BE49-F238E27FC236}">
                      <a16:creationId xmlns:a16="http://schemas.microsoft.com/office/drawing/2014/main" id="{1BCE0C3F-1EE6-4382-919B-B4544C82F285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E6FA54BE-D152-45FF-B3EB-297A1F046A0E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3D2B0297-0697-4942-9FBC-2BE3D14D92B1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مفكرة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الأستاذ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44B4302-1529-4378-A449-307840988C4F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9" name="Arrondir un rectangle avec un coin du même côté 1">
                <a:extLst>
                  <a:ext uri="{FF2B5EF4-FFF2-40B4-BE49-F238E27FC236}">
                    <a16:creationId xmlns:a16="http://schemas.microsoft.com/office/drawing/2014/main" id="{D85BABD5-0F0E-4F75-B02F-AEE694C4189D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10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0" name="Connecteur droit 41">
                <a:extLst>
                  <a:ext uri="{FF2B5EF4-FFF2-40B4-BE49-F238E27FC236}">
                    <a16:creationId xmlns:a16="http://schemas.microsoft.com/office/drawing/2014/main" id="{34FCA7F3-78D7-494A-9A9B-43386D60FE5C}"/>
                  </a:ext>
                </a:extLst>
              </p:cNvPr>
              <p:cNvCxnSpPr>
                <a:stCxn id="29" idx="0"/>
                <a:endCxn id="2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8760787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Arrondir un rectangle avec un coin du même côté 92"/>
          <p:cNvSpPr/>
          <p:nvPr/>
        </p:nvSpPr>
        <p:spPr>
          <a:xfrm>
            <a:off x="381777" y="1205130"/>
            <a:ext cx="6853065" cy="8785852"/>
          </a:xfrm>
          <a:prstGeom prst="round2SameRect">
            <a:avLst>
              <a:gd name="adj1" fmla="val 1330"/>
              <a:gd name="adj2" fmla="val 0"/>
            </a:avLst>
          </a:prstGeom>
          <a:solidFill>
            <a:srgbClr val="FFEAF3"/>
          </a:solidFill>
          <a:ln w="19050" cap="flat" cmpd="sng" algn="ctr">
            <a:solidFill>
              <a:srgbClr val="D50054"/>
            </a:solidFill>
            <a:prstDash val="solid"/>
          </a:ln>
          <a:effectLst/>
        </p:spPr>
        <p:txBody>
          <a:bodyPr tIns="72000" rtlCol="0" anchor="t"/>
          <a:lstStyle/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</a:p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MA" sz="1000" dirty="0">
              <a:solidFill>
                <a:prstClr val="black"/>
              </a:solidFill>
              <a:cs typeface="SC_ALYERMOOK" pitchFamily="2" charset="-78"/>
            </a:endParaRPr>
          </a:p>
        </p:txBody>
      </p:sp>
      <p:sp>
        <p:nvSpPr>
          <p:cNvPr id="94" name="Demi-cadre 93"/>
          <p:cNvSpPr/>
          <p:nvPr/>
        </p:nvSpPr>
        <p:spPr>
          <a:xfrm rot="16200000">
            <a:off x="-160326" y="8363667"/>
            <a:ext cx="2188506" cy="110430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sp>
        <p:nvSpPr>
          <p:cNvPr id="91" name="Rectangle 90"/>
          <p:cNvSpPr/>
          <p:nvPr/>
        </p:nvSpPr>
        <p:spPr>
          <a:xfrm>
            <a:off x="4372686" y="233065"/>
            <a:ext cx="2799247" cy="4841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>
              <a:defRPr/>
            </a:pPr>
            <a:r>
              <a:rPr lang="ar-DZ" sz="2400" b="1" kern="0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rPr>
              <a:t>البطاقة الفنية للأستاذ :</a:t>
            </a:r>
            <a:endParaRPr lang="ar-MA" sz="1800" b="1" kern="0" dirty="0">
              <a:solidFill>
                <a:schemeClr val="bg1"/>
              </a:solidFill>
              <a:latin typeface="Sakkal Majalla" pitchFamily="2" charset="-78"/>
              <a:cs typeface="Sakkal Majalla" pitchFamily="2" charset="-78"/>
            </a:endParaRPr>
          </a:p>
        </p:txBody>
      </p:sp>
      <p:sp>
        <p:nvSpPr>
          <p:cNvPr id="61" name="Demi-cadre 60"/>
          <p:cNvSpPr/>
          <p:nvPr/>
        </p:nvSpPr>
        <p:spPr>
          <a:xfrm rot="16200000" flipV="1">
            <a:off x="5661839" y="8413489"/>
            <a:ext cx="2000615" cy="114539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grpSp>
        <p:nvGrpSpPr>
          <p:cNvPr id="38" name="Groupe 59">
            <a:extLst>
              <a:ext uri="{FF2B5EF4-FFF2-40B4-BE49-F238E27FC236}">
                <a16:creationId xmlns:a16="http://schemas.microsoft.com/office/drawing/2014/main" id="{F41039E1-CA43-4CED-B74F-7DC2BA58F772}"/>
              </a:ext>
            </a:extLst>
          </p:cNvPr>
          <p:cNvGrpSpPr/>
          <p:nvPr/>
        </p:nvGrpSpPr>
        <p:grpSpPr>
          <a:xfrm>
            <a:off x="449332" y="329708"/>
            <a:ext cx="6791459" cy="836519"/>
            <a:chOff x="-114300" y="239807"/>
            <a:chExt cx="6610349" cy="836519"/>
          </a:xfrm>
        </p:grpSpPr>
        <p:grpSp>
          <p:nvGrpSpPr>
            <p:cNvPr id="39" name="Groupe 60">
              <a:extLst>
                <a:ext uri="{FF2B5EF4-FFF2-40B4-BE49-F238E27FC236}">
                  <a16:creationId xmlns:a16="http://schemas.microsoft.com/office/drawing/2014/main" id="{DF5B9078-00DA-4F66-A5DC-638E1A2FC7C0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45" name="Connecteur droit 62">
                <a:extLst>
                  <a:ext uri="{FF2B5EF4-FFF2-40B4-BE49-F238E27FC236}">
                    <a16:creationId xmlns:a16="http://schemas.microsoft.com/office/drawing/2014/main" id="{CE3E9101-20BB-442D-9B77-A113EE8BC513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Demi-cadre 63">
                <a:extLst>
                  <a:ext uri="{FF2B5EF4-FFF2-40B4-BE49-F238E27FC236}">
                    <a16:creationId xmlns:a16="http://schemas.microsoft.com/office/drawing/2014/main" id="{0B958B0C-735E-43CB-8ED7-4BE0A78665AA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solidFill>
                  <a:srgbClr val="FA61A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44" name="Rogner un rectangle à un seul coin 61">
              <a:extLst>
                <a:ext uri="{FF2B5EF4-FFF2-40B4-BE49-F238E27FC236}">
                  <a16:creationId xmlns:a16="http://schemas.microsoft.com/office/drawing/2014/main" id="{7C68C4A6-251F-4AA2-A6EE-82D2ACAC2E49}"/>
                </a:ext>
              </a:extLst>
            </p:cNvPr>
            <p:cNvSpPr/>
            <p:nvPr/>
          </p:nvSpPr>
          <p:spPr>
            <a:xfrm>
              <a:off x="4119247" y="239807"/>
              <a:ext cx="1690898" cy="379318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20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مفكرة الأستاذ</a:t>
              </a:r>
              <a:endParaRPr lang="fr-FR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BA146DC-480D-4654-8F62-68F3409E4F11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7" name="Groupe 39">
              <a:extLst>
                <a:ext uri="{FF2B5EF4-FFF2-40B4-BE49-F238E27FC236}">
                  <a16:creationId xmlns:a16="http://schemas.microsoft.com/office/drawing/2014/main" id="{0660D5E6-64BE-4082-A66A-2EAA522E87A7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1" name="Groupe 42">
                <a:extLst>
                  <a:ext uri="{FF2B5EF4-FFF2-40B4-BE49-F238E27FC236}">
                    <a16:creationId xmlns:a16="http://schemas.microsoft.com/office/drawing/2014/main" id="{0002B6C4-787B-468F-B966-3A7FDAB80476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50" name="Organigramme : Terminateur 12">
                  <a:extLst>
                    <a:ext uri="{FF2B5EF4-FFF2-40B4-BE49-F238E27FC236}">
                      <a16:creationId xmlns:a16="http://schemas.microsoft.com/office/drawing/2014/main" id="{9872C8E8-523D-4E85-9FD0-85BC7AA25D97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1" name="Organigramme : Processus 64">
                  <a:extLst>
                    <a:ext uri="{FF2B5EF4-FFF2-40B4-BE49-F238E27FC236}">
                      <a16:creationId xmlns:a16="http://schemas.microsoft.com/office/drawing/2014/main" id="{262432DA-CD8E-4FAA-AAC5-09595CC6C9AD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2" name="Groupe 45">
                <a:extLst>
                  <a:ext uri="{FF2B5EF4-FFF2-40B4-BE49-F238E27FC236}">
                    <a16:creationId xmlns:a16="http://schemas.microsoft.com/office/drawing/2014/main" id="{5BE2720D-AD8D-424C-BAC3-1E2EAAF0FAB5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7" name="Forme libre 61">
                  <a:extLst>
                    <a:ext uri="{FF2B5EF4-FFF2-40B4-BE49-F238E27FC236}">
                      <a16:creationId xmlns:a16="http://schemas.microsoft.com/office/drawing/2014/main" id="{7E281E29-46F7-46C9-B641-309D54B2AF60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9" name="Forme libre 62">
                  <a:extLst>
                    <a:ext uri="{FF2B5EF4-FFF2-40B4-BE49-F238E27FC236}">
                      <a16:creationId xmlns:a16="http://schemas.microsoft.com/office/drawing/2014/main" id="{86BAB544-9787-4056-9ED4-A5B2CD852114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3" name="Groupe 46">
                <a:extLst>
                  <a:ext uri="{FF2B5EF4-FFF2-40B4-BE49-F238E27FC236}">
                    <a16:creationId xmlns:a16="http://schemas.microsoft.com/office/drawing/2014/main" id="{C6196B23-87E6-4562-B00E-777778578B81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4" name="Connecteur droit 57">
                  <a:extLst>
                    <a:ext uri="{FF2B5EF4-FFF2-40B4-BE49-F238E27FC236}">
                      <a16:creationId xmlns:a16="http://schemas.microsoft.com/office/drawing/2014/main" id="{1BCE0C3F-1EE6-4382-919B-B4544C82F285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E6FA54BE-D152-45FF-B3EB-297A1F046A0E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3D2B0297-0697-4942-9FBC-2BE3D14D92B1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مفكرة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الأستاذ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44B4302-1529-4378-A449-307840988C4F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9" name="Arrondir un rectangle avec un coin du même côté 1">
                <a:extLst>
                  <a:ext uri="{FF2B5EF4-FFF2-40B4-BE49-F238E27FC236}">
                    <a16:creationId xmlns:a16="http://schemas.microsoft.com/office/drawing/2014/main" id="{D85BABD5-0F0E-4F75-B02F-AEE694C4189D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11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0" name="Connecteur droit 41">
                <a:extLst>
                  <a:ext uri="{FF2B5EF4-FFF2-40B4-BE49-F238E27FC236}">
                    <a16:creationId xmlns:a16="http://schemas.microsoft.com/office/drawing/2014/main" id="{34FCA7F3-78D7-494A-9A9B-43386D60FE5C}"/>
                  </a:ext>
                </a:extLst>
              </p:cNvPr>
              <p:cNvCxnSpPr>
                <a:stCxn id="29" idx="0"/>
                <a:endCxn id="2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51835110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Arrondir un rectangle avec un coin du même côté 92"/>
          <p:cNvSpPr/>
          <p:nvPr/>
        </p:nvSpPr>
        <p:spPr>
          <a:xfrm>
            <a:off x="381777" y="1205130"/>
            <a:ext cx="6853065" cy="8785852"/>
          </a:xfrm>
          <a:prstGeom prst="round2SameRect">
            <a:avLst>
              <a:gd name="adj1" fmla="val 1330"/>
              <a:gd name="adj2" fmla="val 0"/>
            </a:avLst>
          </a:prstGeom>
          <a:solidFill>
            <a:srgbClr val="FFEAF3"/>
          </a:solidFill>
          <a:ln w="19050" cap="flat" cmpd="sng" algn="ctr">
            <a:solidFill>
              <a:srgbClr val="D50054"/>
            </a:solidFill>
            <a:prstDash val="solid"/>
          </a:ln>
          <a:effectLst/>
        </p:spPr>
        <p:txBody>
          <a:bodyPr tIns="72000" rtlCol="0" anchor="t"/>
          <a:lstStyle/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</a:p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MA" sz="1000" dirty="0">
              <a:solidFill>
                <a:prstClr val="black"/>
              </a:solidFill>
              <a:cs typeface="SC_ALYERMOOK" pitchFamily="2" charset="-78"/>
            </a:endParaRPr>
          </a:p>
        </p:txBody>
      </p:sp>
      <p:sp>
        <p:nvSpPr>
          <p:cNvPr id="94" name="Demi-cadre 93"/>
          <p:cNvSpPr/>
          <p:nvPr/>
        </p:nvSpPr>
        <p:spPr>
          <a:xfrm rot="16200000">
            <a:off x="-160326" y="8363667"/>
            <a:ext cx="2188506" cy="110430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sp>
        <p:nvSpPr>
          <p:cNvPr id="91" name="Rectangle 90"/>
          <p:cNvSpPr/>
          <p:nvPr/>
        </p:nvSpPr>
        <p:spPr>
          <a:xfrm>
            <a:off x="4372686" y="233065"/>
            <a:ext cx="2799247" cy="4841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>
              <a:defRPr/>
            </a:pPr>
            <a:r>
              <a:rPr lang="ar-DZ" sz="2400" b="1" kern="0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rPr>
              <a:t>البطاقة الفنية للأستاذ :</a:t>
            </a:r>
            <a:endParaRPr lang="ar-MA" sz="1800" b="1" kern="0" dirty="0">
              <a:solidFill>
                <a:schemeClr val="bg1"/>
              </a:solidFill>
              <a:latin typeface="Sakkal Majalla" pitchFamily="2" charset="-78"/>
              <a:cs typeface="Sakkal Majalla" pitchFamily="2" charset="-78"/>
            </a:endParaRPr>
          </a:p>
        </p:txBody>
      </p:sp>
      <p:sp>
        <p:nvSpPr>
          <p:cNvPr id="61" name="Demi-cadre 60"/>
          <p:cNvSpPr/>
          <p:nvPr/>
        </p:nvSpPr>
        <p:spPr>
          <a:xfrm rot="16200000" flipV="1">
            <a:off x="5661839" y="8413489"/>
            <a:ext cx="2000615" cy="114539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grpSp>
        <p:nvGrpSpPr>
          <p:cNvPr id="38" name="Groupe 59">
            <a:extLst>
              <a:ext uri="{FF2B5EF4-FFF2-40B4-BE49-F238E27FC236}">
                <a16:creationId xmlns:a16="http://schemas.microsoft.com/office/drawing/2014/main" id="{F41039E1-CA43-4CED-B74F-7DC2BA58F772}"/>
              </a:ext>
            </a:extLst>
          </p:cNvPr>
          <p:cNvGrpSpPr/>
          <p:nvPr/>
        </p:nvGrpSpPr>
        <p:grpSpPr>
          <a:xfrm>
            <a:off x="449332" y="329708"/>
            <a:ext cx="6791459" cy="836519"/>
            <a:chOff x="-114300" y="239807"/>
            <a:chExt cx="6610349" cy="836519"/>
          </a:xfrm>
        </p:grpSpPr>
        <p:grpSp>
          <p:nvGrpSpPr>
            <p:cNvPr id="39" name="Groupe 60">
              <a:extLst>
                <a:ext uri="{FF2B5EF4-FFF2-40B4-BE49-F238E27FC236}">
                  <a16:creationId xmlns:a16="http://schemas.microsoft.com/office/drawing/2014/main" id="{DF5B9078-00DA-4F66-A5DC-638E1A2FC7C0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45" name="Connecteur droit 62">
                <a:extLst>
                  <a:ext uri="{FF2B5EF4-FFF2-40B4-BE49-F238E27FC236}">
                    <a16:creationId xmlns:a16="http://schemas.microsoft.com/office/drawing/2014/main" id="{CE3E9101-20BB-442D-9B77-A113EE8BC513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Demi-cadre 63">
                <a:extLst>
                  <a:ext uri="{FF2B5EF4-FFF2-40B4-BE49-F238E27FC236}">
                    <a16:creationId xmlns:a16="http://schemas.microsoft.com/office/drawing/2014/main" id="{0B958B0C-735E-43CB-8ED7-4BE0A78665AA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solidFill>
                  <a:srgbClr val="FA61A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44" name="Rogner un rectangle à un seul coin 61">
              <a:extLst>
                <a:ext uri="{FF2B5EF4-FFF2-40B4-BE49-F238E27FC236}">
                  <a16:creationId xmlns:a16="http://schemas.microsoft.com/office/drawing/2014/main" id="{7C68C4A6-251F-4AA2-A6EE-82D2ACAC2E49}"/>
                </a:ext>
              </a:extLst>
            </p:cNvPr>
            <p:cNvSpPr/>
            <p:nvPr/>
          </p:nvSpPr>
          <p:spPr>
            <a:xfrm>
              <a:off x="4119247" y="239807"/>
              <a:ext cx="1690898" cy="379318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20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مفكرة الأستاذ</a:t>
              </a:r>
              <a:endParaRPr lang="fr-FR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BA146DC-480D-4654-8F62-68F3409E4F11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7" name="Groupe 39">
              <a:extLst>
                <a:ext uri="{FF2B5EF4-FFF2-40B4-BE49-F238E27FC236}">
                  <a16:creationId xmlns:a16="http://schemas.microsoft.com/office/drawing/2014/main" id="{0660D5E6-64BE-4082-A66A-2EAA522E87A7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1" name="Groupe 42">
                <a:extLst>
                  <a:ext uri="{FF2B5EF4-FFF2-40B4-BE49-F238E27FC236}">
                    <a16:creationId xmlns:a16="http://schemas.microsoft.com/office/drawing/2014/main" id="{0002B6C4-787B-468F-B966-3A7FDAB80476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50" name="Organigramme : Terminateur 12">
                  <a:extLst>
                    <a:ext uri="{FF2B5EF4-FFF2-40B4-BE49-F238E27FC236}">
                      <a16:creationId xmlns:a16="http://schemas.microsoft.com/office/drawing/2014/main" id="{9872C8E8-523D-4E85-9FD0-85BC7AA25D97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1" name="Organigramme : Processus 64">
                  <a:extLst>
                    <a:ext uri="{FF2B5EF4-FFF2-40B4-BE49-F238E27FC236}">
                      <a16:creationId xmlns:a16="http://schemas.microsoft.com/office/drawing/2014/main" id="{262432DA-CD8E-4FAA-AAC5-09595CC6C9AD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2" name="Groupe 45">
                <a:extLst>
                  <a:ext uri="{FF2B5EF4-FFF2-40B4-BE49-F238E27FC236}">
                    <a16:creationId xmlns:a16="http://schemas.microsoft.com/office/drawing/2014/main" id="{5BE2720D-AD8D-424C-BAC3-1E2EAAF0FAB5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7" name="Forme libre 61">
                  <a:extLst>
                    <a:ext uri="{FF2B5EF4-FFF2-40B4-BE49-F238E27FC236}">
                      <a16:creationId xmlns:a16="http://schemas.microsoft.com/office/drawing/2014/main" id="{7E281E29-46F7-46C9-B641-309D54B2AF60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9" name="Forme libre 62">
                  <a:extLst>
                    <a:ext uri="{FF2B5EF4-FFF2-40B4-BE49-F238E27FC236}">
                      <a16:creationId xmlns:a16="http://schemas.microsoft.com/office/drawing/2014/main" id="{86BAB544-9787-4056-9ED4-A5B2CD852114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3" name="Groupe 46">
                <a:extLst>
                  <a:ext uri="{FF2B5EF4-FFF2-40B4-BE49-F238E27FC236}">
                    <a16:creationId xmlns:a16="http://schemas.microsoft.com/office/drawing/2014/main" id="{C6196B23-87E6-4562-B00E-777778578B81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4" name="Connecteur droit 57">
                  <a:extLst>
                    <a:ext uri="{FF2B5EF4-FFF2-40B4-BE49-F238E27FC236}">
                      <a16:creationId xmlns:a16="http://schemas.microsoft.com/office/drawing/2014/main" id="{1BCE0C3F-1EE6-4382-919B-B4544C82F285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E6FA54BE-D152-45FF-B3EB-297A1F046A0E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3D2B0297-0697-4942-9FBC-2BE3D14D92B1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مفكرة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الأستاذ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44B4302-1529-4378-A449-307840988C4F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9" name="Arrondir un rectangle avec un coin du même côté 1">
                <a:extLst>
                  <a:ext uri="{FF2B5EF4-FFF2-40B4-BE49-F238E27FC236}">
                    <a16:creationId xmlns:a16="http://schemas.microsoft.com/office/drawing/2014/main" id="{D85BABD5-0F0E-4F75-B02F-AEE694C4189D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12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0" name="Connecteur droit 41">
                <a:extLst>
                  <a:ext uri="{FF2B5EF4-FFF2-40B4-BE49-F238E27FC236}">
                    <a16:creationId xmlns:a16="http://schemas.microsoft.com/office/drawing/2014/main" id="{34FCA7F3-78D7-494A-9A9B-43386D60FE5C}"/>
                  </a:ext>
                </a:extLst>
              </p:cNvPr>
              <p:cNvCxnSpPr>
                <a:stCxn id="29" idx="0"/>
                <a:endCxn id="2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907820376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Arrondir un rectangle avec un coin du même côté 92"/>
          <p:cNvSpPr/>
          <p:nvPr/>
        </p:nvSpPr>
        <p:spPr>
          <a:xfrm>
            <a:off x="381777" y="1205130"/>
            <a:ext cx="6853065" cy="8785852"/>
          </a:xfrm>
          <a:prstGeom prst="round2SameRect">
            <a:avLst>
              <a:gd name="adj1" fmla="val 1330"/>
              <a:gd name="adj2" fmla="val 0"/>
            </a:avLst>
          </a:prstGeom>
          <a:solidFill>
            <a:srgbClr val="FFEAF3"/>
          </a:solidFill>
          <a:ln w="19050" cap="flat" cmpd="sng" algn="ctr">
            <a:solidFill>
              <a:srgbClr val="D50054"/>
            </a:solidFill>
            <a:prstDash val="solid"/>
          </a:ln>
          <a:effectLst/>
        </p:spPr>
        <p:txBody>
          <a:bodyPr tIns="72000" rtlCol="0" anchor="t"/>
          <a:lstStyle/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</a:p>
          <a:p>
            <a:pPr marL="361950" algn="just" rtl="1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</a:pPr>
            <a:r>
              <a:rPr lang="ar-DZ" sz="1000" dirty="0">
                <a:solidFill>
                  <a:prstClr val="black"/>
                </a:solidFill>
                <a:cs typeface="SC_ALYERMOOK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MA" sz="1000" dirty="0">
              <a:solidFill>
                <a:prstClr val="black"/>
              </a:solidFill>
              <a:cs typeface="SC_ALYERMOOK" pitchFamily="2" charset="-78"/>
            </a:endParaRPr>
          </a:p>
        </p:txBody>
      </p:sp>
      <p:sp>
        <p:nvSpPr>
          <p:cNvPr id="94" name="Demi-cadre 93"/>
          <p:cNvSpPr/>
          <p:nvPr/>
        </p:nvSpPr>
        <p:spPr>
          <a:xfrm rot="16200000">
            <a:off x="-160326" y="8363667"/>
            <a:ext cx="2188506" cy="110430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sp>
        <p:nvSpPr>
          <p:cNvPr id="91" name="Rectangle 90"/>
          <p:cNvSpPr/>
          <p:nvPr/>
        </p:nvSpPr>
        <p:spPr>
          <a:xfrm>
            <a:off x="4372686" y="233065"/>
            <a:ext cx="2799247" cy="4841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>
              <a:defRPr/>
            </a:pPr>
            <a:r>
              <a:rPr lang="ar-DZ" sz="2400" b="1" kern="0" dirty="0">
                <a:solidFill>
                  <a:schemeClr val="bg1"/>
                </a:solidFill>
                <a:latin typeface="Sakkal Majalla" pitchFamily="2" charset="-78"/>
                <a:cs typeface="Sakkal Majalla" pitchFamily="2" charset="-78"/>
              </a:rPr>
              <a:t>البطاقة الفنية للأستاذ :</a:t>
            </a:r>
            <a:endParaRPr lang="ar-MA" sz="1800" b="1" kern="0" dirty="0">
              <a:solidFill>
                <a:schemeClr val="bg1"/>
              </a:solidFill>
              <a:latin typeface="Sakkal Majalla" pitchFamily="2" charset="-78"/>
              <a:cs typeface="Sakkal Majalla" pitchFamily="2" charset="-78"/>
            </a:endParaRPr>
          </a:p>
        </p:txBody>
      </p:sp>
      <p:sp>
        <p:nvSpPr>
          <p:cNvPr id="61" name="Demi-cadre 60"/>
          <p:cNvSpPr/>
          <p:nvPr/>
        </p:nvSpPr>
        <p:spPr>
          <a:xfrm rot="16200000" flipV="1">
            <a:off x="5661839" y="8413489"/>
            <a:ext cx="2000615" cy="1145390"/>
          </a:xfrm>
          <a:prstGeom prst="halfFrame">
            <a:avLst>
              <a:gd name="adj1" fmla="val 6522"/>
              <a:gd name="adj2" fmla="val 6123"/>
            </a:avLst>
          </a:prstGeom>
          <a:solidFill>
            <a:srgbClr val="D50054"/>
          </a:solidFill>
          <a:ln w="12700" cap="flat" cmpd="sng" algn="ctr">
            <a:solidFill>
              <a:srgbClr val="D50054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fr-FR" kern="0" dirty="0">
              <a:solidFill>
                <a:sysClr val="window" lastClr="FFFFFF"/>
              </a:solidFill>
              <a:latin typeface="Perpetua"/>
            </a:endParaRPr>
          </a:p>
        </p:txBody>
      </p:sp>
      <p:grpSp>
        <p:nvGrpSpPr>
          <p:cNvPr id="38" name="Groupe 59">
            <a:extLst>
              <a:ext uri="{FF2B5EF4-FFF2-40B4-BE49-F238E27FC236}">
                <a16:creationId xmlns:a16="http://schemas.microsoft.com/office/drawing/2014/main" id="{F41039E1-CA43-4CED-B74F-7DC2BA58F772}"/>
              </a:ext>
            </a:extLst>
          </p:cNvPr>
          <p:cNvGrpSpPr/>
          <p:nvPr/>
        </p:nvGrpSpPr>
        <p:grpSpPr>
          <a:xfrm>
            <a:off x="449332" y="329708"/>
            <a:ext cx="6791459" cy="836519"/>
            <a:chOff x="-114300" y="239807"/>
            <a:chExt cx="6610349" cy="836519"/>
          </a:xfrm>
        </p:grpSpPr>
        <p:grpSp>
          <p:nvGrpSpPr>
            <p:cNvPr id="39" name="Groupe 60">
              <a:extLst>
                <a:ext uri="{FF2B5EF4-FFF2-40B4-BE49-F238E27FC236}">
                  <a16:creationId xmlns:a16="http://schemas.microsoft.com/office/drawing/2014/main" id="{DF5B9078-00DA-4F66-A5DC-638E1A2FC7C0}"/>
                </a:ext>
              </a:extLst>
            </p:cNvPr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45" name="Connecteur droit 62">
                <a:extLst>
                  <a:ext uri="{FF2B5EF4-FFF2-40B4-BE49-F238E27FC236}">
                    <a16:creationId xmlns:a16="http://schemas.microsoft.com/office/drawing/2014/main" id="{CE3E9101-20BB-442D-9B77-A113EE8BC513}"/>
                  </a:ext>
                </a:extLst>
              </p:cNvPr>
              <p:cNvCxnSpPr/>
              <p:nvPr/>
            </p:nvCxnSpPr>
            <p:spPr>
              <a:xfrm>
                <a:off x="-171002" y="550641"/>
                <a:ext cx="4392529" cy="0"/>
              </a:xfrm>
              <a:prstGeom prst="line">
                <a:avLst/>
              </a:prstGeom>
              <a:ln w="28575">
                <a:solidFill>
                  <a:srgbClr val="FA61A1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Demi-cadre 63">
                <a:extLst>
                  <a:ext uri="{FF2B5EF4-FFF2-40B4-BE49-F238E27FC236}">
                    <a16:creationId xmlns:a16="http://schemas.microsoft.com/office/drawing/2014/main" id="{0B958B0C-735E-43CB-8ED7-4BE0A78665AA}"/>
                  </a:ext>
                </a:extLst>
              </p:cNvPr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rgbClr val="FA61A1"/>
              </a:solidFill>
              <a:ln w="6350">
                <a:solidFill>
                  <a:srgbClr val="FA61A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srgbClr val="FF3399"/>
                  </a:solidFill>
                </a:endParaRPr>
              </a:p>
            </p:txBody>
          </p:sp>
        </p:grpSp>
        <p:sp>
          <p:nvSpPr>
            <p:cNvPr id="44" name="Rogner un rectangle à un seul coin 61">
              <a:extLst>
                <a:ext uri="{FF2B5EF4-FFF2-40B4-BE49-F238E27FC236}">
                  <a16:creationId xmlns:a16="http://schemas.microsoft.com/office/drawing/2014/main" id="{7C68C4A6-251F-4AA2-A6EE-82D2ACAC2E49}"/>
                </a:ext>
              </a:extLst>
            </p:cNvPr>
            <p:cNvSpPr/>
            <p:nvPr/>
          </p:nvSpPr>
          <p:spPr>
            <a:xfrm>
              <a:off x="4119247" y="239807"/>
              <a:ext cx="1690898" cy="379318"/>
            </a:xfrm>
            <a:prstGeom prst="snip1Rect">
              <a:avLst>
                <a:gd name="adj" fmla="val 50000"/>
              </a:avLst>
            </a:prstGeom>
            <a:solidFill>
              <a:srgbClr val="D50054"/>
            </a:solidFill>
            <a:ln>
              <a:noFill/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2000" b="1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مفكرة الأستاذ</a:t>
              </a:r>
              <a:endParaRPr lang="fr-FR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BA146DC-480D-4654-8F62-68F3409E4F11}"/>
              </a:ext>
            </a:extLst>
          </p:cNvPr>
          <p:cNvGrpSpPr/>
          <p:nvPr/>
        </p:nvGrpSpPr>
        <p:grpSpPr>
          <a:xfrm>
            <a:off x="-6998" y="10117187"/>
            <a:ext cx="7568261" cy="576213"/>
            <a:chOff x="-6998" y="10117187"/>
            <a:chExt cx="7568261" cy="576213"/>
          </a:xfrm>
        </p:grpSpPr>
        <p:grpSp>
          <p:nvGrpSpPr>
            <p:cNvPr id="27" name="Groupe 39">
              <a:extLst>
                <a:ext uri="{FF2B5EF4-FFF2-40B4-BE49-F238E27FC236}">
                  <a16:creationId xmlns:a16="http://schemas.microsoft.com/office/drawing/2014/main" id="{0660D5E6-64BE-4082-A66A-2EAA522E87A7}"/>
                </a:ext>
              </a:extLst>
            </p:cNvPr>
            <p:cNvGrpSpPr/>
            <p:nvPr/>
          </p:nvGrpSpPr>
          <p:grpSpPr>
            <a:xfrm>
              <a:off x="-6998" y="10117187"/>
              <a:ext cx="7568261" cy="576213"/>
              <a:chOff x="-6998" y="10117188"/>
              <a:chExt cx="7568261" cy="576213"/>
            </a:xfrm>
            <a:solidFill>
              <a:srgbClr val="FFE3EF">
                <a:alpha val="40000"/>
              </a:srgbClr>
            </a:solidFill>
          </p:grpSpPr>
          <p:grpSp>
            <p:nvGrpSpPr>
              <p:cNvPr id="31" name="Groupe 42">
                <a:extLst>
                  <a:ext uri="{FF2B5EF4-FFF2-40B4-BE49-F238E27FC236}">
                    <a16:creationId xmlns:a16="http://schemas.microsoft.com/office/drawing/2014/main" id="{0002B6C4-787B-468F-B966-3A7FDAB80476}"/>
                  </a:ext>
                </a:extLst>
              </p:cNvPr>
              <p:cNvGrpSpPr/>
              <p:nvPr/>
            </p:nvGrpSpPr>
            <p:grpSpPr>
              <a:xfrm>
                <a:off x="0" y="10124292"/>
                <a:ext cx="7561263" cy="569109"/>
                <a:chOff x="0" y="9999025"/>
                <a:chExt cx="7275117" cy="569109"/>
              </a:xfrm>
              <a:grpFill/>
            </p:grpSpPr>
            <p:sp>
              <p:nvSpPr>
                <p:cNvPr id="50" name="Organigramme : Terminateur 12">
                  <a:extLst>
                    <a:ext uri="{FF2B5EF4-FFF2-40B4-BE49-F238E27FC236}">
                      <a16:creationId xmlns:a16="http://schemas.microsoft.com/office/drawing/2014/main" id="{9872C8E8-523D-4E85-9FD0-85BC7AA25D97}"/>
                    </a:ext>
                  </a:extLst>
                </p:cNvPr>
                <p:cNvSpPr/>
                <p:nvPr/>
              </p:nvSpPr>
              <p:spPr>
                <a:xfrm>
                  <a:off x="1540098" y="9999025"/>
                  <a:ext cx="4318907" cy="569108"/>
                </a:xfrm>
                <a:custGeom>
                  <a:avLst/>
                  <a:gdLst>
                    <a:gd name="connsiteX0" fmla="*/ 3475 w 21600"/>
                    <a:gd name="connsiteY0" fmla="*/ 0 h 21600"/>
                    <a:gd name="connsiteX1" fmla="*/ 18125 w 21600"/>
                    <a:gd name="connsiteY1" fmla="*/ 0 h 21600"/>
                    <a:gd name="connsiteX2" fmla="*/ 21600 w 21600"/>
                    <a:gd name="connsiteY2" fmla="*/ 10800 h 21600"/>
                    <a:gd name="connsiteX3" fmla="*/ 18125 w 21600"/>
                    <a:gd name="connsiteY3" fmla="*/ 21600 h 21600"/>
                    <a:gd name="connsiteX4" fmla="*/ 3475 w 21600"/>
                    <a:gd name="connsiteY4" fmla="*/ 21600 h 21600"/>
                    <a:gd name="connsiteX5" fmla="*/ 0 w 21600"/>
                    <a:gd name="connsiteY5" fmla="*/ 10800 h 21600"/>
                    <a:gd name="connsiteX6" fmla="*/ 3475 w 21600"/>
                    <a:gd name="connsiteY6" fmla="*/ 0 h 21600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3475 w 21600"/>
                    <a:gd name="connsiteY0" fmla="*/ 53 h 21653"/>
                    <a:gd name="connsiteX1" fmla="*/ 18125 w 21600"/>
                    <a:gd name="connsiteY1" fmla="*/ 53 h 21653"/>
                    <a:gd name="connsiteX2" fmla="*/ 21600 w 21600"/>
                    <a:gd name="connsiteY2" fmla="*/ 10853 h 21653"/>
                    <a:gd name="connsiteX3" fmla="*/ 18125 w 21600"/>
                    <a:gd name="connsiteY3" fmla="*/ 21653 h 21653"/>
                    <a:gd name="connsiteX4" fmla="*/ 3475 w 21600"/>
                    <a:gd name="connsiteY4" fmla="*/ 21653 h 21653"/>
                    <a:gd name="connsiteX5" fmla="*/ 0 w 21600"/>
                    <a:gd name="connsiteY5" fmla="*/ 10853 h 21653"/>
                    <a:gd name="connsiteX6" fmla="*/ 3475 w 21600"/>
                    <a:gd name="connsiteY6" fmla="*/ 53 h 21653"/>
                    <a:gd name="connsiteX0" fmla="*/ 4110 w 22235"/>
                    <a:gd name="connsiteY0" fmla="*/ 53 h 21653"/>
                    <a:gd name="connsiteX1" fmla="*/ 18760 w 22235"/>
                    <a:gd name="connsiteY1" fmla="*/ 53 h 21653"/>
                    <a:gd name="connsiteX2" fmla="*/ 22235 w 22235"/>
                    <a:gd name="connsiteY2" fmla="*/ 10853 h 21653"/>
                    <a:gd name="connsiteX3" fmla="*/ 18760 w 22235"/>
                    <a:gd name="connsiteY3" fmla="*/ 21653 h 21653"/>
                    <a:gd name="connsiteX4" fmla="*/ 1179 w 22235"/>
                    <a:gd name="connsiteY4" fmla="*/ 21653 h 21653"/>
                    <a:gd name="connsiteX5" fmla="*/ 635 w 22235"/>
                    <a:gd name="connsiteY5" fmla="*/ 10853 h 21653"/>
                    <a:gd name="connsiteX6" fmla="*/ 4110 w 22235"/>
                    <a:gd name="connsiteY6" fmla="*/ 53 h 21653"/>
                    <a:gd name="connsiteX0" fmla="*/ 5500 w 23625"/>
                    <a:gd name="connsiteY0" fmla="*/ 53 h 21653"/>
                    <a:gd name="connsiteX1" fmla="*/ 20150 w 23625"/>
                    <a:gd name="connsiteY1" fmla="*/ 53 h 21653"/>
                    <a:gd name="connsiteX2" fmla="*/ 23625 w 23625"/>
                    <a:gd name="connsiteY2" fmla="*/ 10853 h 21653"/>
                    <a:gd name="connsiteX3" fmla="*/ 20150 w 23625"/>
                    <a:gd name="connsiteY3" fmla="*/ 21653 h 21653"/>
                    <a:gd name="connsiteX4" fmla="*/ 721 w 23625"/>
                    <a:gd name="connsiteY4" fmla="*/ 21653 h 21653"/>
                    <a:gd name="connsiteX5" fmla="*/ 2025 w 23625"/>
                    <a:gd name="connsiteY5" fmla="*/ 10853 h 21653"/>
                    <a:gd name="connsiteX6" fmla="*/ 5500 w 23625"/>
                    <a:gd name="connsiteY6" fmla="*/ 53 h 21653"/>
                    <a:gd name="connsiteX0" fmla="*/ 5563 w 23688"/>
                    <a:gd name="connsiteY0" fmla="*/ 53 h 21653"/>
                    <a:gd name="connsiteX1" fmla="*/ 20213 w 23688"/>
                    <a:gd name="connsiteY1" fmla="*/ 53 h 21653"/>
                    <a:gd name="connsiteX2" fmla="*/ 23688 w 23688"/>
                    <a:gd name="connsiteY2" fmla="*/ 10853 h 21653"/>
                    <a:gd name="connsiteX3" fmla="*/ 20213 w 23688"/>
                    <a:gd name="connsiteY3" fmla="*/ 21653 h 21653"/>
                    <a:gd name="connsiteX4" fmla="*/ 784 w 23688"/>
                    <a:gd name="connsiteY4" fmla="*/ 21653 h 21653"/>
                    <a:gd name="connsiteX5" fmla="*/ 1769 w 23688"/>
                    <a:gd name="connsiteY5" fmla="*/ 10853 h 21653"/>
                    <a:gd name="connsiteX6" fmla="*/ 5563 w 23688"/>
                    <a:gd name="connsiteY6" fmla="*/ 53 h 21653"/>
                    <a:gd name="connsiteX0" fmla="*/ 4841 w 23667"/>
                    <a:gd name="connsiteY0" fmla="*/ 0 h 22258"/>
                    <a:gd name="connsiteX1" fmla="*/ 20192 w 23667"/>
                    <a:gd name="connsiteY1" fmla="*/ 658 h 22258"/>
                    <a:gd name="connsiteX2" fmla="*/ 23667 w 23667"/>
                    <a:gd name="connsiteY2" fmla="*/ 11458 h 22258"/>
                    <a:gd name="connsiteX3" fmla="*/ 20192 w 23667"/>
                    <a:gd name="connsiteY3" fmla="*/ 22258 h 22258"/>
                    <a:gd name="connsiteX4" fmla="*/ 763 w 23667"/>
                    <a:gd name="connsiteY4" fmla="*/ 22258 h 22258"/>
                    <a:gd name="connsiteX5" fmla="*/ 1748 w 23667"/>
                    <a:gd name="connsiteY5" fmla="*/ 11458 h 22258"/>
                    <a:gd name="connsiteX6" fmla="*/ 4841 w 23667"/>
                    <a:gd name="connsiteY6" fmla="*/ 0 h 22258"/>
                    <a:gd name="connsiteX0" fmla="*/ 4513 w 23658"/>
                    <a:gd name="connsiteY0" fmla="*/ 0 h 22916"/>
                    <a:gd name="connsiteX1" fmla="*/ 20183 w 23658"/>
                    <a:gd name="connsiteY1" fmla="*/ 1316 h 22916"/>
                    <a:gd name="connsiteX2" fmla="*/ 23658 w 23658"/>
                    <a:gd name="connsiteY2" fmla="*/ 12116 h 22916"/>
                    <a:gd name="connsiteX3" fmla="*/ 20183 w 23658"/>
                    <a:gd name="connsiteY3" fmla="*/ 22916 h 22916"/>
                    <a:gd name="connsiteX4" fmla="*/ 754 w 23658"/>
                    <a:gd name="connsiteY4" fmla="*/ 22916 h 22916"/>
                    <a:gd name="connsiteX5" fmla="*/ 1739 w 23658"/>
                    <a:gd name="connsiteY5" fmla="*/ 12116 h 22916"/>
                    <a:gd name="connsiteX6" fmla="*/ 4513 w 23658"/>
                    <a:gd name="connsiteY6" fmla="*/ 0 h 22916"/>
                    <a:gd name="connsiteX0" fmla="*/ 4559 w 23704"/>
                    <a:gd name="connsiteY0" fmla="*/ 0 h 22916"/>
                    <a:gd name="connsiteX1" fmla="*/ 20229 w 23704"/>
                    <a:gd name="connsiteY1" fmla="*/ 1316 h 22916"/>
                    <a:gd name="connsiteX2" fmla="*/ 23704 w 23704"/>
                    <a:gd name="connsiteY2" fmla="*/ 12116 h 22916"/>
                    <a:gd name="connsiteX3" fmla="*/ 20229 w 23704"/>
                    <a:gd name="connsiteY3" fmla="*/ 22916 h 22916"/>
                    <a:gd name="connsiteX4" fmla="*/ 800 w 23704"/>
                    <a:gd name="connsiteY4" fmla="*/ 22916 h 22916"/>
                    <a:gd name="connsiteX5" fmla="*/ 1785 w 23704"/>
                    <a:gd name="connsiteY5" fmla="*/ 12116 h 22916"/>
                    <a:gd name="connsiteX6" fmla="*/ 4559 w 23704"/>
                    <a:gd name="connsiteY6" fmla="*/ 0 h 22916"/>
                    <a:gd name="connsiteX0" fmla="*/ 4618 w 23763"/>
                    <a:gd name="connsiteY0" fmla="*/ 0 h 22916"/>
                    <a:gd name="connsiteX1" fmla="*/ 20288 w 23763"/>
                    <a:gd name="connsiteY1" fmla="*/ 1316 h 22916"/>
                    <a:gd name="connsiteX2" fmla="*/ 23763 w 23763"/>
                    <a:gd name="connsiteY2" fmla="*/ 12116 h 22916"/>
                    <a:gd name="connsiteX3" fmla="*/ 20288 w 23763"/>
                    <a:gd name="connsiteY3" fmla="*/ 22916 h 22916"/>
                    <a:gd name="connsiteX4" fmla="*/ 859 w 23763"/>
                    <a:gd name="connsiteY4" fmla="*/ 22916 h 22916"/>
                    <a:gd name="connsiteX5" fmla="*/ 1589 w 23763"/>
                    <a:gd name="connsiteY5" fmla="*/ 13103 h 22916"/>
                    <a:gd name="connsiteX6" fmla="*/ 4618 w 23763"/>
                    <a:gd name="connsiteY6" fmla="*/ 0 h 22916"/>
                    <a:gd name="connsiteX0" fmla="*/ 4640 w 23785"/>
                    <a:gd name="connsiteY0" fmla="*/ 0 h 22916"/>
                    <a:gd name="connsiteX1" fmla="*/ 20310 w 23785"/>
                    <a:gd name="connsiteY1" fmla="*/ 1316 h 22916"/>
                    <a:gd name="connsiteX2" fmla="*/ 23785 w 23785"/>
                    <a:gd name="connsiteY2" fmla="*/ 12116 h 22916"/>
                    <a:gd name="connsiteX3" fmla="*/ 20310 w 23785"/>
                    <a:gd name="connsiteY3" fmla="*/ 22916 h 22916"/>
                    <a:gd name="connsiteX4" fmla="*/ 881 w 23785"/>
                    <a:gd name="connsiteY4" fmla="*/ 22916 h 22916"/>
                    <a:gd name="connsiteX5" fmla="*/ 1526 w 23785"/>
                    <a:gd name="connsiteY5" fmla="*/ 12667 h 22916"/>
                    <a:gd name="connsiteX6" fmla="*/ 4640 w 23785"/>
                    <a:gd name="connsiteY6" fmla="*/ 0 h 22916"/>
                    <a:gd name="connsiteX0" fmla="*/ 5402 w 24547"/>
                    <a:gd name="connsiteY0" fmla="*/ 0 h 22916"/>
                    <a:gd name="connsiteX1" fmla="*/ 21072 w 24547"/>
                    <a:gd name="connsiteY1" fmla="*/ 1316 h 22916"/>
                    <a:gd name="connsiteX2" fmla="*/ 24547 w 24547"/>
                    <a:gd name="connsiteY2" fmla="*/ 12116 h 22916"/>
                    <a:gd name="connsiteX3" fmla="*/ 21072 w 24547"/>
                    <a:gd name="connsiteY3" fmla="*/ 22916 h 22916"/>
                    <a:gd name="connsiteX4" fmla="*/ 1643 w 24547"/>
                    <a:gd name="connsiteY4" fmla="*/ 22916 h 22916"/>
                    <a:gd name="connsiteX5" fmla="*/ 1066 w 24547"/>
                    <a:gd name="connsiteY5" fmla="*/ 14416 h 22916"/>
                    <a:gd name="connsiteX6" fmla="*/ 2288 w 24547"/>
                    <a:gd name="connsiteY6" fmla="*/ 12667 h 22916"/>
                    <a:gd name="connsiteX7" fmla="*/ 5402 w 24547"/>
                    <a:gd name="connsiteY7" fmla="*/ 0 h 22916"/>
                    <a:gd name="connsiteX0" fmla="*/ 5788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788 w 24933"/>
                    <a:gd name="connsiteY7" fmla="*/ 0 h 22916"/>
                    <a:gd name="connsiteX0" fmla="*/ 5873 w 24933"/>
                    <a:gd name="connsiteY0" fmla="*/ 0 h 22916"/>
                    <a:gd name="connsiteX1" fmla="*/ 21458 w 24933"/>
                    <a:gd name="connsiteY1" fmla="*/ 1316 h 22916"/>
                    <a:gd name="connsiteX2" fmla="*/ 24933 w 24933"/>
                    <a:gd name="connsiteY2" fmla="*/ 12116 h 22916"/>
                    <a:gd name="connsiteX3" fmla="*/ 21458 w 24933"/>
                    <a:gd name="connsiteY3" fmla="*/ 22916 h 22916"/>
                    <a:gd name="connsiteX4" fmla="*/ 2029 w 24933"/>
                    <a:gd name="connsiteY4" fmla="*/ 22916 h 22916"/>
                    <a:gd name="connsiteX5" fmla="*/ 494 w 24933"/>
                    <a:gd name="connsiteY5" fmla="*/ 14707 h 22916"/>
                    <a:gd name="connsiteX6" fmla="*/ 2674 w 24933"/>
                    <a:gd name="connsiteY6" fmla="*/ 12667 h 22916"/>
                    <a:gd name="connsiteX7" fmla="*/ 5873 w 24933"/>
                    <a:gd name="connsiteY7" fmla="*/ 0 h 22916"/>
                    <a:gd name="connsiteX0" fmla="*/ 5873 w 24877"/>
                    <a:gd name="connsiteY0" fmla="*/ 0 h 22916"/>
                    <a:gd name="connsiteX1" fmla="*/ 21458 w 24877"/>
                    <a:gd name="connsiteY1" fmla="*/ 1316 h 22916"/>
                    <a:gd name="connsiteX2" fmla="*/ 24877 w 24877"/>
                    <a:gd name="connsiteY2" fmla="*/ 12262 h 22916"/>
                    <a:gd name="connsiteX3" fmla="*/ 21458 w 24877"/>
                    <a:gd name="connsiteY3" fmla="*/ 22916 h 22916"/>
                    <a:gd name="connsiteX4" fmla="*/ 2029 w 24877"/>
                    <a:gd name="connsiteY4" fmla="*/ 22916 h 22916"/>
                    <a:gd name="connsiteX5" fmla="*/ 494 w 24877"/>
                    <a:gd name="connsiteY5" fmla="*/ 14707 h 22916"/>
                    <a:gd name="connsiteX6" fmla="*/ 2674 w 24877"/>
                    <a:gd name="connsiteY6" fmla="*/ 12667 h 22916"/>
                    <a:gd name="connsiteX7" fmla="*/ 5873 w 24877"/>
                    <a:gd name="connsiteY7" fmla="*/ 0 h 22916"/>
                    <a:gd name="connsiteX0" fmla="*/ 5873 w 28802"/>
                    <a:gd name="connsiteY0" fmla="*/ 0 h 22916"/>
                    <a:gd name="connsiteX1" fmla="*/ 21458 w 28802"/>
                    <a:gd name="connsiteY1" fmla="*/ 1316 h 22916"/>
                    <a:gd name="connsiteX2" fmla="*/ 24877 w 28802"/>
                    <a:gd name="connsiteY2" fmla="*/ 12262 h 22916"/>
                    <a:gd name="connsiteX3" fmla="*/ 28308 w 28802"/>
                    <a:gd name="connsiteY3" fmla="*/ 22189 h 22916"/>
                    <a:gd name="connsiteX4" fmla="*/ 2029 w 28802"/>
                    <a:gd name="connsiteY4" fmla="*/ 22916 h 22916"/>
                    <a:gd name="connsiteX5" fmla="*/ 494 w 28802"/>
                    <a:gd name="connsiteY5" fmla="*/ 14707 h 22916"/>
                    <a:gd name="connsiteX6" fmla="*/ 2674 w 28802"/>
                    <a:gd name="connsiteY6" fmla="*/ 12667 h 22916"/>
                    <a:gd name="connsiteX7" fmla="*/ 5873 w 28802"/>
                    <a:gd name="connsiteY7" fmla="*/ 0 h 22916"/>
                    <a:gd name="connsiteX0" fmla="*/ 5873 w 28841"/>
                    <a:gd name="connsiteY0" fmla="*/ 0 h 22916"/>
                    <a:gd name="connsiteX1" fmla="*/ 21458 w 28841"/>
                    <a:gd name="connsiteY1" fmla="*/ 1316 h 22916"/>
                    <a:gd name="connsiteX2" fmla="*/ 25300 w 28841"/>
                    <a:gd name="connsiteY2" fmla="*/ 12698 h 22916"/>
                    <a:gd name="connsiteX3" fmla="*/ 28308 w 28841"/>
                    <a:gd name="connsiteY3" fmla="*/ 22189 h 22916"/>
                    <a:gd name="connsiteX4" fmla="*/ 2029 w 28841"/>
                    <a:gd name="connsiteY4" fmla="*/ 22916 h 22916"/>
                    <a:gd name="connsiteX5" fmla="*/ 494 w 28841"/>
                    <a:gd name="connsiteY5" fmla="*/ 14707 h 22916"/>
                    <a:gd name="connsiteX6" fmla="*/ 2674 w 28841"/>
                    <a:gd name="connsiteY6" fmla="*/ 12667 h 22916"/>
                    <a:gd name="connsiteX7" fmla="*/ 5873 w 28841"/>
                    <a:gd name="connsiteY7" fmla="*/ 0 h 22916"/>
                    <a:gd name="connsiteX0" fmla="*/ 5873 w 28838"/>
                    <a:gd name="connsiteY0" fmla="*/ 0 h 22916"/>
                    <a:gd name="connsiteX1" fmla="*/ 21684 w 28838"/>
                    <a:gd name="connsiteY1" fmla="*/ 734 h 22916"/>
                    <a:gd name="connsiteX2" fmla="*/ 25300 w 28838"/>
                    <a:gd name="connsiteY2" fmla="*/ 12698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85"/>
                    <a:gd name="connsiteY0" fmla="*/ 0 h 22916"/>
                    <a:gd name="connsiteX1" fmla="*/ 21684 w 28885"/>
                    <a:gd name="connsiteY1" fmla="*/ 734 h 22916"/>
                    <a:gd name="connsiteX2" fmla="*/ 25300 w 28885"/>
                    <a:gd name="connsiteY2" fmla="*/ 12698 h 22916"/>
                    <a:gd name="connsiteX3" fmla="*/ 28308 w 28885"/>
                    <a:gd name="connsiteY3" fmla="*/ 22189 h 22916"/>
                    <a:gd name="connsiteX4" fmla="*/ 2029 w 28885"/>
                    <a:gd name="connsiteY4" fmla="*/ 22916 h 22916"/>
                    <a:gd name="connsiteX5" fmla="*/ 494 w 28885"/>
                    <a:gd name="connsiteY5" fmla="*/ 14707 h 22916"/>
                    <a:gd name="connsiteX6" fmla="*/ 2674 w 28885"/>
                    <a:gd name="connsiteY6" fmla="*/ 12667 h 22916"/>
                    <a:gd name="connsiteX7" fmla="*/ 5873 w 28885"/>
                    <a:gd name="connsiteY7" fmla="*/ 0 h 22916"/>
                    <a:gd name="connsiteX0" fmla="*/ 5873 w 28927"/>
                    <a:gd name="connsiteY0" fmla="*/ 0 h 22916"/>
                    <a:gd name="connsiteX1" fmla="*/ 21684 w 28927"/>
                    <a:gd name="connsiteY1" fmla="*/ 734 h 22916"/>
                    <a:gd name="connsiteX2" fmla="*/ 25638 w 28927"/>
                    <a:gd name="connsiteY2" fmla="*/ 12698 h 22916"/>
                    <a:gd name="connsiteX3" fmla="*/ 28308 w 28927"/>
                    <a:gd name="connsiteY3" fmla="*/ 22189 h 22916"/>
                    <a:gd name="connsiteX4" fmla="*/ 2029 w 28927"/>
                    <a:gd name="connsiteY4" fmla="*/ 22916 h 22916"/>
                    <a:gd name="connsiteX5" fmla="*/ 494 w 28927"/>
                    <a:gd name="connsiteY5" fmla="*/ 14707 h 22916"/>
                    <a:gd name="connsiteX6" fmla="*/ 2674 w 28927"/>
                    <a:gd name="connsiteY6" fmla="*/ 12667 h 22916"/>
                    <a:gd name="connsiteX7" fmla="*/ 5873 w 28927"/>
                    <a:gd name="connsiteY7" fmla="*/ 0 h 22916"/>
                    <a:gd name="connsiteX0" fmla="*/ 5873 w 28952"/>
                    <a:gd name="connsiteY0" fmla="*/ 0 h 22916"/>
                    <a:gd name="connsiteX1" fmla="*/ 21684 w 28952"/>
                    <a:gd name="connsiteY1" fmla="*/ 734 h 22916"/>
                    <a:gd name="connsiteX2" fmla="*/ 25638 w 28952"/>
                    <a:gd name="connsiteY2" fmla="*/ 12698 h 22916"/>
                    <a:gd name="connsiteX3" fmla="*/ 28308 w 28952"/>
                    <a:gd name="connsiteY3" fmla="*/ 22189 h 22916"/>
                    <a:gd name="connsiteX4" fmla="*/ 2029 w 28952"/>
                    <a:gd name="connsiteY4" fmla="*/ 22916 h 22916"/>
                    <a:gd name="connsiteX5" fmla="*/ 494 w 28952"/>
                    <a:gd name="connsiteY5" fmla="*/ 14707 h 22916"/>
                    <a:gd name="connsiteX6" fmla="*/ 2674 w 28952"/>
                    <a:gd name="connsiteY6" fmla="*/ 12667 h 22916"/>
                    <a:gd name="connsiteX7" fmla="*/ 5873 w 28952"/>
                    <a:gd name="connsiteY7" fmla="*/ 0 h 22916"/>
                    <a:gd name="connsiteX0" fmla="*/ 5873 w 28870"/>
                    <a:gd name="connsiteY0" fmla="*/ 0 h 22916"/>
                    <a:gd name="connsiteX1" fmla="*/ 21881 w 28870"/>
                    <a:gd name="connsiteY1" fmla="*/ 734 h 22916"/>
                    <a:gd name="connsiteX2" fmla="*/ 25638 w 28870"/>
                    <a:gd name="connsiteY2" fmla="*/ 12698 h 22916"/>
                    <a:gd name="connsiteX3" fmla="*/ 28308 w 28870"/>
                    <a:gd name="connsiteY3" fmla="*/ 22189 h 22916"/>
                    <a:gd name="connsiteX4" fmla="*/ 2029 w 28870"/>
                    <a:gd name="connsiteY4" fmla="*/ 22916 h 22916"/>
                    <a:gd name="connsiteX5" fmla="*/ 494 w 28870"/>
                    <a:gd name="connsiteY5" fmla="*/ 14707 h 22916"/>
                    <a:gd name="connsiteX6" fmla="*/ 2674 w 28870"/>
                    <a:gd name="connsiteY6" fmla="*/ 12667 h 22916"/>
                    <a:gd name="connsiteX7" fmla="*/ 5873 w 28870"/>
                    <a:gd name="connsiteY7" fmla="*/ 0 h 22916"/>
                    <a:gd name="connsiteX0" fmla="*/ 5873 w 28838"/>
                    <a:gd name="connsiteY0" fmla="*/ 0 h 22916"/>
                    <a:gd name="connsiteX1" fmla="*/ 21881 w 28838"/>
                    <a:gd name="connsiteY1" fmla="*/ 734 h 22916"/>
                    <a:gd name="connsiteX2" fmla="*/ 25328 w 28838"/>
                    <a:gd name="connsiteY2" fmla="*/ 12843 h 22916"/>
                    <a:gd name="connsiteX3" fmla="*/ 28308 w 28838"/>
                    <a:gd name="connsiteY3" fmla="*/ 22189 h 22916"/>
                    <a:gd name="connsiteX4" fmla="*/ 2029 w 28838"/>
                    <a:gd name="connsiteY4" fmla="*/ 22916 h 22916"/>
                    <a:gd name="connsiteX5" fmla="*/ 494 w 28838"/>
                    <a:gd name="connsiteY5" fmla="*/ 14707 h 22916"/>
                    <a:gd name="connsiteX6" fmla="*/ 2674 w 28838"/>
                    <a:gd name="connsiteY6" fmla="*/ 12667 h 22916"/>
                    <a:gd name="connsiteX7" fmla="*/ 5873 w 28838"/>
                    <a:gd name="connsiteY7" fmla="*/ 0 h 22916"/>
                    <a:gd name="connsiteX0" fmla="*/ 5873 w 28854"/>
                    <a:gd name="connsiteY0" fmla="*/ 0 h 22916"/>
                    <a:gd name="connsiteX1" fmla="*/ 21881 w 28854"/>
                    <a:gd name="connsiteY1" fmla="*/ 734 h 22916"/>
                    <a:gd name="connsiteX2" fmla="*/ 25328 w 28854"/>
                    <a:gd name="connsiteY2" fmla="*/ 12843 h 22916"/>
                    <a:gd name="connsiteX3" fmla="*/ 28308 w 28854"/>
                    <a:gd name="connsiteY3" fmla="*/ 22189 h 22916"/>
                    <a:gd name="connsiteX4" fmla="*/ 2029 w 28854"/>
                    <a:gd name="connsiteY4" fmla="*/ 22916 h 22916"/>
                    <a:gd name="connsiteX5" fmla="*/ 494 w 28854"/>
                    <a:gd name="connsiteY5" fmla="*/ 14707 h 22916"/>
                    <a:gd name="connsiteX6" fmla="*/ 2674 w 28854"/>
                    <a:gd name="connsiteY6" fmla="*/ 12667 h 22916"/>
                    <a:gd name="connsiteX7" fmla="*/ 5873 w 28854"/>
                    <a:gd name="connsiteY7" fmla="*/ 0 h 22916"/>
                    <a:gd name="connsiteX0" fmla="*/ 5873 w 28869"/>
                    <a:gd name="connsiteY0" fmla="*/ 0 h 22916"/>
                    <a:gd name="connsiteX1" fmla="*/ 21881 w 28869"/>
                    <a:gd name="connsiteY1" fmla="*/ 734 h 22916"/>
                    <a:gd name="connsiteX2" fmla="*/ 25469 w 28869"/>
                    <a:gd name="connsiteY2" fmla="*/ 12698 h 22916"/>
                    <a:gd name="connsiteX3" fmla="*/ 28308 w 28869"/>
                    <a:gd name="connsiteY3" fmla="*/ 22189 h 22916"/>
                    <a:gd name="connsiteX4" fmla="*/ 2029 w 28869"/>
                    <a:gd name="connsiteY4" fmla="*/ 22916 h 22916"/>
                    <a:gd name="connsiteX5" fmla="*/ 494 w 28869"/>
                    <a:gd name="connsiteY5" fmla="*/ 14707 h 22916"/>
                    <a:gd name="connsiteX6" fmla="*/ 2674 w 28869"/>
                    <a:gd name="connsiteY6" fmla="*/ 12667 h 22916"/>
                    <a:gd name="connsiteX7" fmla="*/ 5873 w 28869"/>
                    <a:gd name="connsiteY7" fmla="*/ 0 h 22916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674 w 28869"/>
                    <a:gd name="connsiteY6" fmla="*/ 12231 h 22480"/>
                    <a:gd name="connsiteX7" fmla="*/ 5845 w 28869"/>
                    <a:gd name="connsiteY7" fmla="*/ 0 h 22480"/>
                    <a:gd name="connsiteX0" fmla="*/ 5845 w 28869"/>
                    <a:gd name="connsiteY0" fmla="*/ 0 h 22480"/>
                    <a:gd name="connsiteX1" fmla="*/ 21881 w 28869"/>
                    <a:gd name="connsiteY1" fmla="*/ 298 h 22480"/>
                    <a:gd name="connsiteX2" fmla="*/ 25469 w 28869"/>
                    <a:gd name="connsiteY2" fmla="*/ 12262 h 22480"/>
                    <a:gd name="connsiteX3" fmla="*/ 28308 w 28869"/>
                    <a:gd name="connsiteY3" fmla="*/ 21753 h 22480"/>
                    <a:gd name="connsiteX4" fmla="*/ 2029 w 28869"/>
                    <a:gd name="connsiteY4" fmla="*/ 22480 h 22480"/>
                    <a:gd name="connsiteX5" fmla="*/ 494 w 28869"/>
                    <a:gd name="connsiteY5" fmla="*/ 14271 h 22480"/>
                    <a:gd name="connsiteX6" fmla="*/ 2479 w 28869"/>
                    <a:gd name="connsiteY6" fmla="*/ 11895 h 22480"/>
                    <a:gd name="connsiteX7" fmla="*/ 5845 w 28869"/>
                    <a:gd name="connsiteY7" fmla="*/ 0 h 22480"/>
                    <a:gd name="connsiteX0" fmla="*/ 5845 w 28891"/>
                    <a:gd name="connsiteY0" fmla="*/ 0 h 22480"/>
                    <a:gd name="connsiteX1" fmla="*/ 21881 w 28891"/>
                    <a:gd name="connsiteY1" fmla="*/ 298 h 22480"/>
                    <a:gd name="connsiteX2" fmla="*/ 25664 w 28891"/>
                    <a:gd name="connsiteY2" fmla="*/ 12598 h 22480"/>
                    <a:gd name="connsiteX3" fmla="*/ 28308 w 28891"/>
                    <a:gd name="connsiteY3" fmla="*/ 21753 h 22480"/>
                    <a:gd name="connsiteX4" fmla="*/ 2029 w 28891"/>
                    <a:gd name="connsiteY4" fmla="*/ 22480 h 22480"/>
                    <a:gd name="connsiteX5" fmla="*/ 494 w 28891"/>
                    <a:gd name="connsiteY5" fmla="*/ 14271 h 22480"/>
                    <a:gd name="connsiteX6" fmla="*/ 2479 w 28891"/>
                    <a:gd name="connsiteY6" fmla="*/ 11895 h 22480"/>
                    <a:gd name="connsiteX7" fmla="*/ 5845 w 28891"/>
                    <a:gd name="connsiteY7" fmla="*/ 0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91" h="22480">
                      <a:moveTo>
                        <a:pt x="5845" y="0"/>
                      </a:moveTo>
                      <a:lnTo>
                        <a:pt x="21881" y="298"/>
                      </a:lnTo>
                      <a:cubicBezTo>
                        <a:pt x="25266" y="-360"/>
                        <a:pt x="24424" y="11204"/>
                        <a:pt x="25664" y="12598"/>
                      </a:cubicBezTo>
                      <a:cubicBezTo>
                        <a:pt x="26904" y="13992"/>
                        <a:pt x="30227" y="21753"/>
                        <a:pt x="28308" y="21753"/>
                      </a:cubicBezTo>
                      <a:lnTo>
                        <a:pt x="2029" y="22480"/>
                      </a:lnTo>
                      <a:cubicBezTo>
                        <a:pt x="-1230" y="21112"/>
                        <a:pt x="387" y="15979"/>
                        <a:pt x="494" y="14271"/>
                      </a:cubicBezTo>
                      <a:cubicBezTo>
                        <a:pt x="601" y="12563"/>
                        <a:pt x="1587" y="14273"/>
                        <a:pt x="2479" y="11895"/>
                      </a:cubicBezTo>
                      <a:cubicBezTo>
                        <a:pt x="3371" y="9517"/>
                        <a:pt x="3097" y="0"/>
                        <a:pt x="58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1" name="Organigramme : Processus 64">
                  <a:extLst>
                    <a:ext uri="{FF2B5EF4-FFF2-40B4-BE49-F238E27FC236}">
                      <a16:creationId xmlns:a16="http://schemas.microsoft.com/office/drawing/2014/main" id="{262432DA-CD8E-4FAA-AAC5-09595CC6C9AD}"/>
                    </a:ext>
                  </a:extLst>
                </p:cNvPr>
                <p:cNvSpPr/>
                <p:nvPr/>
              </p:nvSpPr>
              <p:spPr>
                <a:xfrm>
                  <a:off x="0" y="10351922"/>
                  <a:ext cx="7275117" cy="216212"/>
                </a:xfrm>
                <a:prstGeom prst="flowChartProces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2" name="Groupe 45">
                <a:extLst>
                  <a:ext uri="{FF2B5EF4-FFF2-40B4-BE49-F238E27FC236}">
                    <a16:creationId xmlns:a16="http://schemas.microsoft.com/office/drawing/2014/main" id="{5BE2720D-AD8D-424C-BAC3-1E2EAAF0FAB5}"/>
                  </a:ext>
                </a:extLst>
              </p:cNvPr>
              <p:cNvGrpSpPr/>
              <p:nvPr/>
            </p:nvGrpSpPr>
            <p:grpSpPr>
              <a:xfrm>
                <a:off x="-6998" y="10117188"/>
                <a:ext cx="7561263" cy="360000"/>
                <a:chOff x="1087856" y="4455595"/>
                <a:chExt cx="7667400" cy="223410"/>
              </a:xfrm>
              <a:grpFill/>
            </p:grpSpPr>
            <p:sp>
              <p:nvSpPr>
                <p:cNvPr id="37" name="Forme libre 61">
                  <a:extLst>
                    <a:ext uri="{FF2B5EF4-FFF2-40B4-BE49-F238E27FC236}">
                      <a16:creationId xmlns:a16="http://schemas.microsoft.com/office/drawing/2014/main" id="{7E281E29-46F7-46C9-B641-309D54B2AF60}"/>
                    </a:ext>
                  </a:extLst>
                </p:cNvPr>
                <p:cNvSpPr/>
                <p:nvPr/>
              </p:nvSpPr>
              <p:spPr>
                <a:xfrm>
                  <a:off x="1087856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rgbClr val="2D4356"/>
                    </a:solidFill>
                    <a:latin typeface="Verdana"/>
                  </a:endParaRPr>
                </a:p>
              </p:txBody>
            </p:sp>
            <p:sp>
              <p:nvSpPr>
                <p:cNvPr id="49" name="Forme libre 62">
                  <a:extLst>
                    <a:ext uri="{FF2B5EF4-FFF2-40B4-BE49-F238E27FC236}">
                      <a16:creationId xmlns:a16="http://schemas.microsoft.com/office/drawing/2014/main" id="{86BAB544-9787-4056-9ED4-A5B2CD852114}"/>
                    </a:ext>
                  </a:extLst>
                </p:cNvPr>
                <p:cNvSpPr/>
                <p:nvPr/>
              </p:nvSpPr>
              <p:spPr>
                <a:xfrm flipH="1">
                  <a:off x="4579370" y="4455595"/>
                  <a:ext cx="4175886" cy="223410"/>
                </a:xfrm>
                <a:custGeom>
                  <a:avLst/>
                  <a:gdLst>
                    <a:gd name="connsiteX0" fmla="*/ 0 w 2647950"/>
                    <a:gd name="connsiteY0" fmla="*/ 386291 h 418370"/>
                    <a:gd name="connsiteX1" fmla="*/ 1190625 w 2647950"/>
                    <a:gd name="connsiteY1" fmla="*/ 386291 h 418370"/>
                    <a:gd name="connsiteX2" fmla="*/ 1552575 w 2647950"/>
                    <a:gd name="connsiteY2" fmla="*/ 52916 h 418370"/>
                    <a:gd name="connsiteX3" fmla="*/ 2647950 w 2647950"/>
                    <a:gd name="connsiteY3" fmla="*/ 5291 h 418370"/>
                    <a:gd name="connsiteX0" fmla="*/ 0 w 2647950"/>
                    <a:gd name="connsiteY0" fmla="*/ 386291 h 398520"/>
                    <a:gd name="connsiteX1" fmla="*/ 1190625 w 2647950"/>
                    <a:gd name="connsiteY1" fmla="*/ 386291 h 398520"/>
                    <a:gd name="connsiteX2" fmla="*/ 1552575 w 2647950"/>
                    <a:gd name="connsiteY2" fmla="*/ 52916 h 398520"/>
                    <a:gd name="connsiteX3" fmla="*/ 2647950 w 2647950"/>
                    <a:gd name="connsiteY3" fmla="*/ 5291 h 398520"/>
                    <a:gd name="connsiteX0" fmla="*/ 0 w 2647950"/>
                    <a:gd name="connsiteY0" fmla="*/ 386291 h 386291"/>
                    <a:gd name="connsiteX1" fmla="*/ 1190625 w 2647950"/>
                    <a:gd name="connsiteY1" fmla="*/ 386291 h 386291"/>
                    <a:gd name="connsiteX2" fmla="*/ 1552575 w 2647950"/>
                    <a:gd name="connsiteY2" fmla="*/ 52916 h 386291"/>
                    <a:gd name="connsiteX3" fmla="*/ 2647950 w 2647950"/>
                    <a:gd name="connsiteY3" fmla="*/ 5291 h 386291"/>
                    <a:gd name="connsiteX0" fmla="*/ 0 w 2647950"/>
                    <a:gd name="connsiteY0" fmla="*/ 381838 h 381838"/>
                    <a:gd name="connsiteX1" fmla="*/ 1190625 w 2647950"/>
                    <a:gd name="connsiteY1" fmla="*/ 381838 h 381838"/>
                    <a:gd name="connsiteX2" fmla="*/ 1552575 w 2647950"/>
                    <a:gd name="connsiteY2" fmla="*/ 48463 h 381838"/>
                    <a:gd name="connsiteX3" fmla="*/ 2647950 w 2647950"/>
                    <a:gd name="connsiteY3" fmla="*/ 838 h 381838"/>
                    <a:gd name="connsiteX0" fmla="*/ 0 w 2647950"/>
                    <a:gd name="connsiteY0" fmla="*/ 381000 h 381000"/>
                    <a:gd name="connsiteX1" fmla="*/ 1190625 w 2647950"/>
                    <a:gd name="connsiteY1" fmla="*/ 381000 h 381000"/>
                    <a:gd name="connsiteX2" fmla="*/ 1552575 w 2647950"/>
                    <a:gd name="connsiteY2" fmla="*/ 47625 h 381000"/>
                    <a:gd name="connsiteX3" fmla="*/ 2647950 w 264795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42340"/>
                    <a:gd name="connsiteY0" fmla="*/ 381000 h 381000"/>
                    <a:gd name="connsiteX1" fmla="*/ 1190625 w 2642340"/>
                    <a:gd name="connsiteY1" fmla="*/ 381000 h 381000"/>
                    <a:gd name="connsiteX2" fmla="*/ 1552575 w 2642340"/>
                    <a:gd name="connsiteY2" fmla="*/ 47625 h 381000"/>
                    <a:gd name="connsiteX3" fmla="*/ 2642340 w 2642340"/>
                    <a:gd name="connsiteY3" fmla="*/ 0 h 381000"/>
                    <a:gd name="connsiteX0" fmla="*/ 0 w 2650754"/>
                    <a:gd name="connsiteY0" fmla="*/ 351717 h 351717"/>
                    <a:gd name="connsiteX1" fmla="*/ 1190625 w 2650754"/>
                    <a:gd name="connsiteY1" fmla="*/ 351717 h 351717"/>
                    <a:gd name="connsiteX2" fmla="*/ 1552575 w 2650754"/>
                    <a:gd name="connsiteY2" fmla="*/ 18342 h 351717"/>
                    <a:gd name="connsiteX3" fmla="*/ 2650754 w 2650754"/>
                    <a:gd name="connsiteY3" fmla="*/ 12790 h 351717"/>
                    <a:gd name="connsiteX0" fmla="*/ 0 w 2650754"/>
                    <a:gd name="connsiteY0" fmla="*/ 357348 h 357348"/>
                    <a:gd name="connsiteX1" fmla="*/ 1190625 w 2650754"/>
                    <a:gd name="connsiteY1" fmla="*/ 357348 h 357348"/>
                    <a:gd name="connsiteX2" fmla="*/ 1552575 w 2650754"/>
                    <a:gd name="connsiteY2" fmla="*/ 23973 h 357348"/>
                    <a:gd name="connsiteX3" fmla="*/ 2650754 w 2650754"/>
                    <a:gd name="connsiteY3" fmla="*/ 18421 h 357348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50754"/>
                    <a:gd name="connsiteY0" fmla="*/ 338927 h 338927"/>
                    <a:gd name="connsiteX1" fmla="*/ 1190625 w 2650754"/>
                    <a:gd name="connsiteY1" fmla="*/ 338927 h 338927"/>
                    <a:gd name="connsiteX2" fmla="*/ 1552575 w 2650754"/>
                    <a:gd name="connsiteY2" fmla="*/ 5552 h 338927"/>
                    <a:gd name="connsiteX3" fmla="*/ 2650754 w 2650754"/>
                    <a:gd name="connsiteY3" fmla="*/ 0 h 338927"/>
                    <a:gd name="connsiteX0" fmla="*/ 0 w 2647950"/>
                    <a:gd name="connsiteY0" fmla="*/ 356646 h 356646"/>
                    <a:gd name="connsiteX1" fmla="*/ 1190625 w 2647950"/>
                    <a:gd name="connsiteY1" fmla="*/ 356646 h 356646"/>
                    <a:gd name="connsiteX2" fmla="*/ 1552575 w 2647950"/>
                    <a:gd name="connsiteY2" fmla="*/ 23271 h 356646"/>
                    <a:gd name="connsiteX3" fmla="*/ 2647950 w 2647950"/>
                    <a:gd name="connsiteY3" fmla="*/ 28939 h 356646"/>
                    <a:gd name="connsiteX0" fmla="*/ 0 w 2645145"/>
                    <a:gd name="connsiteY0" fmla="*/ 362668 h 362668"/>
                    <a:gd name="connsiteX1" fmla="*/ 1190625 w 2645145"/>
                    <a:gd name="connsiteY1" fmla="*/ 362668 h 362668"/>
                    <a:gd name="connsiteX2" fmla="*/ 1552575 w 2645145"/>
                    <a:gd name="connsiteY2" fmla="*/ 29293 h 362668"/>
                    <a:gd name="connsiteX3" fmla="*/ 2645145 w 2645145"/>
                    <a:gd name="connsiteY3" fmla="*/ 18132 h 362668"/>
                    <a:gd name="connsiteX0" fmla="*/ 0 w 2645145"/>
                    <a:gd name="connsiteY0" fmla="*/ 344536 h 344536"/>
                    <a:gd name="connsiteX1" fmla="*/ 1190625 w 2645145"/>
                    <a:gd name="connsiteY1" fmla="*/ 344536 h 344536"/>
                    <a:gd name="connsiteX2" fmla="*/ 1552575 w 2645145"/>
                    <a:gd name="connsiteY2" fmla="*/ 11161 h 344536"/>
                    <a:gd name="connsiteX3" fmla="*/ 2645145 w 2645145"/>
                    <a:gd name="connsiteY3" fmla="*/ 0 h 344536"/>
                    <a:gd name="connsiteX0" fmla="*/ 0 w 2645145"/>
                    <a:gd name="connsiteY0" fmla="*/ 344600 h 370125"/>
                    <a:gd name="connsiteX1" fmla="*/ 1190625 w 2645145"/>
                    <a:gd name="connsiteY1" fmla="*/ 344600 h 370125"/>
                    <a:gd name="connsiteX2" fmla="*/ 1552575 w 2645145"/>
                    <a:gd name="connsiteY2" fmla="*/ 5 h 370125"/>
                    <a:gd name="connsiteX3" fmla="*/ 2645145 w 2645145"/>
                    <a:gd name="connsiteY3" fmla="*/ 64 h 370125"/>
                    <a:gd name="connsiteX0" fmla="*/ 0 w 2645145"/>
                    <a:gd name="connsiteY0" fmla="*/ 344600 h 344600"/>
                    <a:gd name="connsiteX1" fmla="*/ 1190625 w 2645145"/>
                    <a:gd name="connsiteY1" fmla="*/ 344600 h 344600"/>
                    <a:gd name="connsiteX2" fmla="*/ 1552575 w 2645145"/>
                    <a:gd name="connsiteY2" fmla="*/ 5 h 344600"/>
                    <a:gd name="connsiteX3" fmla="*/ 2645145 w 2645145"/>
                    <a:gd name="connsiteY3" fmla="*/ 64 h 34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5145" h="344600">
                      <a:moveTo>
                        <a:pt x="0" y="344600"/>
                      </a:moveTo>
                      <a:lnTo>
                        <a:pt x="1190625" y="344600"/>
                      </a:lnTo>
                      <a:cubicBezTo>
                        <a:pt x="1443777" y="343266"/>
                        <a:pt x="1298935" y="-1475"/>
                        <a:pt x="1552575" y="5"/>
                      </a:cubicBezTo>
                      <a:lnTo>
                        <a:pt x="2645145" y="64"/>
                      </a:lnTo>
                    </a:path>
                  </a:pathLst>
                </a:custGeom>
                <a:grpFill/>
                <a:ln w="38100" cap="flat" cmpd="sng" algn="ctr">
                  <a:solidFill>
                    <a:srgbClr val="D50054"/>
                  </a:solidFill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defRPr/>
                  </a:pPr>
                  <a:endParaRPr lang="fr-FR" kern="0" dirty="0">
                    <a:solidFill>
                      <a:sysClr val="windowText" lastClr="000000"/>
                    </a:solidFill>
                    <a:latin typeface="Verdana"/>
                  </a:endParaRPr>
                </a:p>
              </p:txBody>
            </p:sp>
          </p:grpSp>
          <p:grpSp>
            <p:nvGrpSpPr>
              <p:cNvPr id="33" name="Groupe 46">
                <a:extLst>
                  <a:ext uri="{FF2B5EF4-FFF2-40B4-BE49-F238E27FC236}">
                    <a16:creationId xmlns:a16="http://schemas.microsoft.com/office/drawing/2014/main" id="{C6196B23-87E6-4562-B00E-777778578B81}"/>
                  </a:ext>
                </a:extLst>
              </p:cNvPr>
              <p:cNvGrpSpPr/>
              <p:nvPr/>
            </p:nvGrpSpPr>
            <p:grpSpPr>
              <a:xfrm>
                <a:off x="2254305" y="10154813"/>
                <a:ext cx="3090041" cy="447676"/>
                <a:chOff x="2254305" y="10154813"/>
                <a:chExt cx="3090041" cy="447676"/>
              </a:xfrm>
              <a:grpFill/>
            </p:grpSpPr>
            <p:cxnSp>
              <p:nvCxnSpPr>
                <p:cNvPr id="34" name="Connecteur droit 57">
                  <a:extLst>
                    <a:ext uri="{FF2B5EF4-FFF2-40B4-BE49-F238E27FC236}">
                      <a16:creationId xmlns:a16="http://schemas.microsoft.com/office/drawing/2014/main" id="{1BCE0C3F-1EE6-4382-919B-B4544C82F285}"/>
                    </a:ext>
                  </a:extLst>
                </p:cNvPr>
                <p:cNvCxnSpPr/>
                <p:nvPr/>
              </p:nvCxnSpPr>
              <p:spPr>
                <a:xfrm flipV="1">
                  <a:off x="2254305" y="10540651"/>
                  <a:ext cx="3090041" cy="0"/>
                </a:xfrm>
                <a:prstGeom prst="line">
                  <a:avLst/>
                </a:prstGeom>
                <a:grpFill/>
                <a:ln>
                  <a:solidFill>
                    <a:srgbClr val="D50054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E6FA54BE-D152-45FF-B3EB-297A1F046A0E}"/>
                    </a:ext>
                  </a:extLst>
                </p:cNvPr>
                <p:cNvSpPr/>
                <p:nvPr/>
              </p:nvSpPr>
              <p:spPr>
                <a:xfrm>
                  <a:off x="3485634" y="10154813"/>
                  <a:ext cx="576000" cy="44767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3D2B0297-0697-4942-9FBC-2BE3D14D92B1}"/>
                    </a:ext>
                  </a:extLst>
                </p:cNvPr>
                <p:cNvSpPr/>
                <p:nvPr/>
              </p:nvSpPr>
              <p:spPr>
                <a:xfrm>
                  <a:off x="2299203" y="10212803"/>
                  <a:ext cx="2950234" cy="33169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rtl="1"/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مفكرة             </a:t>
                  </a:r>
                  <a:r>
                    <a:rPr lang="fr-FR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</a:t>
                  </a:r>
                  <a:r>
                    <a:rPr lang="ar-DZ" sz="2000" b="1" dirty="0">
                      <a:solidFill>
                        <a:srgbClr val="D50054"/>
                      </a:solidFill>
                      <a:latin typeface="Sakkal Majalla" panose="02000000000000000000" pitchFamily="2" charset="-78"/>
                      <a:cs typeface="Sakkal Majalla" panose="02000000000000000000" pitchFamily="2" charset="-78"/>
                    </a:rPr>
                    <a:t>     الأستاذ</a:t>
                  </a:r>
                  <a:endParaRPr lang="fr-FR" sz="2000" b="1" dirty="0"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44B4302-1529-4378-A449-307840988C4F}"/>
                </a:ext>
              </a:extLst>
            </p:cNvPr>
            <p:cNvGrpSpPr/>
            <p:nvPr/>
          </p:nvGrpSpPr>
          <p:grpSpPr>
            <a:xfrm>
              <a:off x="3565576" y="10173901"/>
              <a:ext cx="383154" cy="366750"/>
              <a:chOff x="3565576" y="10173901"/>
              <a:chExt cx="383154" cy="366750"/>
            </a:xfrm>
          </p:grpSpPr>
          <p:sp>
            <p:nvSpPr>
              <p:cNvPr id="29" name="Arrondir un rectangle avec un coin du même côté 1">
                <a:extLst>
                  <a:ext uri="{FF2B5EF4-FFF2-40B4-BE49-F238E27FC236}">
                    <a16:creationId xmlns:a16="http://schemas.microsoft.com/office/drawing/2014/main" id="{D85BABD5-0F0E-4F75-B02F-AEE694C4189D}"/>
                  </a:ext>
                </a:extLst>
              </p:cNvPr>
              <p:cNvSpPr/>
              <p:nvPr/>
            </p:nvSpPr>
            <p:spPr>
              <a:xfrm>
                <a:off x="3565576" y="10173901"/>
                <a:ext cx="383154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rgbClr val="F2F2F2"/>
              </a:solidFill>
              <a:ln w="6350">
                <a:solidFill>
                  <a:srgbClr val="D50054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ar-DZ" sz="1800" dirty="0">
                    <a:ln>
                      <a:solidFill>
                        <a:srgbClr val="D50054"/>
                      </a:solidFill>
                    </a:ln>
                    <a:solidFill>
                      <a:srgbClr val="D50054"/>
                    </a:solidFill>
                    <a:latin typeface="Sakkal Majalla" panose="02000000000000000000" pitchFamily="2" charset="-78"/>
                    <a:cs typeface="Sakkal Majalla" panose="02000000000000000000" pitchFamily="2" charset="-78"/>
                  </a:rPr>
                  <a:t>.......</a:t>
                </a:r>
                <a:endParaRPr lang="fr-FR" sz="1050" dirty="0">
                  <a:ln>
                    <a:solidFill>
                      <a:srgbClr val="D50054"/>
                    </a:solidFill>
                  </a:ln>
                  <a:solidFill>
                    <a:srgbClr val="D50054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cxnSp>
            <p:nvCxnSpPr>
              <p:cNvPr id="30" name="Connecteur droit 41">
                <a:extLst>
                  <a:ext uri="{FF2B5EF4-FFF2-40B4-BE49-F238E27FC236}">
                    <a16:creationId xmlns:a16="http://schemas.microsoft.com/office/drawing/2014/main" id="{34FCA7F3-78D7-494A-9A9B-43386D60FE5C}"/>
                  </a:ext>
                </a:extLst>
              </p:cNvPr>
              <p:cNvCxnSpPr>
                <a:stCxn id="29" idx="0"/>
                <a:endCxn id="29" idx="5"/>
              </p:cNvCxnSpPr>
              <p:nvPr/>
            </p:nvCxnSpPr>
            <p:spPr>
              <a:xfrm>
                <a:off x="3565576" y="10540651"/>
                <a:ext cx="383154" cy="0"/>
              </a:xfrm>
              <a:prstGeom prst="line">
                <a:avLst/>
              </a:prstGeom>
              <a:ln w="28575">
                <a:solidFill>
                  <a:srgbClr val="D5005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385883784"/>
      </p:ext>
    </p:extLst>
  </p:cSld>
  <p:clrMapOvr>
    <a:masterClrMapping/>
  </p:clrMapOvr>
</p:sld>
</file>

<file path=ppt/theme/theme1.xml><?xml version="1.0" encoding="utf-8"?>
<a:theme xmlns:a="http://schemas.openxmlformats.org/drawingml/2006/main" name="1_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2626</TotalTime>
  <Words>22788</Words>
  <Application>Microsoft Office PowerPoint</Application>
  <PresentationFormat>Custom</PresentationFormat>
  <Paragraphs>2799</Paragraphs>
  <Slides>76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76</vt:i4>
      </vt:variant>
    </vt:vector>
  </HeadingPairs>
  <TitlesOfParts>
    <vt:vector size="88" baseType="lpstr">
      <vt:lpstr>ae_AlMohanad</vt:lpstr>
      <vt:lpstr>Arial</vt:lpstr>
      <vt:lpstr>Bodoni MT Black</vt:lpstr>
      <vt:lpstr>Calibri</vt:lpstr>
      <vt:lpstr>Century Gothic</vt:lpstr>
      <vt:lpstr>DIN Next LT Arabic Medium</vt:lpstr>
      <vt:lpstr>Perpetua</vt:lpstr>
      <vt:lpstr>Sakkal Majalla</vt:lpstr>
      <vt:lpstr>Segoe Print</vt:lpstr>
      <vt:lpstr>Verdana</vt:lpstr>
      <vt:lpstr>Wingdings</vt:lpstr>
      <vt:lpstr>1_Thème Office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بودهج</dc:creator>
  <cp:lastModifiedBy>admin</cp:lastModifiedBy>
  <cp:revision>303</cp:revision>
  <cp:lastPrinted>2023-08-06T21:44:12Z</cp:lastPrinted>
  <dcterms:created xsi:type="dcterms:W3CDTF">2017-06-10T19:00:51Z</dcterms:created>
  <dcterms:modified xsi:type="dcterms:W3CDTF">2023-08-08T21:26:34Z</dcterms:modified>
</cp:coreProperties>
</file>