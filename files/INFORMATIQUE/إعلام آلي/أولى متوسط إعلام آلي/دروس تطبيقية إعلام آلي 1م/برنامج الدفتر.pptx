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0" r:id="rId2"/>
    <p:sldId id="271" r:id="rId3"/>
    <p:sldId id="257" r:id="rId4"/>
    <p:sldId id="258" r:id="rId5"/>
    <p:sldId id="275" r:id="rId6"/>
    <p:sldId id="261" r:id="rId7"/>
    <p:sldId id="276" r:id="rId8"/>
    <p:sldId id="262" r:id="rId9"/>
    <p:sldId id="278" r:id="rId10"/>
    <p:sldId id="277" r:id="rId11"/>
    <p:sldId id="266" r:id="rId12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75BB4"/>
    <a:srgbClr val="C0504D"/>
    <a:srgbClr val="E34F5A"/>
    <a:srgbClr val="8C9BE8"/>
    <a:srgbClr val="E03C48"/>
    <a:srgbClr val="DF3541"/>
    <a:srgbClr val="E86E77"/>
    <a:srgbClr val="0000FF"/>
    <a:srgbClr val="08080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88" autoAdjust="0"/>
    <p:restoredTop sz="94660"/>
  </p:normalViewPr>
  <p:slideViewPr>
    <p:cSldViewPr>
      <p:cViewPr>
        <p:scale>
          <a:sx n="70" d="100"/>
          <a:sy n="70" d="100"/>
        </p:scale>
        <p:origin x="-1386" y="-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15/08/2018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15/08/2018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15/08/2018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15/08/2018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15/08/2018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15/08/2018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15/08/2018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15/08/2018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15/08/2018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15/08/2018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15/08/2018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15/08/2018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1.pn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3.pn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9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3.pn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9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9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3.png"/><Relationship Id="rId7" Type="http://schemas.openxmlformats.org/officeDocument/2006/relationships/image" Target="../media/image18.pn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6.png"/><Relationship Id="rId10" Type="http://schemas.openxmlformats.org/officeDocument/2006/relationships/image" Target="../media/image13.png"/><Relationship Id="rId4" Type="http://schemas.openxmlformats.org/officeDocument/2006/relationships/image" Target="../media/image5.png"/><Relationship Id="rId9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 descr="besmallah.bmp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92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Image 24" descr="shutterstock_172215422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620688"/>
            <a:ext cx="9144000" cy="5616624"/>
          </a:xfrm>
          <a:prstGeom prst="rect">
            <a:avLst/>
          </a:prstGeom>
        </p:spPr>
      </p:pic>
      <p:grpSp>
        <p:nvGrpSpPr>
          <p:cNvPr id="4" name="Groupe 3"/>
          <p:cNvGrpSpPr/>
          <p:nvPr/>
        </p:nvGrpSpPr>
        <p:grpSpPr>
          <a:xfrm>
            <a:off x="-180528" y="0"/>
            <a:ext cx="9324528" cy="6957392"/>
            <a:chOff x="-180528" y="0"/>
            <a:chExt cx="9324528" cy="6957392"/>
          </a:xfrm>
        </p:grpSpPr>
        <p:grpSp>
          <p:nvGrpSpPr>
            <p:cNvPr id="5" name="Groupe 4"/>
            <p:cNvGrpSpPr/>
            <p:nvPr/>
          </p:nvGrpSpPr>
          <p:grpSpPr>
            <a:xfrm>
              <a:off x="-180528" y="0"/>
              <a:ext cx="9324528" cy="6957392"/>
              <a:chOff x="-180528" y="0"/>
              <a:chExt cx="9324528" cy="6957392"/>
            </a:xfrm>
          </p:grpSpPr>
          <p:grpSp>
            <p:nvGrpSpPr>
              <p:cNvPr id="7" name="Groupe 180"/>
              <p:cNvGrpSpPr/>
              <p:nvPr/>
            </p:nvGrpSpPr>
            <p:grpSpPr>
              <a:xfrm>
                <a:off x="0" y="0"/>
                <a:ext cx="9144000" cy="6885384"/>
                <a:chOff x="0" y="0"/>
                <a:chExt cx="9144000" cy="6885384"/>
              </a:xfrm>
            </p:grpSpPr>
            <p:grpSp>
              <p:nvGrpSpPr>
                <p:cNvPr id="15" name="Groupe 18"/>
                <p:cNvGrpSpPr/>
                <p:nvPr/>
              </p:nvGrpSpPr>
              <p:grpSpPr>
                <a:xfrm>
                  <a:off x="0" y="0"/>
                  <a:ext cx="9144000" cy="6885384"/>
                  <a:chOff x="0" y="0"/>
                  <a:chExt cx="9144000" cy="6885384"/>
                </a:xfrm>
              </p:grpSpPr>
              <p:sp>
                <p:nvSpPr>
                  <p:cNvPr id="17" name="Rectangle 16"/>
                  <p:cNvSpPr/>
                  <p:nvPr/>
                </p:nvSpPr>
                <p:spPr>
                  <a:xfrm rot="10800000" flipV="1">
                    <a:off x="0" y="0"/>
                    <a:ext cx="6983760" cy="620688"/>
                  </a:xfrm>
                  <a:prstGeom prst="rect">
                    <a:avLst/>
                  </a:prstGeom>
                  <a:solidFill>
                    <a:srgbClr val="E34F5A"/>
                  </a:solidFill>
                  <a:ln>
                    <a:noFill/>
                  </a:ln>
                </p:spPr>
                <p:style>
                  <a:lnRef idx="1">
                    <a:schemeClr val="accent6"/>
                  </a:lnRef>
                  <a:fillRef idx="3">
                    <a:schemeClr val="accent6"/>
                  </a:fillRef>
                  <a:effectRef idx="2">
                    <a:schemeClr val="accent6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  <p:grpSp>
                <p:nvGrpSpPr>
                  <p:cNvPr id="18" name="Groupe 15"/>
                  <p:cNvGrpSpPr/>
                  <p:nvPr/>
                </p:nvGrpSpPr>
                <p:grpSpPr>
                  <a:xfrm>
                    <a:off x="0" y="6237312"/>
                    <a:ext cx="9144000" cy="648072"/>
                    <a:chOff x="0" y="6237312"/>
                    <a:chExt cx="9144000" cy="648072"/>
                  </a:xfrm>
                </p:grpSpPr>
                <p:sp>
                  <p:nvSpPr>
                    <p:cNvPr id="20" name="Rectangle 19"/>
                    <p:cNvSpPr/>
                    <p:nvPr/>
                  </p:nvSpPr>
                  <p:spPr>
                    <a:xfrm>
                      <a:off x="0" y="6309320"/>
                      <a:ext cx="9144000" cy="576064"/>
                    </a:xfrm>
                    <a:prstGeom prst="rect">
                      <a:avLst/>
                    </a:prstGeom>
                    <a:solidFill>
                      <a:srgbClr val="D75BB4"/>
                    </a:solidFill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fr-FR"/>
                    </a:p>
                  </p:txBody>
                </p:sp>
                <p:sp>
                  <p:nvSpPr>
                    <p:cNvPr id="21" name="Rectangle 20"/>
                    <p:cNvSpPr/>
                    <p:nvPr/>
                  </p:nvSpPr>
                  <p:spPr>
                    <a:xfrm flipV="1">
                      <a:off x="0" y="6237312"/>
                      <a:ext cx="9144000" cy="72008"/>
                    </a:xfrm>
                    <a:prstGeom prst="rect">
                      <a:avLst/>
                    </a:prstGeom>
                    <a:solidFill>
                      <a:srgbClr val="E34F5A"/>
                    </a:solidFill>
                    <a:ln>
                      <a:noFill/>
                    </a:ln>
                  </p:spPr>
                  <p:style>
                    <a:lnRef idx="1">
                      <a:schemeClr val="accent6"/>
                    </a:lnRef>
                    <a:fillRef idx="3">
                      <a:schemeClr val="accent6"/>
                    </a:fillRef>
                    <a:effectRef idx="2">
                      <a:schemeClr val="accent6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fr-FR"/>
                    </a:p>
                  </p:txBody>
                </p:sp>
              </p:grpSp>
              <p:sp>
                <p:nvSpPr>
                  <p:cNvPr id="19" name="Rectangle 18"/>
                  <p:cNvSpPr/>
                  <p:nvPr/>
                </p:nvSpPr>
                <p:spPr>
                  <a:xfrm rot="10800000" flipV="1">
                    <a:off x="7020272" y="0"/>
                    <a:ext cx="2123728" cy="620688"/>
                  </a:xfrm>
                  <a:prstGeom prst="rect">
                    <a:avLst/>
                  </a:prstGeom>
                  <a:solidFill>
                    <a:srgbClr val="D75BB4"/>
                  </a:solidFill>
                  <a:ln>
                    <a:noFill/>
                  </a:ln>
                </p:spPr>
                <p:style>
                  <a:lnRef idx="1">
                    <a:schemeClr val="accent6"/>
                  </a:lnRef>
                  <a:fillRef idx="3">
                    <a:schemeClr val="accent6"/>
                  </a:fillRef>
                  <a:effectRef idx="2">
                    <a:schemeClr val="accent6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 dirty="0"/>
                  </a:p>
                </p:txBody>
              </p:sp>
            </p:grpSp>
            <p:sp>
              <p:nvSpPr>
                <p:cNvPr id="16" name="ZoneTexte 15"/>
                <p:cNvSpPr txBox="1"/>
                <p:nvPr/>
              </p:nvSpPr>
              <p:spPr>
                <a:xfrm>
                  <a:off x="7164288" y="87015"/>
                  <a:ext cx="1872208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 rtl="1"/>
                  <a:r>
                    <a:rPr lang="ar-DZ" sz="2400" b="1" dirty="0" smtClean="0">
                      <a:solidFill>
                        <a:schemeClr val="bg1"/>
                      </a:solidFill>
                    </a:rPr>
                    <a:t>المجال المفاهيمي</a:t>
                  </a:r>
                  <a:endParaRPr lang="fr-FR" sz="2400" b="1" dirty="0">
                    <a:solidFill>
                      <a:schemeClr val="bg1"/>
                    </a:solidFill>
                  </a:endParaRPr>
                </a:p>
              </p:txBody>
            </p:sp>
          </p:grpSp>
          <p:sp>
            <p:nvSpPr>
              <p:cNvPr id="8" name="ZoneTexte 7"/>
              <p:cNvSpPr txBox="1"/>
              <p:nvPr/>
            </p:nvSpPr>
            <p:spPr>
              <a:xfrm>
                <a:off x="2339752" y="87015"/>
                <a:ext cx="345638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 rtl="1"/>
                <a:r>
                  <a:rPr lang="ar-DZ" sz="2400" b="1" dirty="0" smtClean="0">
                    <a:solidFill>
                      <a:schemeClr val="bg1"/>
                    </a:solidFill>
                  </a:rPr>
                  <a:t>استخــــدام الحاســــــوب</a:t>
                </a:r>
                <a:endParaRPr lang="fr-FR" sz="2400" b="1" dirty="0">
                  <a:solidFill>
                    <a:schemeClr val="bg1"/>
                  </a:solidFill>
                </a:endParaRPr>
              </a:p>
            </p:txBody>
          </p:sp>
          <p:pic>
            <p:nvPicPr>
              <p:cNvPr id="9" name="Image 8" descr="3-2-blogging-transparent-thumb.png"/>
              <p:cNvPicPr>
                <a:picLocks noChangeAspect="1"/>
              </p:cNvPicPr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2195736" y="6165304"/>
                <a:ext cx="864096" cy="741369"/>
              </a:xfrm>
              <a:prstGeom prst="rect">
                <a:avLst/>
              </a:prstGeom>
            </p:spPr>
          </p:pic>
          <p:pic>
            <p:nvPicPr>
              <p:cNvPr id="10" name="Picture 1" descr="C:\Users\RIDHA\Downloads\صور المعلوماتية\computer_pc_PNG7714.png"/>
              <p:cNvPicPr>
                <a:picLocks noChangeAspect="1" noChangeArrowheads="1"/>
              </p:cNvPicPr>
              <p:nvPr/>
            </p:nvPicPr>
            <p:blipFill>
              <a:blip r:embed="rId4" cstate="print"/>
              <a:srcRect/>
              <a:stretch>
                <a:fillRect/>
              </a:stretch>
            </p:blipFill>
            <p:spPr bwMode="auto">
              <a:xfrm>
                <a:off x="971600" y="0"/>
                <a:ext cx="1944216" cy="637297"/>
              </a:xfrm>
              <a:prstGeom prst="rect">
                <a:avLst/>
              </a:prstGeom>
              <a:noFill/>
            </p:spPr>
          </p:pic>
          <p:pic>
            <p:nvPicPr>
              <p:cNvPr id="11" name="Image 10" descr="12-2-education-png-image-thumb.png"/>
              <p:cNvPicPr>
                <a:picLocks noChangeAspect="1"/>
              </p:cNvPicPr>
              <p:nvPr/>
            </p:nvPicPr>
            <p:blipFill>
              <a:blip r:embed="rId5" cstate="print"/>
              <a:stretch>
                <a:fillRect/>
              </a:stretch>
            </p:blipFill>
            <p:spPr>
              <a:xfrm>
                <a:off x="8388424" y="5976664"/>
                <a:ext cx="720080" cy="980728"/>
              </a:xfrm>
              <a:prstGeom prst="rect">
                <a:avLst/>
              </a:prstGeom>
            </p:spPr>
          </p:pic>
          <p:sp>
            <p:nvSpPr>
              <p:cNvPr id="12" name="ZoneTexte 11"/>
              <p:cNvSpPr txBox="1"/>
              <p:nvPr/>
            </p:nvSpPr>
            <p:spPr>
              <a:xfrm>
                <a:off x="5652120" y="6381328"/>
                <a:ext cx="2808312" cy="3847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 rtl="1"/>
                <a:r>
                  <a:rPr lang="ar-DZ" sz="1900" b="1" dirty="0" smtClean="0">
                    <a:solidFill>
                      <a:schemeClr val="bg1"/>
                    </a:solidFill>
                  </a:rPr>
                  <a:t>متوسطة قلواز </a:t>
                </a:r>
                <a:r>
                  <a:rPr lang="ar-DZ" sz="1900" b="1" dirty="0" err="1" smtClean="0">
                    <a:solidFill>
                      <a:schemeClr val="bg1"/>
                    </a:solidFill>
                  </a:rPr>
                  <a:t>موسى </a:t>
                </a:r>
                <a:r>
                  <a:rPr lang="ar-DZ" sz="1900" b="1" dirty="0" smtClean="0">
                    <a:solidFill>
                      <a:schemeClr val="bg1"/>
                    </a:solidFill>
                  </a:rPr>
                  <a:t>- بوراشد</a:t>
                </a:r>
                <a:endParaRPr lang="fr-FR" sz="19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3" name="ZoneTexte 12"/>
              <p:cNvSpPr txBox="1"/>
              <p:nvPr/>
            </p:nvSpPr>
            <p:spPr>
              <a:xfrm>
                <a:off x="-180528" y="6396335"/>
                <a:ext cx="244827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 rtl="1"/>
                <a:r>
                  <a:rPr lang="ar-DZ" sz="2000" b="1" dirty="0" smtClean="0">
                    <a:solidFill>
                      <a:schemeClr val="bg1"/>
                    </a:solidFill>
                  </a:rPr>
                  <a:t>تصميم الأستاذ ماحي رضا</a:t>
                </a:r>
                <a:endParaRPr lang="fr-FR" sz="20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4" name="ZoneTexte 13"/>
              <p:cNvSpPr txBox="1"/>
              <p:nvPr/>
            </p:nvSpPr>
            <p:spPr>
              <a:xfrm>
                <a:off x="2987824" y="6381328"/>
                <a:ext cx="208823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 rtl="1"/>
                <a:r>
                  <a:rPr lang="ar-DZ" sz="2000" b="1" dirty="0" smtClean="0">
                    <a:solidFill>
                      <a:schemeClr val="bg1"/>
                    </a:solidFill>
                  </a:rPr>
                  <a:t>المستوى:أولى متوسط</a:t>
                </a:r>
                <a:endParaRPr lang="fr-FR" sz="2000" b="1" dirty="0">
                  <a:solidFill>
                    <a:schemeClr val="bg1"/>
                  </a:solidFill>
                </a:endParaRPr>
              </a:p>
            </p:txBody>
          </p:sp>
        </p:grpSp>
        <p:pic>
          <p:nvPicPr>
            <p:cNvPr id="6" name="Image 5" descr="3d print business.png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788024" y="6274668"/>
              <a:ext cx="1440160" cy="583332"/>
            </a:xfrm>
            <a:prstGeom prst="rect">
              <a:avLst/>
            </a:prstGeom>
          </p:spPr>
        </p:pic>
      </p:grpSp>
      <p:pic>
        <p:nvPicPr>
          <p:cNvPr id="26" name="Image 25" descr="11-2-animation-png-hd-thumb.png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 flipH="1">
            <a:off x="6516216" y="2193557"/>
            <a:ext cx="3672408" cy="3384376"/>
          </a:xfrm>
          <a:prstGeom prst="rect">
            <a:avLst/>
          </a:prstGeom>
        </p:spPr>
      </p:pic>
      <p:grpSp>
        <p:nvGrpSpPr>
          <p:cNvPr id="27" name="Group 77"/>
          <p:cNvGrpSpPr/>
          <p:nvPr/>
        </p:nvGrpSpPr>
        <p:grpSpPr>
          <a:xfrm rot="20065487">
            <a:off x="5360260" y="1471941"/>
            <a:ext cx="2577601" cy="2672434"/>
            <a:chOff x="914400" y="1122362"/>
            <a:chExt cx="2080267" cy="3453889"/>
          </a:xfrm>
        </p:grpSpPr>
        <p:sp>
          <p:nvSpPr>
            <p:cNvPr id="28" name="Freeform 6"/>
            <p:cNvSpPr>
              <a:spLocks/>
            </p:cNvSpPr>
            <p:nvPr/>
          </p:nvSpPr>
          <p:spPr bwMode="auto">
            <a:xfrm>
              <a:off x="1259206" y="4208781"/>
              <a:ext cx="1138806" cy="367470"/>
            </a:xfrm>
            <a:custGeom>
              <a:avLst/>
              <a:gdLst/>
              <a:ahLst/>
              <a:cxnLst>
                <a:cxn ang="0">
                  <a:pos x="0" y="35"/>
                </a:cxn>
                <a:cxn ang="0">
                  <a:pos x="433" y="0"/>
                </a:cxn>
                <a:cxn ang="0">
                  <a:pos x="657" y="193"/>
                </a:cxn>
                <a:cxn ang="0">
                  <a:pos x="0" y="35"/>
                </a:cxn>
              </a:cxnLst>
              <a:rect l="0" t="0" r="r" b="b"/>
              <a:pathLst>
                <a:path w="657" h="193">
                  <a:moveTo>
                    <a:pt x="0" y="35"/>
                  </a:moveTo>
                  <a:lnTo>
                    <a:pt x="433" y="0"/>
                  </a:lnTo>
                  <a:lnTo>
                    <a:pt x="657" y="193"/>
                  </a:lnTo>
                  <a:lnTo>
                    <a:pt x="0" y="35"/>
                  </a:ln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Freeform 7"/>
            <p:cNvSpPr>
              <a:spLocks/>
            </p:cNvSpPr>
            <p:nvPr/>
          </p:nvSpPr>
          <p:spPr bwMode="auto">
            <a:xfrm>
              <a:off x="1265879" y="3815606"/>
              <a:ext cx="1728788" cy="485862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089" y="176"/>
                </a:cxn>
                <a:cxn ang="0">
                  <a:pos x="9" y="265"/>
                </a:cxn>
                <a:cxn ang="0">
                  <a:pos x="0" y="0"/>
                </a:cxn>
              </a:cxnLst>
              <a:rect l="0" t="0" r="r" b="b"/>
              <a:pathLst>
                <a:path w="1089" h="265">
                  <a:moveTo>
                    <a:pt x="0" y="0"/>
                  </a:moveTo>
                  <a:lnTo>
                    <a:pt x="1089" y="176"/>
                  </a:lnTo>
                  <a:lnTo>
                    <a:pt x="9" y="26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Freeform 8"/>
            <p:cNvSpPr>
              <a:spLocks/>
            </p:cNvSpPr>
            <p:nvPr/>
          </p:nvSpPr>
          <p:spPr bwMode="auto">
            <a:xfrm>
              <a:off x="914400" y="1122362"/>
              <a:ext cx="2062163" cy="3013075"/>
            </a:xfrm>
            <a:custGeom>
              <a:avLst/>
              <a:gdLst/>
              <a:ahLst/>
              <a:cxnLst>
                <a:cxn ang="0">
                  <a:pos x="1299" y="1898"/>
                </a:cxn>
                <a:cxn ang="0">
                  <a:pos x="0" y="1689"/>
                </a:cxn>
                <a:cxn ang="0">
                  <a:pos x="0" y="0"/>
                </a:cxn>
                <a:cxn ang="0">
                  <a:pos x="1299" y="0"/>
                </a:cxn>
                <a:cxn ang="0">
                  <a:pos x="1299" y="1898"/>
                </a:cxn>
              </a:cxnLst>
              <a:rect l="0" t="0" r="r" b="b"/>
              <a:pathLst>
                <a:path w="1299" h="1898">
                  <a:moveTo>
                    <a:pt x="1299" y="1898"/>
                  </a:moveTo>
                  <a:lnTo>
                    <a:pt x="0" y="1689"/>
                  </a:lnTo>
                  <a:lnTo>
                    <a:pt x="0" y="0"/>
                  </a:lnTo>
                  <a:lnTo>
                    <a:pt x="1299" y="0"/>
                  </a:lnTo>
                  <a:lnTo>
                    <a:pt x="1299" y="1898"/>
                  </a:lnTo>
                  <a:close/>
                </a:path>
              </a:pathLst>
            </a:custGeom>
            <a:solidFill>
              <a:schemeClr val="accent4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31" name="ZoneTexte 30"/>
          <p:cNvSpPr txBox="1"/>
          <p:nvPr/>
        </p:nvSpPr>
        <p:spPr>
          <a:xfrm rot="20130558">
            <a:off x="5236975" y="2049805"/>
            <a:ext cx="252069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rtl="1"/>
            <a:r>
              <a:rPr lang="ar-DZ" sz="2000" b="1" dirty="0">
                <a:solidFill>
                  <a:schemeClr val="bg1"/>
                </a:solidFill>
              </a:rPr>
              <a:t>هو من البرامج الملحقة بال </a:t>
            </a:r>
            <a:r>
              <a:rPr lang="fr-FR" sz="2000" b="1" dirty="0">
                <a:solidFill>
                  <a:schemeClr val="bg1"/>
                </a:solidFill>
              </a:rPr>
              <a:t>Windows </a:t>
            </a:r>
            <a:r>
              <a:rPr lang="ar-DZ" sz="2000" b="1" dirty="0">
                <a:solidFill>
                  <a:schemeClr val="bg1"/>
                </a:solidFill>
              </a:rPr>
              <a:t>يسمح لك بكتابة النص </a:t>
            </a:r>
            <a:r>
              <a:rPr lang="ar-DZ" sz="2000" b="1" dirty="0" smtClean="0">
                <a:solidFill>
                  <a:schemeClr val="bg1"/>
                </a:solidFill>
              </a:rPr>
              <a:t>وتنسيقه.</a:t>
            </a:r>
            <a:endParaRPr lang="fr-FR" sz="2000" dirty="0">
              <a:solidFill>
                <a:schemeClr val="bg1"/>
              </a:solidFill>
            </a:endParaRPr>
          </a:p>
        </p:txBody>
      </p:sp>
      <p:pic>
        <p:nvPicPr>
          <p:cNvPr id="32" name="Image 31" descr="Person-question-2-151x300.png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-108520" y="2204864"/>
            <a:ext cx="1438275" cy="3289548"/>
          </a:xfrm>
          <a:prstGeom prst="rect">
            <a:avLst/>
          </a:prstGeom>
        </p:spPr>
      </p:pic>
      <p:sp>
        <p:nvSpPr>
          <p:cNvPr id="33" name="Pensées 32"/>
          <p:cNvSpPr/>
          <p:nvPr/>
        </p:nvSpPr>
        <p:spPr>
          <a:xfrm>
            <a:off x="827584" y="980728"/>
            <a:ext cx="3672408" cy="1800200"/>
          </a:xfrm>
          <a:prstGeom prst="cloudCallout">
            <a:avLst>
              <a:gd name="adj1" fmla="val -49179"/>
              <a:gd name="adj2" fmla="val 74222"/>
            </a:avLst>
          </a:prstGeom>
          <a:solidFill>
            <a:schemeClr val="bg1"/>
          </a:solidFill>
          <a:ln>
            <a:noFill/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4" name="ZoneTexte 33"/>
          <p:cNvSpPr txBox="1"/>
          <p:nvPr/>
        </p:nvSpPr>
        <p:spPr>
          <a:xfrm>
            <a:off x="899592" y="1558533"/>
            <a:ext cx="35283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DZ" sz="2000" b="1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ماهو هذا البرنامج؟</a:t>
            </a:r>
            <a:endParaRPr lang="fr-FR" sz="2000" b="1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  <p:pic>
        <p:nvPicPr>
          <p:cNvPr id="35" name="Picture 4" descr="C:\Users\RIDHA\Pictures\Image13.png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2123728" y="4149080"/>
            <a:ext cx="1224136" cy="2220466"/>
          </a:xfrm>
          <a:prstGeom prst="rect">
            <a:avLst/>
          </a:prstGeom>
          <a:noFill/>
        </p:spPr>
      </p:pic>
      <p:grpSp>
        <p:nvGrpSpPr>
          <p:cNvPr id="36" name="Groupe 35"/>
          <p:cNvGrpSpPr/>
          <p:nvPr/>
        </p:nvGrpSpPr>
        <p:grpSpPr>
          <a:xfrm>
            <a:off x="2627784" y="3717032"/>
            <a:ext cx="2160240" cy="648072"/>
            <a:chOff x="3563888" y="1268760"/>
            <a:chExt cx="2664296" cy="936104"/>
          </a:xfrm>
        </p:grpSpPr>
        <p:sp>
          <p:nvSpPr>
            <p:cNvPr id="37" name="Pensées 36"/>
            <p:cNvSpPr/>
            <p:nvPr/>
          </p:nvSpPr>
          <p:spPr>
            <a:xfrm>
              <a:off x="3563888" y="1268760"/>
              <a:ext cx="2664296" cy="936104"/>
            </a:xfrm>
            <a:prstGeom prst="cloudCallout">
              <a:avLst>
                <a:gd name="adj1" fmla="val -25273"/>
                <a:gd name="adj2" fmla="val 95060"/>
              </a:avLst>
            </a:prstGeom>
            <a:solidFill>
              <a:schemeClr val="bg1"/>
            </a:solidFill>
            <a:ln>
              <a:noFill/>
            </a:ln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 rtl="1"/>
              <a:endParaRPr lang="fr-FR" b="1" dirty="0">
                <a:solidFill>
                  <a:schemeClr val="tx1"/>
                </a:solidFill>
              </a:endParaRPr>
            </a:p>
          </p:txBody>
        </p:sp>
        <p:sp>
          <p:nvSpPr>
            <p:cNvPr id="38" name="ZoneTexte 37"/>
            <p:cNvSpPr txBox="1"/>
            <p:nvPr/>
          </p:nvSpPr>
          <p:spPr>
            <a:xfrm>
              <a:off x="3779913" y="1484784"/>
              <a:ext cx="2304256" cy="5779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rtl="1"/>
              <a:r>
                <a:rPr lang="ar-DZ" sz="2000" b="1" dirty="0" smtClean="0"/>
                <a:t>الإجابة برفع الإصبع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 tmFilter="0,0; .5, 1; 1, 1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4050"/>
                            </p:stCondLst>
                            <p:childTnLst>
                              <p:par>
                                <p:cTn id="21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50"/>
                            </p:stCondLst>
                            <p:childTnLst>
                              <p:par>
                                <p:cTn id="2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50"/>
                            </p:stCondLst>
                            <p:childTnLst>
                              <p:par>
                                <p:cTn id="2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550"/>
                            </p:stCondLst>
                            <p:childTnLst>
                              <p:par>
                                <p:cTn id="3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6050"/>
                            </p:stCondLst>
                            <p:childTnLst>
                              <p:par>
                                <p:cTn id="3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3" grpId="0" animBg="1"/>
      <p:bldP spid="3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e 3"/>
          <p:cNvGrpSpPr/>
          <p:nvPr/>
        </p:nvGrpSpPr>
        <p:grpSpPr>
          <a:xfrm>
            <a:off x="0" y="620689"/>
            <a:ext cx="9144000" cy="5760639"/>
            <a:chOff x="0" y="620689"/>
            <a:chExt cx="9144000" cy="5600015"/>
          </a:xfrm>
        </p:grpSpPr>
        <p:pic>
          <p:nvPicPr>
            <p:cNvPr id="2" name="Image 1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620689"/>
              <a:ext cx="9144000" cy="5600015"/>
            </a:xfrm>
            <a:prstGeom prst="rect">
              <a:avLst/>
            </a:prstGeom>
          </p:spPr>
        </p:pic>
        <p:sp>
          <p:nvSpPr>
            <p:cNvPr id="3" name="Rectangle 2"/>
            <p:cNvSpPr/>
            <p:nvPr/>
          </p:nvSpPr>
          <p:spPr>
            <a:xfrm>
              <a:off x="2267744" y="2300693"/>
              <a:ext cx="4392488" cy="1800200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solidFill>
                <a:srgbClr val="D75BB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grpSp>
        <p:nvGrpSpPr>
          <p:cNvPr id="5" name="Groupe 4"/>
          <p:cNvGrpSpPr/>
          <p:nvPr/>
        </p:nvGrpSpPr>
        <p:grpSpPr>
          <a:xfrm>
            <a:off x="-180528" y="0"/>
            <a:ext cx="9324528" cy="6957392"/>
            <a:chOff x="-180528" y="0"/>
            <a:chExt cx="9324528" cy="6957392"/>
          </a:xfrm>
        </p:grpSpPr>
        <p:grpSp>
          <p:nvGrpSpPr>
            <p:cNvPr id="6" name="Groupe 4"/>
            <p:cNvGrpSpPr/>
            <p:nvPr/>
          </p:nvGrpSpPr>
          <p:grpSpPr>
            <a:xfrm>
              <a:off x="-180528" y="0"/>
              <a:ext cx="9324528" cy="6957392"/>
              <a:chOff x="-180528" y="0"/>
              <a:chExt cx="9324528" cy="6957392"/>
            </a:xfrm>
          </p:grpSpPr>
          <p:grpSp>
            <p:nvGrpSpPr>
              <p:cNvPr id="8" name="Groupe 180"/>
              <p:cNvGrpSpPr/>
              <p:nvPr/>
            </p:nvGrpSpPr>
            <p:grpSpPr>
              <a:xfrm>
                <a:off x="0" y="0"/>
                <a:ext cx="9144000" cy="6885384"/>
                <a:chOff x="0" y="0"/>
                <a:chExt cx="9144000" cy="6885384"/>
              </a:xfrm>
            </p:grpSpPr>
            <p:grpSp>
              <p:nvGrpSpPr>
                <p:cNvPr id="16" name="Groupe 18"/>
                <p:cNvGrpSpPr/>
                <p:nvPr/>
              </p:nvGrpSpPr>
              <p:grpSpPr>
                <a:xfrm>
                  <a:off x="0" y="0"/>
                  <a:ext cx="9144000" cy="6885384"/>
                  <a:chOff x="0" y="0"/>
                  <a:chExt cx="9144000" cy="6885384"/>
                </a:xfrm>
              </p:grpSpPr>
              <p:sp>
                <p:nvSpPr>
                  <p:cNvPr id="18" name="Rectangle 17"/>
                  <p:cNvSpPr/>
                  <p:nvPr/>
                </p:nvSpPr>
                <p:spPr>
                  <a:xfrm rot="10800000" flipV="1">
                    <a:off x="0" y="0"/>
                    <a:ext cx="6983760" cy="620688"/>
                  </a:xfrm>
                  <a:prstGeom prst="rect">
                    <a:avLst/>
                  </a:prstGeom>
                  <a:solidFill>
                    <a:srgbClr val="E34F5A"/>
                  </a:solidFill>
                  <a:ln>
                    <a:noFill/>
                  </a:ln>
                </p:spPr>
                <p:style>
                  <a:lnRef idx="1">
                    <a:schemeClr val="accent6"/>
                  </a:lnRef>
                  <a:fillRef idx="3">
                    <a:schemeClr val="accent6"/>
                  </a:fillRef>
                  <a:effectRef idx="2">
                    <a:schemeClr val="accent6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  <p:grpSp>
                <p:nvGrpSpPr>
                  <p:cNvPr id="19" name="Groupe 15"/>
                  <p:cNvGrpSpPr/>
                  <p:nvPr/>
                </p:nvGrpSpPr>
                <p:grpSpPr>
                  <a:xfrm>
                    <a:off x="0" y="6237312"/>
                    <a:ext cx="9144000" cy="648072"/>
                    <a:chOff x="0" y="6237312"/>
                    <a:chExt cx="9144000" cy="648072"/>
                  </a:xfrm>
                </p:grpSpPr>
                <p:sp>
                  <p:nvSpPr>
                    <p:cNvPr id="21" name="Rectangle 20"/>
                    <p:cNvSpPr/>
                    <p:nvPr/>
                  </p:nvSpPr>
                  <p:spPr>
                    <a:xfrm>
                      <a:off x="0" y="6309320"/>
                      <a:ext cx="9144000" cy="576064"/>
                    </a:xfrm>
                    <a:prstGeom prst="rect">
                      <a:avLst/>
                    </a:prstGeom>
                    <a:solidFill>
                      <a:srgbClr val="D75BB4"/>
                    </a:solidFill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fr-FR"/>
                    </a:p>
                  </p:txBody>
                </p:sp>
                <p:sp>
                  <p:nvSpPr>
                    <p:cNvPr id="22" name="Rectangle 21"/>
                    <p:cNvSpPr/>
                    <p:nvPr/>
                  </p:nvSpPr>
                  <p:spPr>
                    <a:xfrm flipV="1">
                      <a:off x="0" y="6237312"/>
                      <a:ext cx="9144000" cy="72008"/>
                    </a:xfrm>
                    <a:prstGeom prst="rect">
                      <a:avLst/>
                    </a:prstGeom>
                    <a:solidFill>
                      <a:srgbClr val="E34F5A"/>
                    </a:solidFill>
                    <a:ln>
                      <a:noFill/>
                    </a:ln>
                  </p:spPr>
                  <p:style>
                    <a:lnRef idx="1">
                      <a:schemeClr val="accent6"/>
                    </a:lnRef>
                    <a:fillRef idx="3">
                      <a:schemeClr val="accent6"/>
                    </a:fillRef>
                    <a:effectRef idx="2">
                      <a:schemeClr val="accent6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fr-FR"/>
                    </a:p>
                  </p:txBody>
                </p:sp>
              </p:grpSp>
              <p:sp>
                <p:nvSpPr>
                  <p:cNvPr id="20" name="Rectangle 19"/>
                  <p:cNvSpPr/>
                  <p:nvPr/>
                </p:nvSpPr>
                <p:spPr>
                  <a:xfrm rot="10800000" flipV="1">
                    <a:off x="7020272" y="0"/>
                    <a:ext cx="2123728" cy="620688"/>
                  </a:xfrm>
                  <a:prstGeom prst="rect">
                    <a:avLst/>
                  </a:prstGeom>
                  <a:solidFill>
                    <a:srgbClr val="D75BB4"/>
                  </a:solidFill>
                  <a:ln>
                    <a:noFill/>
                  </a:ln>
                </p:spPr>
                <p:style>
                  <a:lnRef idx="1">
                    <a:schemeClr val="accent6"/>
                  </a:lnRef>
                  <a:fillRef idx="3">
                    <a:schemeClr val="accent6"/>
                  </a:fillRef>
                  <a:effectRef idx="2">
                    <a:schemeClr val="accent6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 dirty="0"/>
                  </a:p>
                </p:txBody>
              </p:sp>
            </p:grpSp>
            <p:sp>
              <p:nvSpPr>
                <p:cNvPr id="17" name="ZoneTexte 16"/>
                <p:cNvSpPr txBox="1"/>
                <p:nvPr/>
              </p:nvSpPr>
              <p:spPr>
                <a:xfrm>
                  <a:off x="7164288" y="87015"/>
                  <a:ext cx="1872208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 rtl="1"/>
                  <a:r>
                    <a:rPr lang="ar-DZ" sz="2400" b="1" dirty="0" smtClean="0">
                      <a:solidFill>
                        <a:schemeClr val="bg1"/>
                      </a:solidFill>
                    </a:rPr>
                    <a:t>المجال المفاهيمي</a:t>
                  </a:r>
                  <a:endParaRPr lang="fr-FR" sz="2400" b="1" dirty="0">
                    <a:solidFill>
                      <a:schemeClr val="bg1"/>
                    </a:solidFill>
                  </a:endParaRPr>
                </a:p>
              </p:txBody>
            </p:sp>
          </p:grpSp>
          <p:sp>
            <p:nvSpPr>
              <p:cNvPr id="9" name="ZoneTexte 8"/>
              <p:cNvSpPr txBox="1"/>
              <p:nvPr/>
            </p:nvSpPr>
            <p:spPr>
              <a:xfrm>
                <a:off x="2339752" y="87015"/>
                <a:ext cx="345638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 rtl="1"/>
                <a:r>
                  <a:rPr lang="ar-DZ" sz="2400" b="1" dirty="0" smtClean="0">
                    <a:solidFill>
                      <a:schemeClr val="bg1"/>
                    </a:solidFill>
                  </a:rPr>
                  <a:t>استخــــدام الحاســــــوب</a:t>
                </a:r>
                <a:endParaRPr lang="fr-FR" sz="2400" b="1" dirty="0">
                  <a:solidFill>
                    <a:schemeClr val="bg1"/>
                  </a:solidFill>
                </a:endParaRPr>
              </a:p>
            </p:txBody>
          </p:sp>
          <p:pic>
            <p:nvPicPr>
              <p:cNvPr id="10" name="Image 9" descr="3-2-blogging-transparent-thumb.png"/>
              <p:cNvPicPr>
                <a:picLocks noChangeAspect="1"/>
              </p:cNvPicPr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2195736" y="6165304"/>
                <a:ext cx="864096" cy="741369"/>
              </a:xfrm>
              <a:prstGeom prst="rect">
                <a:avLst/>
              </a:prstGeom>
            </p:spPr>
          </p:pic>
          <p:pic>
            <p:nvPicPr>
              <p:cNvPr id="11" name="Picture 1" descr="C:\Users\RIDHA\Downloads\صور المعلوماتية\computer_pc_PNG7714.png"/>
              <p:cNvPicPr>
                <a:picLocks noChangeAspect="1" noChangeArrowheads="1"/>
              </p:cNvPicPr>
              <p:nvPr/>
            </p:nvPicPr>
            <p:blipFill>
              <a:blip r:embed="rId4" cstate="print"/>
              <a:srcRect/>
              <a:stretch>
                <a:fillRect/>
              </a:stretch>
            </p:blipFill>
            <p:spPr bwMode="auto">
              <a:xfrm>
                <a:off x="971600" y="0"/>
                <a:ext cx="1944216" cy="637297"/>
              </a:xfrm>
              <a:prstGeom prst="rect">
                <a:avLst/>
              </a:prstGeom>
              <a:noFill/>
            </p:spPr>
          </p:pic>
          <p:pic>
            <p:nvPicPr>
              <p:cNvPr id="12" name="Image 11" descr="12-2-education-png-image-thumb.png"/>
              <p:cNvPicPr>
                <a:picLocks noChangeAspect="1"/>
              </p:cNvPicPr>
              <p:nvPr/>
            </p:nvPicPr>
            <p:blipFill>
              <a:blip r:embed="rId5" cstate="print"/>
              <a:stretch>
                <a:fillRect/>
              </a:stretch>
            </p:blipFill>
            <p:spPr>
              <a:xfrm>
                <a:off x="8388424" y="5976664"/>
                <a:ext cx="720080" cy="980728"/>
              </a:xfrm>
              <a:prstGeom prst="rect">
                <a:avLst/>
              </a:prstGeom>
            </p:spPr>
          </p:pic>
          <p:sp>
            <p:nvSpPr>
              <p:cNvPr id="13" name="ZoneTexte 12"/>
              <p:cNvSpPr txBox="1"/>
              <p:nvPr/>
            </p:nvSpPr>
            <p:spPr>
              <a:xfrm>
                <a:off x="5652120" y="6381328"/>
                <a:ext cx="2808312" cy="3847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 rtl="1"/>
                <a:r>
                  <a:rPr lang="ar-DZ" sz="1900" b="1" dirty="0" smtClean="0">
                    <a:solidFill>
                      <a:schemeClr val="bg1"/>
                    </a:solidFill>
                  </a:rPr>
                  <a:t>متوسطة قلواز </a:t>
                </a:r>
                <a:r>
                  <a:rPr lang="ar-DZ" sz="1900" b="1" dirty="0" err="1" smtClean="0">
                    <a:solidFill>
                      <a:schemeClr val="bg1"/>
                    </a:solidFill>
                  </a:rPr>
                  <a:t>موسى </a:t>
                </a:r>
                <a:r>
                  <a:rPr lang="ar-DZ" sz="1900" b="1" dirty="0" smtClean="0">
                    <a:solidFill>
                      <a:schemeClr val="bg1"/>
                    </a:solidFill>
                  </a:rPr>
                  <a:t>- بوراشد</a:t>
                </a:r>
                <a:endParaRPr lang="fr-FR" sz="19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4" name="ZoneTexte 13"/>
              <p:cNvSpPr txBox="1"/>
              <p:nvPr/>
            </p:nvSpPr>
            <p:spPr>
              <a:xfrm>
                <a:off x="-180528" y="6396335"/>
                <a:ext cx="244827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 rtl="1"/>
                <a:r>
                  <a:rPr lang="ar-DZ" sz="2000" b="1" dirty="0" smtClean="0">
                    <a:solidFill>
                      <a:schemeClr val="bg1"/>
                    </a:solidFill>
                  </a:rPr>
                  <a:t>تصميم الأستاذ ماحي رضا</a:t>
                </a:r>
                <a:endParaRPr lang="fr-FR" sz="20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5" name="ZoneTexte 14"/>
              <p:cNvSpPr txBox="1"/>
              <p:nvPr/>
            </p:nvSpPr>
            <p:spPr>
              <a:xfrm>
                <a:off x="2987824" y="6381328"/>
                <a:ext cx="208823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 rtl="1"/>
                <a:r>
                  <a:rPr lang="ar-DZ" sz="2000" b="1" dirty="0" smtClean="0">
                    <a:solidFill>
                      <a:schemeClr val="bg1"/>
                    </a:solidFill>
                  </a:rPr>
                  <a:t>المستوى:أولى متوسط</a:t>
                </a:r>
                <a:endParaRPr lang="fr-FR" sz="2000" b="1" dirty="0">
                  <a:solidFill>
                    <a:schemeClr val="bg1"/>
                  </a:solidFill>
                </a:endParaRPr>
              </a:p>
            </p:txBody>
          </p:sp>
        </p:grpSp>
        <p:pic>
          <p:nvPicPr>
            <p:cNvPr id="7" name="Image 6" descr="3d print business.png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788024" y="6274668"/>
              <a:ext cx="1440160" cy="583332"/>
            </a:xfrm>
            <a:prstGeom prst="rect">
              <a:avLst/>
            </a:prstGeom>
          </p:spPr>
        </p:pic>
      </p:grpSp>
      <p:pic>
        <p:nvPicPr>
          <p:cNvPr id="39" name="Picture 6" descr="G:\Bibliotaque video\desigin\3D man\Vector.Character.Plarinum.Bundle.eps-ai-psd-png_2\Vector.Character.Plarinum.Bundle.eps-ai-psd-png\malepack2\Young_Businessman_Vector_Character.png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6732240" y="1867327"/>
            <a:ext cx="2182525" cy="42333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6" name="ZoneTexte 35"/>
          <p:cNvSpPr txBox="1"/>
          <p:nvPr/>
        </p:nvSpPr>
        <p:spPr>
          <a:xfrm>
            <a:off x="1979712" y="2339589"/>
            <a:ext cx="4680520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DZ" sz="2500" b="1" dirty="0" smtClean="0">
                <a:solidFill>
                  <a:srgbClr val="FFFF00"/>
                </a:solidFill>
              </a:rPr>
              <a:t>المجال المفاهيمي: </a:t>
            </a:r>
            <a:r>
              <a:rPr lang="ar-DZ" sz="2500" b="1" dirty="0" smtClean="0">
                <a:solidFill>
                  <a:schemeClr val="bg1"/>
                </a:solidFill>
              </a:rPr>
              <a:t>استخدام الحاسوب</a:t>
            </a:r>
            <a:r>
              <a:rPr lang="ar-DZ" sz="2500" b="1" dirty="0" smtClean="0">
                <a:solidFill>
                  <a:srgbClr val="FF0000"/>
                </a:solidFill>
              </a:rPr>
              <a:t> </a:t>
            </a:r>
            <a:endParaRPr lang="fr-FR" sz="2500" b="1" dirty="0">
              <a:solidFill>
                <a:srgbClr val="FF0000"/>
              </a:solidFill>
            </a:endParaRPr>
          </a:p>
        </p:txBody>
      </p:sp>
      <p:sp>
        <p:nvSpPr>
          <p:cNvPr id="37" name="ZoneTexte 36"/>
          <p:cNvSpPr txBox="1"/>
          <p:nvPr/>
        </p:nvSpPr>
        <p:spPr>
          <a:xfrm>
            <a:off x="1979712" y="2807930"/>
            <a:ext cx="4680520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DZ" sz="2500" b="1" dirty="0" smtClean="0">
                <a:solidFill>
                  <a:srgbClr val="FFFF00"/>
                </a:solidFill>
              </a:rPr>
              <a:t>الوحدة المفاهمية:  </a:t>
            </a:r>
            <a:r>
              <a:rPr lang="ar-DZ" sz="2500" b="1" dirty="0" smtClean="0">
                <a:solidFill>
                  <a:schemeClr val="bg1"/>
                </a:solidFill>
              </a:rPr>
              <a:t>نظام التشغيل</a:t>
            </a:r>
            <a:endParaRPr lang="fr-FR" sz="2500" b="1" dirty="0">
              <a:solidFill>
                <a:srgbClr val="FF0000"/>
              </a:solidFill>
            </a:endParaRPr>
          </a:p>
        </p:txBody>
      </p:sp>
      <p:sp>
        <p:nvSpPr>
          <p:cNvPr id="38" name="ZoneTexte 37"/>
          <p:cNvSpPr txBox="1"/>
          <p:nvPr/>
        </p:nvSpPr>
        <p:spPr>
          <a:xfrm>
            <a:off x="2051720" y="3287306"/>
            <a:ext cx="4608512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DZ" sz="2500" b="1" dirty="0" smtClean="0">
                <a:solidFill>
                  <a:srgbClr val="FFFF00"/>
                </a:solidFill>
              </a:rPr>
              <a:t>الحصة التعلمية: </a:t>
            </a:r>
            <a:r>
              <a:rPr lang="ar-DZ" sz="2500" b="1" dirty="0" smtClean="0">
                <a:solidFill>
                  <a:schemeClr val="bg1"/>
                </a:solidFill>
              </a:rPr>
              <a:t>استعمال برنامج الدفتر</a:t>
            </a:r>
            <a:endParaRPr lang="fr-FR" sz="24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 tmFilter="0,0; .5, 1; 1, 1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950"/>
                            </p:stCondLst>
                            <p:childTnLst>
                              <p:par>
                                <p:cTn id="13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 tmFilter="0,0; .5, 1; 1, 1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750"/>
                            </p:stCondLst>
                            <p:childTnLst>
                              <p:par>
                                <p:cTn id="21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 tmFilter="0,0; .5, 1; 1, 1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/>
      <p:bldP spid="37" grpId="0"/>
      <p:bldP spid="3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557" y="620688"/>
            <a:ext cx="9144000" cy="5645442"/>
          </a:xfrm>
          <a:prstGeom prst="rect">
            <a:avLst/>
          </a:prstGeom>
        </p:spPr>
      </p:pic>
      <p:grpSp>
        <p:nvGrpSpPr>
          <p:cNvPr id="56" name="Groupe 55"/>
          <p:cNvGrpSpPr/>
          <p:nvPr/>
        </p:nvGrpSpPr>
        <p:grpSpPr>
          <a:xfrm>
            <a:off x="-180528" y="0"/>
            <a:ext cx="9324528" cy="6957392"/>
            <a:chOff x="-180528" y="0"/>
            <a:chExt cx="9324528" cy="6957392"/>
          </a:xfrm>
        </p:grpSpPr>
        <p:grpSp>
          <p:nvGrpSpPr>
            <p:cNvPr id="5" name="Groupe 4"/>
            <p:cNvGrpSpPr/>
            <p:nvPr/>
          </p:nvGrpSpPr>
          <p:grpSpPr>
            <a:xfrm>
              <a:off x="-180528" y="0"/>
              <a:ext cx="9324528" cy="6957392"/>
              <a:chOff x="-180528" y="0"/>
              <a:chExt cx="9324528" cy="6957392"/>
            </a:xfrm>
          </p:grpSpPr>
          <p:grpSp>
            <p:nvGrpSpPr>
              <p:cNvPr id="14" name="Groupe 18"/>
              <p:cNvGrpSpPr/>
              <p:nvPr/>
            </p:nvGrpSpPr>
            <p:grpSpPr>
              <a:xfrm>
                <a:off x="0" y="0"/>
                <a:ext cx="9144000" cy="6885384"/>
                <a:chOff x="0" y="0"/>
                <a:chExt cx="9144000" cy="6885384"/>
              </a:xfrm>
            </p:grpSpPr>
            <p:sp>
              <p:nvSpPr>
                <p:cNvPr id="16" name="Rectangle 15"/>
                <p:cNvSpPr/>
                <p:nvPr/>
              </p:nvSpPr>
              <p:spPr>
                <a:xfrm rot="10800000" flipV="1">
                  <a:off x="0" y="0"/>
                  <a:ext cx="6983760" cy="620688"/>
                </a:xfrm>
                <a:prstGeom prst="rect">
                  <a:avLst/>
                </a:prstGeom>
                <a:solidFill>
                  <a:srgbClr val="E34F5A"/>
                </a:solidFill>
                <a:ln>
                  <a:noFill/>
                </a:ln>
              </p:spPr>
              <p:style>
                <a:lnRef idx="1">
                  <a:schemeClr val="accent6"/>
                </a:lnRef>
                <a:fillRef idx="3">
                  <a:schemeClr val="accent6"/>
                </a:fillRef>
                <a:effectRef idx="2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grpSp>
              <p:nvGrpSpPr>
                <p:cNvPr id="17" name="Groupe 15"/>
                <p:cNvGrpSpPr/>
                <p:nvPr/>
              </p:nvGrpSpPr>
              <p:grpSpPr>
                <a:xfrm>
                  <a:off x="0" y="6237312"/>
                  <a:ext cx="9144000" cy="648072"/>
                  <a:chOff x="0" y="6237312"/>
                  <a:chExt cx="9144000" cy="648072"/>
                </a:xfrm>
              </p:grpSpPr>
              <p:sp>
                <p:nvSpPr>
                  <p:cNvPr id="19" name="Rectangle 18"/>
                  <p:cNvSpPr/>
                  <p:nvPr/>
                </p:nvSpPr>
                <p:spPr>
                  <a:xfrm>
                    <a:off x="0" y="6309320"/>
                    <a:ext cx="9144000" cy="576064"/>
                  </a:xfrm>
                  <a:prstGeom prst="rect">
                    <a:avLst/>
                  </a:prstGeom>
                  <a:solidFill>
                    <a:srgbClr val="D75BB4"/>
                  </a:solidFill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  <p:sp>
                <p:nvSpPr>
                  <p:cNvPr id="20" name="Rectangle 19"/>
                  <p:cNvSpPr/>
                  <p:nvPr/>
                </p:nvSpPr>
                <p:spPr>
                  <a:xfrm flipV="1">
                    <a:off x="0" y="6237312"/>
                    <a:ext cx="9144000" cy="72008"/>
                  </a:xfrm>
                  <a:prstGeom prst="rect">
                    <a:avLst/>
                  </a:prstGeom>
                  <a:solidFill>
                    <a:srgbClr val="E34F5A"/>
                  </a:solidFill>
                  <a:ln>
                    <a:noFill/>
                  </a:ln>
                </p:spPr>
                <p:style>
                  <a:lnRef idx="1">
                    <a:schemeClr val="accent6"/>
                  </a:lnRef>
                  <a:fillRef idx="3">
                    <a:schemeClr val="accent6"/>
                  </a:fillRef>
                  <a:effectRef idx="2">
                    <a:schemeClr val="accent6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</p:grpSp>
            <p:sp>
              <p:nvSpPr>
                <p:cNvPr id="18" name="Rectangle 17"/>
                <p:cNvSpPr/>
                <p:nvPr/>
              </p:nvSpPr>
              <p:spPr>
                <a:xfrm rot="10800000" flipV="1">
                  <a:off x="7020272" y="0"/>
                  <a:ext cx="2123728" cy="620688"/>
                </a:xfrm>
                <a:prstGeom prst="rect">
                  <a:avLst/>
                </a:prstGeom>
                <a:solidFill>
                  <a:srgbClr val="D75BB4"/>
                </a:solidFill>
                <a:ln>
                  <a:noFill/>
                </a:ln>
              </p:spPr>
              <p:style>
                <a:lnRef idx="1">
                  <a:schemeClr val="accent6"/>
                </a:lnRef>
                <a:fillRef idx="3">
                  <a:schemeClr val="accent6"/>
                </a:fillRef>
                <a:effectRef idx="2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 dirty="0"/>
                </a:p>
              </p:txBody>
            </p:sp>
          </p:grpSp>
          <p:pic>
            <p:nvPicPr>
              <p:cNvPr id="8" name="Image 7" descr="3-2-blogging-transparent-thumb.png"/>
              <p:cNvPicPr>
                <a:picLocks noChangeAspect="1"/>
              </p:cNvPicPr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2195736" y="6165304"/>
                <a:ext cx="864096" cy="741369"/>
              </a:xfrm>
              <a:prstGeom prst="rect">
                <a:avLst/>
              </a:prstGeom>
            </p:spPr>
          </p:pic>
          <p:pic>
            <p:nvPicPr>
              <p:cNvPr id="10" name="Image 9" descr="12-2-education-png-image-thumb.png"/>
              <p:cNvPicPr>
                <a:picLocks noChangeAspect="1"/>
              </p:cNvPicPr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8388424" y="5976664"/>
                <a:ext cx="720080" cy="980728"/>
              </a:xfrm>
              <a:prstGeom prst="rect">
                <a:avLst/>
              </a:prstGeom>
            </p:spPr>
          </p:pic>
          <p:sp>
            <p:nvSpPr>
              <p:cNvPr id="11" name="ZoneTexte 10"/>
              <p:cNvSpPr txBox="1"/>
              <p:nvPr/>
            </p:nvSpPr>
            <p:spPr>
              <a:xfrm>
                <a:off x="5652120" y="6381328"/>
                <a:ext cx="2808312" cy="3847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 rtl="1"/>
                <a:r>
                  <a:rPr lang="ar-DZ" sz="1900" b="1" dirty="0" smtClean="0">
                    <a:solidFill>
                      <a:schemeClr val="bg1"/>
                    </a:solidFill>
                  </a:rPr>
                  <a:t>متوسطة قلواز </a:t>
                </a:r>
                <a:r>
                  <a:rPr lang="ar-DZ" sz="1900" b="1" dirty="0" err="1" smtClean="0">
                    <a:solidFill>
                      <a:schemeClr val="bg1"/>
                    </a:solidFill>
                  </a:rPr>
                  <a:t>موسى </a:t>
                </a:r>
                <a:r>
                  <a:rPr lang="ar-DZ" sz="1900" b="1" dirty="0" smtClean="0">
                    <a:solidFill>
                      <a:schemeClr val="bg1"/>
                    </a:solidFill>
                  </a:rPr>
                  <a:t>- بوراشد</a:t>
                </a:r>
                <a:endParaRPr lang="fr-FR" sz="19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2" name="ZoneTexte 11"/>
              <p:cNvSpPr txBox="1"/>
              <p:nvPr/>
            </p:nvSpPr>
            <p:spPr>
              <a:xfrm>
                <a:off x="-180528" y="6396335"/>
                <a:ext cx="244827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 rtl="1"/>
                <a:r>
                  <a:rPr lang="ar-DZ" sz="2000" b="1" dirty="0" smtClean="0">
                    <a:solidFill>
                      <a:schemeClr val="bg1"/>
                    </a:solidFill>
                  </a:rPr>
                  <a:t>تصميم الأستاذ ماحي رضا</a:t>
                </a:r>
                <a:endParaRPr lang="fr-FR" sz="20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3" name="ZoneTexte 12"/>
              <p:cNvSpPr txBox="1"/>
              <p:nvPr/>
            </p:nvSpPr>
            <p:spPr>
              <a:xfrm>
                <a:off x="2987824" y="6413266"/>
                <a:ext cx="208823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 rtl="1"/>
                <a:r>
                  <a:rPr lang="ar-DZ" sz="2000" b="1" dirty="0" smtClean="0">
                    <a:solidFill>
                      <a:schemeClr val="bg1"/>
                    </a:solidFill>
                  </a:rPr>
                  <a:t>المستوى:أولى متوسط</a:t>
                </a:r>
                <a:endParaRPr lang="fr-FR" sz="2000" b="1" dirty="0">
                  <a:solidFill>
                    <a:schemeClr val="bg1"/>
                  </a:solidFill>
                </a:endParaRPr>
              </a:p>
            </p:txBody>
          </p:sp>
        </p:grpSp>
        <p:pic>
          <p:nvPicPr>
            <p:cNvPr id="55" name="Image 54" descr="3d print business.png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788024" y="6274668"/>
              <a:ext cx="1440160" cy="583332"/>
            </a:xfrm>
            <a:prstGeom prst="rect">
              <a:avLst/>
            </a:prstGeom>
          </p:spPr>
        </p:pic>
      </p:grpSp>
      <p:sp>
        <p:nvSpPr>
          <p:cNvPr id="169" name="Shape 856"/>
          <p:cNvSpPr/>
          <p:nvPr/>
        </p:nvSpPr>
        <p:spPr>
          <a:xfrm>
            <a:off x="7542536" y="2057613"/>
            <a:ext cx="457251" cy="50729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solidFill>
            <a:srgbClr val="D75BB4"/>
          </a:solidFill>
          <a:ln w="12700" cap="flat">
            <a:noFill/>
            <a:miter lim="400000"/>
          </a:ln>
          <a:effectLst/>
        </p:spPr>
        <p:txBody>
          <a:bodyPr wrap="square" lIns="50800" tIns="50800" rIns="50800" bIns="50800" numCol="1" anchor="ctr">
            <a:noAutofit/>
          </a:bodyPr>
          <a:lstStyle/>
          <a:p>
            <a:pPr lvl="0" defTabSz="825500">
              <a:defRPr sz="56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/>
          </a:p>
        </p:txBody>
      </p:sp>
      <p:sp>
        <p:nvSpPr>
          <p:cNvPr id="171" name="Shape 859"/>
          <p:cNvSpPr/>
          <p:nvPr/>
        </p:nvSpPr>
        <p:spPr>
          <a:xfrm>
            <a:off x="5022256" y="2066216"/>
            <a:ext cx="2566052" cy="49545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68" y="0"/>
                </a:moveTo>
                <a:cubicBezTo>
                  <a:pt x="433" y="0"/>
                  <a:pt x="0" y="3963"/>
                  <a:pt x="0" y="8848"/>
                </a:cubicBezTo>
                <a:lnTo>
                  <a:pt x="0" y="12758"/>
                </a:lnTo>
                <a:cubicBezTo>
                  <a:pt x="0" y="17643"/>
                  <a:pt x="433" y="21600"/>
                  <a:pt x="968" y="21600"/>
                </a:cubicBezTo>
                <a:lnTo>
                  <a:pt x="20197" y="21600"/>
                </a:lnTo>
                <a:cubicBezTo>
                  <a:pt x="20704" y="21600"/>
                  <a:pt x="21119" y="18028"/>
                  <a:pt x="21160" y="13486"/>
                </a:cubicBezTo>
                <a:lnTo>
                  <a:pt x="21600" y="10806"/>
                </a:lnTo>
                <a:lnTo>
                  <a:pt x="21160" y="8119"/>
                </a:lnTo>
                <a:cubicBezTo>
                  <a:pt x="21120" y="3575"/>
                  <a:pt x="20704" y="0"/>
                  <a:pt x="20197" y="0"/>
                </a:cubicBezTo>
                <a:lnTo>
                  <a:pt x="968" y="0"/>
                </a:lnTo>
                <a:close/>
              </a:path>
            </a:pathLst>
          </a:custGeom>
          <a:solidFill>
            <a:srgbClr val="D75BB4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lvl="0" defTabSz="825500">
              <a:defRPr sz="56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/>
          </a:p>
        </p:txBody>
      </p:sp>
      <p:sp>
        <p:nvSpPr>
          <p:cNvPr id="173" name="Shape 856"/>
          <p:cNvSpPr/>
          <p:nvPr/>
        </p:nvSpPr>
        <p:spPr>
          <a:xfrm>
            <a:off x="5848031" y="2944109"/>
            <a:ext cx="457251" cy="50729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solidFill>
            <a:schemeClr val="accent4">
              <a:lumMod val="75000"/>
            </a:schemeClr>
          </a:solidFill>
          <a:ln w="12700" cap="flat">
            <a:noFill/>
            <a:miter lim="400000"/>
          </a:ln>
          <a:effectLst/>
        </p:spPr>
        <p:txBody>
          <a:bodyPr wrap="square" lIns="50800" tIns="50800" rIns="50800" bIns="50800" numCol="1" anchor="ctr">
            <a:noAutofit/>
          </a:bodyPr>
          <a:lstStyle/>
          <a:p>
            <a:pPr lvl="0" defTabSz="825500">
              <a:defRPr sz="56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/>
          </a:p>
        </p:txBody>
      </p:sp>
      <p:sp>
        <p:nvSpPr>
          <p:cNvPr id="175" name="Shape 859"/>
          <p:cNvSpPr/>
          <p:nvPr/>
        </p:nvSpPr>
        <p:spPr>
          <a:xfrm>
            <a:off x="3327751" y="2952712"/>
            <a:ext cx="2566052" cy="49545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68" y="0"/>
                </a:moveTo>
                <a:cubicBezTo>
                  <a:pt x="433" y="0"/>
                  <a:pt x="0" y="3963"/>
                  <a:pt x="0" y="8848"/>
                </a:cubicBezTo>
                <a:lnTo>
                  <a:pt x="0" y="12758"/>
                </a:lnTo>
                <a:cubicBezTo>
                  <a:pt x="0" y="17643"/>
                  <a:pt x="433" y="21600"/>
                  <a:pt x="968" y="21600"/>
                </a:cubicBezTo>
                <a:lnTo>
                  <a:pt x="20197" y="21600"/>
                </a:lnTo>
                <a:cubicBezTo>
                  <a:pt x="20704" y="21600"/>
                  <a:pt x="21119" y="18028"/>
                  <a:pt x="21160" y="13486"/>
                </a:cubicBezTo>
                <a:lnTo>
                  <a:pt x="21600" y="10806"/>
                </a:lnTo>
                <a:lnTo>
                  <a:pt x="21160" y="8119"/>
                </a:lnTo>
                <a:cubicBezTo>
                  <a:pt x="21120" y="3575"/>
                  <a:pt x="20704" y="0"/>
                  <a:pt x="20197" y="0"/>
                </a:cubicBezTo>
                <a:lnTo>
                  <a:pt x="968" y="0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lvl="0" defTabSz="825500">
              <a:defRPr sz="56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/>
          </a:p>
        </p:txBody>
      </p:sp>
      <p:sp>
        <p:nvSpPr>
          <p:cNvPr id="177" name="ZoneTexte 176"/>
          <p:cNvSpPr txBox="1"/>
          <p:nvPr/>
        </p:nvSpPr>
        <p:spPr>
          <a:xfrm>
            <a:off x="7614544" y="2038448"/>
            <a:ext cx="2880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DZ" sz="2800" b="1" dirty="0" smtClean="0">
                <a:solidFill>
                  <a:schemeClr val="bg1"/>
                </a:solidFill>
              </a:rPr>
              <a:t>1</a:t>
            </a:r>
            <a:endParaRPr lang="fr-FR" sz="2800" b="1" dirty="0">
              <a:solidFill>
                <a:schemeClr val="bg1"/>
              </a:solidFill>
            </a:endParaRPr>
          </a:p>
        </p:txBody>
      </p:sp>
      <p:sp>
        <p:nvSpPr>
          <p:cNvPr id="178" name="ZoneTexte 177"/>
          <p:cNvSpPr txBox="1"/>
          <p:nvPr/>
        </p:nvSpPr>
        <p:spPr>
          <a:xfrm>
            <a:off x="5920039" y="2924944"/>
            <a:ext cx="2880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DZ" sz="2800" b="1" dirty="0" smtClean="0">
                <a:solidFill>
                  <a:schemeClr val="bg1"/>
                </a:solidFill>
              </a:rPr>
              <a:t>2</a:t>
            </a:r>
            <a:endParaRPr lang="fr-FR" sz="2800" b="1" dirty="0">
              <a:solidFill>
                <a:schemeClr val="bg1"/>
              </a:solidFill>
            </a:endParaRPr>
          </a:p>
        </p:txBody>
      </p:sp>
      <p:pic>
        <p:nvPicPr>
          <p:cNvPr id="179" name="Picture 6" descr="G:\Bibliotaque video\desigin\3D man\Vector.Character.Plarinum.Bundle.eps-ai-psd-png_2\Vector.Character.Plarinum.Bundle.eps-ai-psd-png\malepack2\Young_Businessman_Vector_Character.pn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6512" y="1484784"/>
            <a:ext cx="2160241" cy="38013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2" name="ZoneTexte 181"/>
          <p:cNvSpPr txBox="1"/>
          <p:nvPr/>
        </p:nvSpPr>
        <p:spPr>
          <a:xfrm>
            <a:off x="5425671" y="2103690"/>
            <a:ext cx="175922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DZ" sz="2200" b="1" dirty="0" smtClean="0">
                <a:solidFill>
                  <a:schemeClr val="bg1"/>
                </a:solidFill>
              </a:rPr>
              <a:t>برنامج الدفتر</a:t>
            </a:r>
            <a:endParaRPr lang="fr-FR" sz="2200" b="1" dirty="0">
              <a:solidFill>
                <a:schemeClr val="bg1"/>
              </a:solidFill>
            </a:endParaRPr>
          </a:p>
        </p:txBody>
      </p:sp>
      <p:sp>
        <p:nvSpPr>
          <p:cNvPr id="183" name="ZoneTexte 182"/>
          <p:cNvSpPr txBox="1"/>
          <p:nvPr/>
        </p:nvSpPr>
        <p:spPr>
          <a:xfrm>
            <a:off x="3649789" y="2971110"/>
            <a:ext cx="168169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DZ" sz="2200" b="1" dirty="0" smtClean="0">
                <a:solidFill>
                  <a:schemeClr val="bg1"/>
                </a:solidFill>
              </a:rPr>
              <a:t>تشغيل البرامج</a:t>
            </a:r>
            <a:endParaRPr lang="fr-FR" sz="2200" b="1" dirty="0">
              <a:solidFill>
                <a:schemeClr val="bg1"/>
              </a:solidFill>
            </a:endParaRPr>
          </a:p>
        </p:txBody>
      </p:sp>
      <p:sp>
        <p:nvSpPr>
          <p:cNvPr id="38" name="ZoneTexte 37"/>
          <p:cNvSpPr txBox="1"/>
          <p:nvPr/>
        </p:nvSpPr>
        <p:spPr>
          <a:xfrm>
            <a:off x="6948264" y="44624"/>
            <a:ext cx="21237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DZ" sz="2800" b="1" dirty="0" smtClean="0">
                <a:solidFill>
                  <a:schemeClr val="bg1"/>
                </a:solidFill>
              </a:rPr>
              <a:t>الحصة </a:t>
            </a:r>
            <a:r>
              <a:rPr lang="ar-DZ" sz="2800" b="1" dirty="0" err="1" smtClean="0">
                <a:solidFill>
                  <a:schemeClr val="bg1"/>
                </a:solidFill>
              </a:rPr>
              <a:t>التعلمية</a:t>
            </a:r>
            <a:endParaRPr lang="fr-FR" sz="2800" b="1" dirty="0">
              <a:solidFill>
                <a:schemeClr val="bg1"/>
              </a:solidFill>
            </a:endParaRPr>
          </a:p>
        </p:txBody>
      </p:sp>
      <p:sp>
        <p:nvSpPr>
          <p:cNvPr id="39" name="ZoneTexte 38"/>
          <p:cNvSpPr txBox="1"/>
          <p:nvPr/>
        </p:nvSpPr>
        <p:spPr>
          <a:xfrm>
            <a:off x="2699792" y="44432"/>
            <a:ext cx="29523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DZ" sz="2800" b="1" dirty="0" smtClean="0">
                <a:solidFill>
                  <a:schemeClr val="bg1"/>
                </a:solidFill>
              </a:rPr>
              <a:t>استعمال برنامج الدفتر</a:t>
            </a:r>
            <a:endParaRPr lang="fr-FR" sz="2800" b="1" dirty="0">
              <a:solidFill>
                <a:schemeClr val="bg1"/>
              </a:solidFill>
            </a:endParaRPr>
          </a:p>
        </p:txBody>
      </p:sp>
      <p:sp>
        <p:nvSpPr>
          <p:cNvPr id="40" name="Shape 856"/>
          <p:cNvSpPr/>
          <p:nvPr/>
        </p:nvSpPr>
        <p:spPr>
          <a:xfrm>
            <a:off x="4250737" y="3857813"/>
            <a:ext cx="457251" cy="50729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solidFill>
            <a:schemeClr val="accent6">
              <a:lumMod val="75000"/>
            </a:schemeClr>
          </a:solidFill>
          <a:ln w="12700" cap="flat">
            <a:noFill/>
            <a:miter lim="400000"/>
          </a:ln>
          <a:effectLst/>
        </p:spPr>
        <p:txBody>
          <a:bodyPr wrap="square" lIns="50800" tIns="50800" rIns="50800" bIns="50800" numCol="1" anchor="ctr">
            <a:noAutofit/>
          </a:bodyPr>
          <a:lstStyle/>
          <a:p>
            <a:pPr lvl="0" defTabSz="825500">
              <a:defRPr sz="56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/>
          </a:p>
        </p:txBody>
      </p:sp>
      <p:sp>
        <p:nvSpPr>
          <p:cNvPr id="41" name="Shape 859"/>
          <p:cNvSpPr/>
          <p:nvPr/>
        </p:nvSpPr>
        <p:spPr>
          <a:xfrm>
            <a:off x="1730457" y="3866416"/>
            <a:ext cx="2566052" cy="49545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68" y="0"/>
                </a:moveTo>
                <a:cubicBezTo>
                  <a:pt x="433" y="0"/>
                  <a:pt x="0" y="3963"/>
                  <a:pt x="0" y="8848"/>
                </a:cubicBezTo>
                <a:lnTo>
                  <a:pt x="0" y="12758"/>
                </a:lnTo>
                <a:cubicBezTo>
                  <a:pt x="0" y="17643"/>
                  <a:pt x="433" y="21600"/>
                  <a:pt x="968" y="21600"/>
                </a:cubicBezTo>
                <a:lnTo>
                  <a:pt x="20197" y="21600"/>
                </a:lnTo>
                <a:cubicBezTo>
                  <a:pt x="20704" y="21600"/>
                  <a:pt x="21119" y="18028"/>
                  <a:pt x="21160" y="13486"/>
                </a:cubicBezTo>
                <a:lnTo>
                  <a:pt x="21600" y="10806"/>
                </a:lnTo>
                <a:lnTo>
                  <a:pt x="21160" y="8119"/>
                </a:lnTo>
                <a:cubicBezTo>
                  <a:pt x="21120" y="3575"/>
                  <a:pt x="20704" y="0"/>
                  <a:pt x="20197" y="0"/>
                </a:cubicBezTo>
                <a:lnTo>
                  <a:pt x="968" y="0"/>
                </a:lnTo>
                <a:close/>
              </a:path>
            </a:pathLst>
          </a:custGeom>
          <a:solidFill>
            <a:schemeClr val="accent6">
              <a:lumMod val="75000"/>
            </a:scheme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lvl="0" defTabSz="825500">
              <a:defRPr sz="56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/>
          </a:p>
        </p:txBody>
      </p:sp>
      <p:sp>
        <p:nvSpPr>
          <p:cNvPr id="42" name="ZoneTexte 41"/>
          <p:cNvSpPr txBox="1"/>
          <p:nvPr/>
        </p:nvSpPr>
        <p:spPr>
          <a:xfrm>
            <a:off x="4322745" y="3838648"/>
            <a:ext cx="2880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DZ" sz="2800" b="1" dirty="0" smtClean="0">
                <a:solidFill>
                  <a:schemeClr val="bg1"/>
                </a:solidFill>
              </a:rPr>
              <a:t>3</a:t>
            </a:r>
            <a:endParaRPr lang="fr-FR" sz="2800" b="1" dirty="0">
              <a:solidFill>
                <a:schemeClr val="bg1"/>
              </a:solidFill>
            </a:endParaRPr>
          </a:p>
        </p:txBody>
      </p:sp>
      <p:sp>
        <p:nvSpPr>
          <p:cNvPr id="43" name="ZoneTexte 42"/>
          <p:cNvSpPr txBox="1"/>
          <p:nvPr/>
        </p:nvSpPr>
        <p:spPr>
          <a:xfrm>
            <a:off x="1763688" y="3884814"/>
            <a:ext cx="22682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DZ" sz="2200" b="1" dirty="0" smtClean="0">
                <a:solidFill>
                  <a:schemeClr val="bg1"/>
                </a:solidFill>
              </a:rPr>
              <a:t>أدوات العمل في الدفتر</a:t>
            </a:r>
            <a:endParaRPr lang="fr-FR" sz="2200" b="1" dirty="0">
              <a:solidFill>
                <a:schemeClr val="bg1"/>
              </a:solidFill>
            </a:endParaRPr>
          </a:p>
        </p:txBody>
      </p:sp>
      <p:pic>
        <p:nvPicPr>
          <p:cNvPr id="32" name="Image 31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6539" y="-27384"/>
            <a:ext cx="1131205" cy="6396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5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" dur="5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5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5" dur="5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500"/>
                            </p:stCondLst>
                            <p:childTnLst>
                              <p:par>
                                <p:cTn id="4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0"/>
                            </p:stCondLst>
                            <p:childTnLst>
                              <p:par>
                                <p:cTn id="4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500"/>
                            </p:stCondLst>
                            <p:childTnLst>
                              <p:par>
                                <p:cTn id="4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9" grpId="0" animBg="1"/>
      <p:bldP spid="171" grpId="0" animBg="1"/>
      <p:bldP spid="173" grpId="0" animBg="1"/>
      <p:bldP spid="175" grpId="0" animBg="1"/>
      <p:bldP spid="177" grpId="0"/>
      <p:bldP spid="178" grpId="0"/>
      <p:bldP spid="182" grpId="0"/>
      <p:bldP spid="183" grpId="0"/>
      <p:bldP spid="40" grpId="0" animBg="1"/>
      <p:bldP spid="41" grpId="0" animBg="1"/>
      <p:bldP spid="42" grpId="0"/>
      <p:bldP spid="4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 descr="shutterstock_172215422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620688"/>
            <a:ext cx="9144000" cy="5616624"/>
          </a:xfrm>
          <a:prstGeom prst="rect">
            <a:avLst/>
          </a:prstGeom>
        </p:spPr>
      </p:pic>
      <p:grpSp>
        <p:nvGrpSpPr>
          <p:cNvPr id="5" name="Groupe 4"/>
          <p:cNvGrpSpPr/>
          <p:nvPr/>
        </p:nvGrpSpPr>
        <p:grpSpPr>
          <a:xfrm>
            <a:off x="-180528" y="0"/>
            <a:ext cx="9324528" cy="6957392"/>
            <a:chOff x="-180528" y="0"/>
            <a:chExt cx="9324528" cy="6957392"/>
          </a:xfrm>
        </p:grpSpPr>
        <p:grpSp>
          <p:nvGrpSpPr>
            <p:cNvPr id="6" name="Groupe 5"/>
            <p:cNvGrpSpPr/>
            <p:nvPr/>
          </p:nvGrpSpPr>
          <p:grpSpPr>
            <a:xfrm>
              <a:off x="-180528" y="0"/>
              <a:ext cx="9324528" cy="6957392"/>
              <a:chOff x="-180528" y="0"/>
              <a:chExt cx="9324528" cy="6957392"/>
            </a:xfrm>
          </p:grpSpPr>
          <p:grpSp>
            <p:nvGrpSpPr>
              <p:cNvPr id="8" name="Groupe 18"/>
              <p:cNvGrpSpPr/>
              <p:nvPr/>
            </p:nvGrpSpPr>
            <p:grpSpPr>
              <a:xfrm>
                <a:off x="0" y="0"/>
                <a:ext cx="9144000" cy="6885384"/>
                <a:chOff x="0" y="0"/>
                <a:chExt cx="9144000" cy="6885384"/>
              </a:xfrm>
            </p:grpSpPr>
            <p:sp>
              <p:nvSpPr>
                <p:cNvPr id="15" name="Rectangle 14"/>
                <p:cNvSpPr/>
                <p:nvPr/>
              </p:nvSpPr>
              <p:spPr>
                <a:xfrm rot="10800000" flipV="1">
                  <a:off x="0" y="0"/>
                  <a:ext cx="6983760" cy="620688"/>
                </a:xfrm>
                <a:prstGeom prst="rect">
                  <a:avLst/>
                </a:prstGeom>
                <a:solidFill>
                  <a:srgbClr val="E34F5A"/>
                </a:solidFill>
                <a:ln>
                  <a:noFill/>
                </a:ln>
              </p:spPr>
              <p:style>
                <a:lnRef idx="1">
                  <a:schemeClr val="accent6"/>
                </a:lnRef>
                <a:fillRef idx="3">
                  <a:schemeClr val="accent6"/>
                </a:fillRef>
                <a:effectRef idx="2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grpSp>
              <p:nvGrpSpPr>
                <p:cNvPr id="16" name="Groupe 15"/>
                <p:cNvGrpSpPr/>
                <p:nvPr/>
              </p:nvGrpSpPr>
              <p:grpSpPr>
                <a:xfrm>
                  <a:off x="0" y="6237312"/>
                  <a:ext cx="9144000" cy="648072"/>
                  <a:chOff x="0" y="6237312"/>
                  <a:chExt cx="9144000" cy="648072"/>
                </a:xfrm>
              </p:grpSpPr>
              <p:sp>
                <p:nvSpPr>
                  <p:cNvPr id="18" name="Rectangle 17"/>
                  <p:cNvSpPr/>
                  <p:nvPr/>
                </p:nvSpPr>
                <p:spPr>
                  <a:xfrm>
                    <a:off x="0" y="6309320"/>
                    <a:ext cx="9144000" cy="576064"/>
                  </a:xfrm>
                  <a:prstGeom prst="rect">
                    <a:avLst/>
                  </a:prstGeom>
                  <a:solidFill>
                    <a:srgbClr val="D75BB4"/>
                  </a:solidFill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  <p:sp>
                <p:nvSpPr>
                  <p:cNvPr id="19" name="Rectangle 18"/>
                  <p:cNvSpPr/>
                  <p:nvPr/>
                </p:nvSpPr>
                <p:spPr>
                  <a:xfrm flipV="1">
                    <a:off x="0" y="6237312"/>
                    <a:ext cx="9144000" cy="72008"/>
                  </a:xfrm>
                  <a:prstGeom prst="rect">
                    <a:avLst/>
                  </a:prstGeom>
                  <a:solidFill>
                    <a:srgbClr val="E34F5A"/>
                  </a:solidFill>
                  <a:ln>
                    <a:noFill/>
                  </a:ln>
                </p:spPr>
                <p:style>
                  <a:lnRef idx="1">
                    <a:schemeClr val="accent6"/>
                  </a:lnRef>
                  <a:fillRef idx="3">
                    <a:schemeClr val="accent6"/>
                  </a:fillRef>
                  <a:effectRef idx="2">
                    <a:schemeClr val="accent6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</p:grpSp>
            <p:sp>
              <p:nvSpPr>
                <p:cNvPr id="17" name="Rectangle 16"/>
                <p:cNvSpPr/>
                <p:nvPr/>
              </p:nvSpPr>
              <p:spPr>
                <a:xfrm rot="10800000" flipV="1">
                  <a:off x="7020272" y="0"/>
                  <a:ext cx="2123728" cy="620688"/>
                </a:xfrm>
                <a:prstGeom prst="rect">
                  <a:avLst/>
                </a:prstGeom>
                <a:solidFill>
                  <a:srgbClr val="D75BB4"/>
                </a:solidFill>
                <a:ln>
                  <a:noFill/>
                </a:ln>
              </p:spPr>
              <p:style>
                <a:lnRef idx="1">
                  <a:schemeClr val="accent6"/>
                </a:lnRef>
                <a:fillRef idx="3">
                  <a:schemeClr val="accent6"/>
                </a:fillRef>
                <a:effectRef idx="2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 dirty="0"/>
                </a:p>
              </p:txBody>
            </p:sp>
          </p:grpSp>
          <p:pic>
            <p:nvPicPr>
              <p:cNvPr id="9" name="Image 8" descr="3-2-blogging-transparent-thumb.png"/>
              <p:cNvPicPr>
                <a:picLocks noChangeAspect="1"/>
              </p:cNvPicPr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2195736" y="6165304"/>
                <a:ext cx="864096" cy="741369"/>
              </a:xfrm>
              <a:prstGeom prst="rect">
                <a:avLst/>
              </a:prstGeom>
            </p:spPr>
          </p:pic>
          <p:pic>
            <p:nvPicPr>
              <p:cNvPr id="11" name="Image 10" descr="12-2-education-png-image-thumb.png"/>
              <p:cNvPicPr>
                <a:picLocks noChangeAspect="1"/>
              </p:cNvPicPr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8388424" y="5976664"/>
                <a:ext cx="720080" cy="980728"/>
              </a:xfrm>
              <a:prstGeom prst="rect">
                <a:avLst/>
              </a:prstGeom>
            </p:spPr>
          </p:pic>
          <p:sp>
            <p:nvSpPr>
              <p:cNvPr id="12" name="ZoneTexte 11"/>
              <p:cNvSpPr txBox="1"/>
              <p:nvPr/>
            </p:nvSpPr>
            <p:spPr>
              <a:xfrm>
                <a:off x="5652120" y="6381328"/>
                <a:ext cx="2808312" cy="3847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 rtl="1"/>
                <a:r>
                  <a:rPr lang="ar-DZ" sz="1900" b="1" dirty="0" smtClean="0">
                    <a:solidFill>
                      <a:schemeClr val="bg1"/>
                    </a:solidFill>
                  </a:rPr>
                  <a:t>متوسطة قلواز </a:t>
                </a:r>
                <a:r>
                  <a:rPr lang="ar-DZ" sz="1900" b="1" dirty="0" err="1" smtClean="0">
                    <a:solidFill>
                      <a:schemeClr val="bg1"/>
                    </a:solidFill>
                  </a:rPr>
                  <a:t>موسى </a:t>
                </a:r>
                <a:r>
                  <a:rPr lang="ar-DZ" sz="1900" b="1" dirty="0" smtClean="0">
                    <a:solidFill>
                      <a:schemeClr val="bg1"/>
                    </a:solidFill>
                  </a:rPr>
                  <a:t>- بوراشد</a:t>
                </a:r>
                <a:endParaRPr lang="fr-FR" sz="19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3" name="ZoneTexte 12"/>
              <p:cNvSpPr txBox="1"/>
              <p:nvPr/>
            </p:nvSpPr>
            <p:spPr>
              <a:xfrm>
                <a:off x="-180528" y="6396335"/>
                <a:ext cx="244827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 rtl="1"/>
                <a:r>
                  <a:rPr lang="ar-DZ" sz="2000" b="1" dirty="0" smtClean="0">
                    <a:solidFill>
                      <a:schemeClr val="bg1"/>
                    </a:solidFill>
                  </a:rPr>
                  <a:t>تصميم الأستاذ ماحي رضا</a:t>
                </a:r>
                <a:endParaRPr lang="fr-FR" sz="20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4" name="ZoneTexte 13"/>
              <p:cNvSpPr txBox="1"/>
              <p:nvPr/>
            </p:nvSpPr>
            <p:spPr>
              <a:xfrm>
                <a:off x="2987824" y="6381328"/>
                <a:ext cx="208823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 rtl="1"/>
                <a:r>
                  <a:rPr lang="ar-DZ" sz="2000" b="1" dirty="0" smtClean="0">
                    <a:solidFill>
                      <a:schemeClr val="bg1"/>
                    </a:solidFill>
                  </a:rPr>
                  <a:t>المستوى:أولى متوسط</a:t>
                </a:r>
                <a:endParaRPr lang="fr-FR" sz="2000" b="1" dirty="0">
                  <a:solidFill>
                    <a:schemeClr val="bg1"/>
                  </a:solidFill>
                </a:endParaRPr>
              </a:p>
            </p:txBody>
          </p:sp>
        </p:grpSp>
        <p:pic>
          <p:nvPicPr>
            <p:cNvPr id="7" name="Image 6" descr="3d print business.png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788024" y="6274668"/>
              <a:ext cx="1440160" cy="583332"/>
            </a:xfrm>
            <a:prstGeom prst="rect">
              <a:avLst/>
            </a:prstGeom>
          </p:spPr>
        </p:pic>
      </p:grpSp>
      <p:pic>
        <p:nvPicPr>
          <p:cNvPr id="20" name="Image 19" descr="Person-question-2-151x300.png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-108520" y="2204864"/>
            <a:ext cx="1438275" cy="3289548"/>
          </a:xfrm>
          <a:prstGeom prst="rect">
            <a:avLst/>
          </a:prstGeom>
        </p:spPr>
      </p:pic>
      <p:sp>
        <p:nvSpPr>
          <p:cNvPr id="21" name="Pensées 20"/>
          <p:cNvSpPr/>
          <p:nvPr/>
        </p:nvSpPr>
        <p:spPr>
          <a:xfrm>
            <a:off x="827584" y="980728"/>
            <a:ext cx="3960440" cy="1800200"/>
          </a:xfrm>
          <a:prstGeom prst="cloudCallout">
            <a:avLst>
              <a:gd name="adj1" fmla="val -49179"/>
              <a:gd name="adj2" fmla="val 74222"/>
            </a:avLst>
          </a:prstGeom>
          <a:solidFill>
            <a:schemeClr val="bg1"/>
          </a:solidFill>
          <a:ln>
            <a:noFill/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2" name="ZoneTexte 21"/>
          <p:cNvSpPr txBox="1"/>
          <p:nvPr/>
        </p:nvSpPr>
        <p:spPr>
          <a:xfrm>
            <a:off x="1043608" y="1674386"/>
            <a:ext cx="34563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DZ" sz="2800" b="1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ماهو دور برنامج الدفتر؟ </a:t>
            </a:r>
            <a:endParaRPr lang="fr-FR" sz="2800" b="1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  <p:pic>
        <p:nvPicPr>
          <p:cNvPr id="23" name="Picture 4" descr="C:\Users\RIDHA\Pictures\Image13.png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3419872" y="3849638"/>
            <a:ext cx="1728192" cy="2447900"/>
          </a:xfrm>
          <a:prstGeom prst="rect">
            <a:avLst/>
          </a:prstGeom>
          <a:noFill/>
        </p:spPr>
      </p:pic>
      <p:sp>
        <p:nvSpPr>
          <p:cNvPr id="24" name="ZoneTexte 23"/>
          <p:cNvSpPr txBox="1"/>
          <p:nvPr/>
        </p:nvSpPr>
        <p:spPr>
          <a:xfrm>
            <a:off x="6948264" y="44624"/>
            <a:ext cx="21237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DZ" sz="2800" b="1" dirty="0" smtClean="0">
                <a:solidFill>
                  <a:schemeClr val="bg1"/>
                </a:solidFill>
              </a:rPr>
              <a:t>الحصة </a:t>
            </a:r>
            <a:r>
              <a:rPr lang="ar-DZ" sz="2800" b="1" dirty="0" err="1" smtClean="0">
                <a:solidFill>
                  <a:schemeClr val="bg1"/>
                </a:solidFill>
              </a:rPr>
              <a:t>التعلمية</a:t>
            </a:r>
            <a:endParaRPr lang="fr-FR" sz="2800" b="1" dirty="0">
              <a:solidFill>
                <a:schemeClr val="bg1"/>
              </a:solidFill>
            </a:endParaRPr>
          </a:p>
        </p:txBody>
      </p:sp>
      <p:grpSp>
        <p:nvGrpSpPr>
          <p:cNvPr id="26" name="Groupe 25"/>
          <p:cNvGrpSpPr/>
          <p:nvPr/>
        </p:nvGrpSpPr>
        <p:grpSpPr>
          <a:xfrm>
            <a:off x="4383223" y="3398535"/>
            <a:ext cx="2160240" cy="648072"/>
            <a:chOff x="3563888" y="1268760"/>
            <a:chExt cx="2664296" cy="936104"/>
          </a:xfrm>
        </p:grpSpPr>
        <p:sp>
          <p:nvSpPr>
            <p:cNvPr id="27" name="Pensées 26"/>
            <p:cNvSpPr/>
            <p:nvPr/>
          </p:nvSpPr>
          <p:spPr>
            <a:xfrm>
              <a:off x="3563888" y="1268760"/>
              <a:ext cx="2664296" cy="936104"/>
            </a:xfrm>
            <a:prstGeom prst="cloudCallout">
              <a:avLst>
                <a:gd name="adj1" fmla="val -25273"/>
                <a:gd name="adj2" fmla="val 95060"/>
              </a:avLst>
            </a:prstGeom>
            <a:solidFill>
              <a:schemeClr val="bg1"/>
            </a:solidFill>
            <a:ln>
              <a:noFill/>
            </a:ln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 rtl="1"/>
              <a:endParaRPr lang="fr-FR" b="1" dirty="0">
                <a:solidFill>
                  <a:schemeClr val="tx1"/>
                </a:solidFill>
              </a:endParaRPr>
            </a:p>
          </p:txBody>
        </p:sp>
        <p:sp>
          <p:nvSpPr>
            <p:cNvPr id="28" name="ZoneTexte 27"/>
            <p:cNvSpPr txBox="1"/>
            <p:nvPr/>
          </p:nvSpPr>
          <p:spPr>
            <a:xfrm>
              <a:off x="3779913" y="1484784"/>
              <a:ext cx="2304256" cy="5779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rtl="1"/>
              <a:r>
                <a:rPr lang="ar-DZ" sz="2000" b="1" dirty="0" smtClean="0"/>
                <a:t>الإجابة برفع الإصبع</a:t>
              </a:r>
            </a:p>
          </p:txBody>
        </p:sp>
      </p:grpSp>
      <p:sp>
        <p:nvSpPr>
          <p:cNvPr id="29" name="ZoneTexte 28"/>
          <p:cNvSpPr txBox="1"/>
          <p:nvPr/>
        </p:nvSpPr>
        <p:spPr>
          <a:xfrm>
            <a:off x="2673834" y="48734"/>
            <a:ext cx="28803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DZ" sz="2800" b="1" dirty="0" smtClean="0">
                <a:solidFill>
                  <a:schemeClr val="bg1"/>
                </a:solidFill>
              </a:rPr>
              <a:t>استعمال برنامج الدفتر</a:t>
            </a:r>
            <a:endParaRPr lang="fr-FR" sz="2800" b="1" dirty="0">
              <a:solidFill>
                <a:schemeClr val="bg1"/>
              </a:solidFill>
            </a:endParaRPr>
          </a:p>
        </p:txBody>
      </p:sp>
      <p:pic>
        <p:nvPicPr>
          <p:cNvPr id="30" name="Image 29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6539" y="-27384"/>
            <a:ext cx="1131205" cy="639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45684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Picture 3" descr="C:\Users\RIDHA\Downloads\صور المعلوماتية\711039_colorful-square-frames-on-blue-hd-video-backgrounds-loop-youtube_1920x1080_h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7296"/>
            <a:ext cx="9144000" cy="56360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3" name="Groupe 22"/>
          <p:cNvGrpSpPr/>
          <p:nvPr/>
        </p:nvGrpSpPr>
        <p:grpSpPr>
          <a:xfrm>
            <a:off x="-180528" y="0"/>
            <a:ext cx="9324528" cy="6957392"/>
            <a:chOff x="-180528" y="0"/>
            <a:chExt cx="9324528" cy="6957392"/>
          </a:xfrm>
        </p:grpSpPr>
        <p:grpSp>
          <p:nvGrpSpPr>
            <p:cNvPr id="24" name="Groupe 4"/>
            <p:cNvGrpSpPr/>
            <p:nvPr/>
          </p:nvGrpSpPr>
          <p:grpSpPr>
            <a:xfrm>
              <a:off x="-180528" y="0"/>
              <a:ext cx="9324528" cy="6957392"/>
              <a:chOff x="-180528" y="0"/>
              <a:chExt cx="9324528" cy="6957392"/>
            </a:xfrm>
          </p:grpSpPr>
          <p:grpSp>
            <p:nvGrpSpPr>
              <p:cNvPr id="34" name="Groupe 18"/>
              <p:cNvGrpSpPr/>
              <p:nvPr/>
            </p:nvGrpSpPr>
            <p:grpSpPr>
              <a:xfrm>
                <a:off x="0" y="0"/>
                <a:ext cx="9144000" cy="6885384"/>
                <a:chOff x="0" y="0"/>
                <a:chExt cx="9144000" cy="6885384"/>
              </a:xfrm>
            </p:grpSpPr>
            <p:sp>
              <p:nvSpPr>
                <p:cNvPr id="36" name="Rectangle 35"/>
                <p:cNvSpPr/>
                <p:nvPr/>
              </p:nvSpPr>
              <p:spPr>
                <a:xfrm rot="10800000" flipV="1">
                  <a:off x="0" y="0"/>
                  <a:ext cx="6983760" cy="620688"/>
                </a:xfrm>
                <a:prstGeom prst="rect">
                  <a:avLst/>
                </a:prstGeom>
                <a:solidFill>
                  <a:srgbClr val="E34F5A"/>
                </a:solidFill>
                <a:ln>
                  <a:noFill/>
                </a:ln>
              </p:spPr>
              <p:style>
                <a:lnRef idx="1">
                  <a:schemeClr val="accent6"/>
                </a:lnRef>
                <a:fillRef idx="3">
                  <a:schemeClr val="accent6"/>
                </a:fillRef>
                <a:effectRef idx="2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grpSp>
              <p:nvGrpSpPr>
                <p:cNvPr id="37" name="Groupe 15"/>
                <p:cNvGrpSpPr/>
                <p:nvPr/>
              </p:nvGrpSpPr>
              <p:grpSpPr>
                <a:xfrm>
                  <a:off x="0" y="6237312"/>
                  <a:ext cx="9144000" cy="648072"/>
                  <a:chOff x="0" y="6237312"/>
                  <a:chExt cx="9144000" cy="648072"/>
                </a:xfrm>
              </p:grpSpPr>
              <p:sp>
                <p:nvSpPr>
                  <p:cNvPr id="39" name="Rectangle 38"/>
                  <p:cNvSpPr/>
                  <p:nvPr/>
                </p:nvSpPr>
                <p:spPr>
                  <a:xfrm>
                    <a:off x="0" y="6309320"/>
                    <a:ext cx="9144000" cy="576064"/>
                  </a:xfrm>
                  <a:prstGeom prst="rect">
                    <a:avLst/>
                  </a:prstGeom>
                  <a:solidFill>
                    <a:srgbClr val="D75BB4"/>
                  </a:solidFill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  <p:sp>
                <p:nvSpPr>
                  <p:cNvPr id="40" name="Rectangle 39"/>
                  <p:cNvSpPr/>
                  <p:nvPr/>
                </p:nvSpPr>
                <p:spPr>
                  <a:xfrm flipV="1">
                    <a:off x="0" y="6237312"/>
                    <a:ext cx="9144000" cy="72008"/>
                  </a:xfrm>
                  <a:prstGeom prst="rect">
                    <a:avLst/>
                  </a:prstGeom>
                  <a:solidFill>
                    <a:srgbClr val="E34F5A"/>
                  </a:solidFill>
                  <a:ln>
                    <a:noFill/>
                  </a:ln>
                </p:spPr>
                <p:style>
                  <a:lnRef idx="1">
                    <a:schemeClr val="accent6"/>
                  </a:lnRef>
                  <a:fillRef idx="3">
                    <a:schemeClr val="accent6"/>
                  </a:fillRef>
                  <a:effectRef idx="2">
                    <a:schemeClr val="accent6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</p:grpSp>
            <p:sp>
              <p:nvSpPr>
                <p:cNvPr id="38" name="Rectangle 37"/>
                <p:cNvSpPr/>
                <p:nvPr/>
              </p:nvSpPr>
              <p:spPr>
                <a:xfrm rot="10800000" flipV="1">
                  <a:off x="7020272" y="0"/>
                  <a:ext cx="2123728" cy="620688"/>
                </a:xfrm>
                <a:prstGeom prst="rect">
                  <a:avLst/>
                </a:prstGeom>
                <a:solidFill>
                  <a:srgbClr val="D75BB4"/>
                </a:solidFill>
                <a:ln>
                  <a:noFill/>
                </a:ln>
              </p:spPr>
              <p:style>
                <a:lnRef idx="1">
                  <a:schemeClr val="accent6"/>
                </a:lnRef>
                <a:fillRef idx="3">
                  <a:schemeClr val="accent6"/>
                </a:fillRef>
                <a:effectRef idx="2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 dirty="0"/>
                </a:p>
              </p:txBody>
            </p:sp>
          </p:grpSp>
          <p:pic>
            <p:nvPicPr>
              <p:cNvPr id="28" name="Image 27" descr="3-2-blogging-transparent-thumb.png"/>
              <p:cNvPicPr>
                <a:picLocks noChangeAspect="1"/>
              </p:cNvPicPr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2195736" y="6165304"/>
                <a:ext cx="864096" cy="741369"/>
              </a:xfrm>
              <a:prstGeom prst="rect">
                <a:avLst/>
              </a:prstGeom>
            </p:spPr>
          </p:pic>
          <p:pic>
            <p:nvPicPr>
              <p:cNvPr id="30" name="Image 29" descr="12-2-education-png-image-thumb.png"/>
              <p:cNvPicPr>
                <a:picLocks noChangeAspect="1"/>
              </p:cNvPicPr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8388424" y="5976664"/>
                <a:ext cx="720080" cy="980728"/>
              </a:xfrm>
              <a:prstGeom prst="rect">
                <a:avLst/>
              </a:prstGeom>
            </p:spPr>
          </p:pic>
          <p:sp>
            <p:nvSpPr>
              <p:cNvPr id="31" name="ZoneTexte 30"/>
              <p:cNvSpPr txBox="1"/>
              <p:nvPr/>
            </p:nvSpPr>
            <p:spPr>
              <a:xfrm>
                <a:off x="5652120" y="6381328"/>
                <a:ext cx="280831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 rtl="1"/>
                <a:r>
                  <a:rPr lang="ar-DZ" sz="2000" b="1" dirty="0" smtClean="0">
                    <a:solidFill>
                      <a:schemeClr val="bg1"/>
                    </a:solidFill>
                  </a:rPr>
                  <a:t>متوسطة قلواز </a:t>
                </a:r>
                <a:r>
                  <a:rPr lang="ar-DZ" sz="2000" b="1" dirty="0" err="1" smtClean="0">
                    <a:solidFill>
                      <a:schemeClr val="bg1"/>
                    </a:solidFill>
                  </a:rPr>
                  <a:t>موسى </a:t>
                </a:r>
                <a:r>
                  <a:rPr lang="ar-DZ" sz="2000" b="1" dirty="0" smtClean="0">
                    <a:solidFill>
                      <a:schemeClr val="bg1"/>
                    </a:solidFill>
                  </a:rPr>
                  <a:t>- بوراشد</a:t>
                </a:r>
                <a:endParaRPr lang="fr-FR" sz="20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2" name="ZoneTexte 31"/>
              <p:cNvSpPr txBox="1"/>
              <p:nvPr/>
            </p:nvSpPr>
            <p:spPr>
              <a:xfrm>
                <a:off x="-180528" y="6396335"/>
                <a:ext cx="244827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 rtl="1"/>
                <a:r>
                  <a:rPr lang="ar-DZ" sz="2000" b="1" dirty="0" smtClean="0">
                    <a:solidFill>
                      <a:schemeClr val="bg1"/>
                    </a:solidFill>
                  </a:rPr>
                  <a:t>تصميم الأستاذ ماحي رضا</a:t>
                </a:r>
                <a:endParaRPr lang="fr-FR" sz="20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3" name="ZoneTexte 32"/>
              <p:cNvSpPr txBox="1"/>
              <p:nvPr/>
            </p:nvSpPr>
            <p:spPr>
              <a:xfrm>
                <a:off x="2915816" y="6381328"/>
                <a:ext cx="208823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 rtl="1"/>
                <a:r>
                  <a:rPr lang="ar-DZ" sz="2000" b="1" dirty="0" smtClean="0">
                    <a:solidFill>
                      <a:schemeClr val="bg1"/>
                    </a:solidFill>
                  </a:rPr>
                  <a:t>المستوى:أولى متوسط</a:t>
                </a:r>
                <a:endParaRPr lang="fr-FR" sz="2000" b="1" dirty="0">
                  <a:solidFill>
                    <a:schemeClr val="bg1"/>
                  </a:solidFill>
                </a:endParaRPr>
              </a:p>
            </p:txBody>
          </p:sp>
        </p:grpSp>
        <p:pic>
          <p:nvPicPr>
            <p:cNvPr id="25" name="Image 24" descr="3d print business.png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785012" y="6274668"/>
              <a:ext cx="1299156" cy="583332"/>
            </a:xfrm>
            <a:prstGeom prst="rect">
              <a:avLst/>
            </a:prstGeom>
          </p:spPr>
        </p:pic>
      </p:grpSp>
      <p:sp>
        <p:nvSpPr>
          <p:cNvPr id="46" name="Shape 856"/>
          <p:cNvSpPr/>
          <p:nvPr/>
        </p:nvSpPr>
        <p:spPr>
          <a:xfrm>
            <a:off x="8388424" y="756101"/>
            <a:ext cx="576064" cy="50729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solidFill>
            <a:srgbClr val="D75BB4"/>
          </a:solidFill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square" lIns="50800" tIns="50800" rIns="50800" bIns="50800" numCol="1" anchor="ctr">
            <a:noAutofit/>
          </a:bodyPr>
          <a:lstStyle/>
          <a:p>
            <a:pPr lvl="0" defTabSz="825500">
              <a:defRPr sz="56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/>
          </a:p>
        </p:txBody>
      </p:sp>
      <p:sp>
        <p:nvSpPr>
          <p:cNvPr id="47" name="Shape 859"/>
          <p:cNvSpPr/>
          <p:nvPr/>
        </p:nvSpPr>
        <p:spPr>
          <a:xfrm>
            <a:off x="4499992" y="764704"/>
            <a:ext cx="3816423" cy="49545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68" y="0"/>
                </a:moveTo>
                <a:cubicBezTo>
                  <a:pt x="433" y="0"/>
                  <a:pt x="0" y="3963"/>
                  <a:pt x="0" y="8848"/>
                </a:cubicBezTo>
                <a:lnTo>
                  <a:pt x="0" y="12758"/>
                </a:lnTo>
                <a:cubicBezTo>
                  <a:pt x="0" y="17643"/>
                  <a:pt x="433" y="21600"/>
                  <a:pt x="968" y="21600"/>
                </a:cubicBezTo>
                <a:lnTo>
                  <a:pt x="20197" y="21600"/>
                </a:lnTo>
                <a:cubicBezTo>
                  <a:pt x="20704" y="21600"/>
                  <a:pt x="21119" y="18028"/>
                  <a:pt x="21160" y="13486"/>
                </a:cubicBezTo>
                <a:lnTo>
                  <a:pt x="21600" y="10806"/>
                </a:lnTo>
                <a:lnTo>
                  <a:pt x="21160" y="8119"/>
                </a:lnTo>
                <a:cubicBezTo>
                  <a:pt x="21120" y="3575"/>
                  <a:pt x="20704" y="0"/>
                  <a:pt x="20197" y="0"/>
                </a:cubicBezTo>
                <a:lnTo>
                  <a:pt x="968" y="0"/>
                </a:lnTo>
                <a:close/>
              </a:path>
            </a:pathLst>
          </a:custGeom>
          <a:solidFill>
            <a:srgbClr val="D75BB4"/>
          </a:solidFill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lIns="50800" tIns="50800" rIns="50800" bIns="50800" anchor="ctr"/>
          <a:lstStyle/>
          <a:p>
            <a:pPr lvl="0" defTabSz="825500">
              <a:defRPr sz="56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/>
          </a:p>
        </p:txBody>
      </p:sp>
      <p:sp>
        <p:nvSpPr>
          <p:cNvPr id="48" name="ZoneTexte 47"/>
          <p:cNvSpPr txBox="1"/>
          <p:nvPr/>
        </p:nvSpPr>
        <p:spPr>
          <a:xfrm>
            <a:off x="8388424" y="745540"/>
            <a:ext cx="504056" cy="523220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ctr" rtl="1"/>
            <a:r>
              <a:rPr lang="ar-DZ" sz="2800" b="1" dirty="0" smtClean="0">
                <a:solidFill>
                  <a:srgbClr val="FFFF00"/>
                </a:solidFill>
              </a:rPr>
              <a:t>1-</a:t>
            </a:r>
            <a:endParaRPr lang="fr-FR" sz="2800" b="1" dirty="0">
              <a:solidFill>
                <a:srgbClr val="FFFF00"/>
              </a:solidFill>
            </a:endParaRPr>
          </a:p>
        </p:txBody>
      </p:sp>
      <p:sp>
        <p:nvSpPr>
          <p:cNvPr id="49" name="ZoneTexte 48"/>
          <p:cNvSpPr txBox="1"/>
          <p:nvPr/>
        </p:nvSpPr>
        <p:spPr>
          <a:xfrm>
            <a:off x="4716016" y="764704"/>
            <a:ext cx="345638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DZ" sz="2800" b="1" dirty="0" smtClean="0">
                <a:solidFill>
                  <a:srgbClr val="FFFF00"/>
                </a:solidFill>
              </a:rPr>
              <a:t>برنامج الدفتر </a:t>
            </a:r>
            <a:r>
              <a:rPr lang="fr-FR" sz="2800" b="1" dirty="0" err="1" smtClean="0">
                <a:solidFill>
                  <a:srgbClr val="FFFF00"/>
                </a:solidFill>
              </a:rPr>
              <a:t>Wordpad</a:t>
            </a:r>
            <a:r>
              <a:rPr lang="ar-DZ" sz="2800" b="1" dirty="0">
                <a:solidFill>
                  <a:srgbClr val="FFFF00"/>
                </a:solidFill>
              </a:rPr>
              <a:t> </a:t>
            </a:r>
            <a:r>
              <a:rPr lang="ar-DZ" sz="2800" b="1" dirty="0" smtClean="0">
                <a:solidFill>
                  <a:srgbClr val="FFFF00"/>
                </a:solidFill>
              </a:rPr>
              <a:t>:</a:t>
            </a:r>
            <a:endParaRPr lang="fr-FR" sz="2800" b="1" dirty="0">
              <a:solidFill>
                <a:srgbClr val="FFFF00"/>
              </a:solidFill>
            </a:endParaRPr>
          </a:p>
        </p:txBody>
      </p:sp>
      <p:sp>
        <p:nvSpPr>
          <p:cNvPr id="58" name="ZoneTexte 57"/>
          <p:cNvSpPr txBox="1"/>
          <p:nvPr/>
        </p:nvSpPr>
        <p:spPr>
          <a:xfrm>
            <a:off x="6948264" y="44624"/>
            <a:ext cx="21237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DZ" sz="2800" b="1" dirty="0" smtClean="0">
                <a:solidFill>
                  <a:schemeClr val="bg1"/>
                </a:solidFill>
              </a:rPr>
              <a:t>الحصة </a:t>
            </a:r>
            <a:r>
              <a:rPr lang="ar-DZ" sz="2800" b="1" dirty="0" err="1" smtClean="0">
                <a:solidFill>
                  <a:schemeClr val="bg1"/>
                </a:solidFill>
              </a:rPr>
              <a:t>التعلمية</a:t>
            </a:r>
            <a:endParaRPr lang="fr-FR" sz="2800" b="1" dirty="0">
              <a:solidFill>
                <a:schemeClr val="bg1"/>
              </a:solidFill>
            </a:endParaRPr>
          </a:p>
        </p:txBody>
      </p:sp>
      <p:grpSp>
        <p:nvGrpSpPr>
          <p:cNvPr id="60" name="Group 67"/>
          <p:cNvGrpSpPr/>
          <p:nvPr/>
        </p:nvGrpSpPr>
        <p:grpSpPr>
          <a:xfrm rot="10800000" flipH="1">
            <a:off x="341284" y="1052734"/>
            <a:ext cx="8119150" cy="1720382"/>
            <a:chOff x="914400" y="1338600"/>
            <a:chExt cx="2156115" cy="5063224"/>
          </a:xfrm>
          <a:solidFill>
            <a:srgbClr val="D75BB4"/>
          </a:solidFill>
        </p:grpSpPr>
        <p:sp>
          <p:nvSpPr>
            <p:cNvPr id="61" name="Freeform 6"/>
            <p:cNvSpPr>
              <a:spLocks/>
            </p:cNvSpPr>
            <p:nvPr/>
          </p:nvSpPr>
          <p:spPr bwMode="auto">
            <a:xfrm>
              <a:off x="1315295" y="3809351"/>
              <a:ext cx="684366" cy="2592473"/>
            </a:xfrm>
            <a:custGeom>
              <a:avLst/>
              <a:gdLst/>
              <a:ahLst/>
              <a:cxnLst>
                <a:cxn ang="0">
                  <a:pos x="0" y="35"/>
                </a:cxn>
                <a:cxn ang="0">
                  <a:pos x="433" y="0"/>
                </a:cxn>
                <a:cxn ang="0">
                  <a:pos x="657" y="193"/>
                </a:cxn>
                <a:cxn ang="0">
                  <a:pos x="0" y="35"/>
                </a:cxn>
              </a:cxnLst>
              <a:rect l="0" t="0" r="r" b="b"/>
              <a:pathLst>
                <a:path w="657" h="193">
                  <a:moveTo>
                    <a:pt x="0" y="35"/>
                  </a:moveTo>
                  <a:lnTo>
                    <a:pt x="433" y="0"/>
                  </a:lnTo>
                  <a:lnTo>
                    <a:pt x="657" y="193"/>
                  </a:lnTo>
                  <a:lnTo>
                    <a:pt x="0" y="35"/>
                  </a:lnTo>
                  <a:close/>
                </a:path>
              </a:pathLst>
            </a:custGeom>
            <a:grpFill/>
            <a:ln>
              <a:headEnd/>
              <a:tailEnd/>
            </a:ln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" name="Freeform 7"/>
            <p:cNvSpPr>
              <a:spLocks/>
            </p:cNvSpPr>
            <p:nvPr/>
          </p:nvSpPr>
          <p:spPr bwMode="auto">
            <a:xfrm>
              <a:off x="1310489" y="3567512"/>
              <a:ext cx="1477666" cy="69861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089" y="176"/>
                </a:cxn>
                <a:cxn ang="0">
                  <a:pos x="9" y="265"/>
                </a:cxn>
                <a:cxn ang="0">
                  <a:pos x="0" y="0"/>
                </a:cxn>
              </a:cxnLst>
              <a:rect l="0" t="0" r="r" b="b"/>
              <a:pathLst>
                <a:path w="1089" h="265">
                  <a:moveTo>
                    <a:pt x="0" y="0"/>
                  </a:moveTo>
                  <a:lnTo>
                    <a:pt x="1089" y="176"/>
                  </a:lnTo>
                  <a:lnTo>
                    <a:pt x="9" y="265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" name="Freeform 8"/>
            <p:cNvSpPr>
              <a:spLocks/>
            </p:cNvSpPr>
            <p:nvPr/>
          </p:nvSpPr>
          <p:spPr bwMode="auto">
            <a:xfrm>
              <a:off x="914400" y="1338600"/>
              <a:ext cx="2156115" cy="3013076"/>
            </a:xfrm>
            <a:prstGeom prst="roundRect">
              <a:avLst/>
            </a:prstGeom>
            <a:grpFill/>
            <a:ln>
              <a:headEnd/>
              <a:tailEnd/>
            </a:ln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64" name="Rectangle 63"/>
          <p:cNvSpPr/>
          <p:nvPr/>
        </p:nvSpPr>
        <p:spPr>
          <a:xfrm>
            <a:off x="223443" y="1876504"/>
            <a:ext cx="8216321" cy="8002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rtl="1"/>
            <a:r>
              <a:rPr lang="ar-DZ" sz="2300" b="1" dirty="0">
                <a:solidFill>
                  <a:schemeClr val="bg1"/>
                </a:solidFill>
                <a:latin typeface="Times New Roman"/>
                <a:ea typeface="Times New Roman"/>
              </a:rPr>
              <a:t>هو معالج نصوص بسيط يثبت مع نظام التشغيل </a:t>
            </a:r>
            <a:r>
              <a:rPr lang="fr-FR" sz="2300" b="1" dirty="0">
                <a:solidFill>
                  <a:schemeClr val="bg1"/>
                </a:solidFill>
                <a:latin typeface="Times New Roman"/>
                <a:ea typeface="Times New Roman"/>
              </a:rPr>
              <a:t>Windows</a:t>
            </a:r>
            <a:r>
              <a:rPr lang="ar-DZ" sz="2300" b="1" dirty="0">
                <a:solidFill>
                  <a:schemeClr val="bg1"/>
                </a:solidFill>
                <a:latin typeface="Times New Roman"/>
                <a:ea typeface="Times New Roman"/>
              </a:rPr>
              <a:t> يستعمل لكتابة النصوص ومعالجتها من حيث اللون والحجم ونوع الخط ...إلخ.</a:t>
            </a:r>
            <a:endParaRPr lang="fr-FR" sz="2300" dirty="0">
              <a:solidFill>
                <a:schemeClr val="bg1"/>
              </a:solidFill>
              <a:latin typeface="Times New Roman"/>
              <a:ea typeface="Times New Roman"/>
            </a:endParaRPr>
          </a:p>
        </p:txBody>
      </p:sp>
      <p:sp>
        <p:nvSpPr>
          <p:cNvPr id="78" name="ZoneTexte 77"/>
          <p:cNvSpPr txBox="1"/>
          <p:nvPr/>
        </p:nvSpPr>
        <p:spPr>
          <a:xfrm>
            <a:off x="2771800" y="24943"/>
            <a:ext cx="28803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DZ" sz="2800" b="1" dirty="0" smtClean="0">
                <a:solidFill>
                  <a:schemeClr val="bg1"/>
                </a:solidFill>
              </a:rPr>
              <a:t>استعمال برنامج الدفتر</a:t>
            </a:r>
            <a:endParaRPr lang="fr-FR" sz="2800" b="1" dirty="0">
              <a:solidFill>
                <a:schemeClr val="bg1"/>
              </a:solidFill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3832" y="2852936"/>
            <a:ext cx="7326560" cy="33123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9" name="Image 28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6539" y="-27384"/>
            <a:ext cx="1131205" cy="6396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 animBg="1"/>
      <p:bldP spid="47" grpId="0" animBg="1"/>
      <p:bldP spid="48" grpId="0"/>
      <p:bldP spid="4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 descr="shutterstock_172215422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620688"/>
            <a:ext cx="9144000" cy="5616624"/>
          </a:xfrm>
          <a:prstGeom prst="rect">
            <a:avLst/>
          </a:prstGeom>
        </p:spPr>
      </p:pic>
      <p:grpSp>
        <p:nvGrpSpPr>
          <p:cNvPr id="5" name="Groupe 4"/>
          <p:cNvGrpSpPr/>
          <p:nvPr/>
        </p:nvGrpSpPr>
        <p:grpSpPr>
          <a:xfrm>
            <a:off x="-180528" y="0"/>
            <a:ext cx="9324528" cy="6957392"/>
            <a:chOff x="-180528" y="0"/>
            <a:chExt cx="9324528" cy="6957392"/>
          </a:xfrm>
        </p:grpSpPr>
        <p:grpSp>
          <p:nvGrpSpPr>
            <p:cNvPr id="6" name="Groupe 5"/>
            <p:cNvGrpSpPr/>
            <p:nvPr/>
          </p:nvGrpSpPr>
          <p:grpSpPr>
            <a:xfrm>
              <a:off x="-180528" y="0"/>
              <a:ext cx="9324528" cy="6957392"/>
              <a:chOff x="-180528" y="0"/>
              <a:chExt cx="9324528" cy="6957392"/>
            </a:xfrm>
          </p:grpSpPr>
          <p:grpSp>
            <p:nvGrpSpPr>
              <p:cNvPr id="8" name="Groupe 18"/>
              <p:cNvGrpSpPr/>
              <p:nvPr/>
            </p:nvGrpSpPr>
            <p:grpSpPr>
              <a:xfrm>
                <a:off x="0" y="0"/>
                <a:ext cx="9144000" cy="6885384"/>
                <a:chOff x="0" y="0"/>
                <a:chExt cx="9144000" cy="6885384"/>
              </a:xfrm>
            </p:grpSpPr>
            <p:sp>
              <p:nvSpPr>
                <p:cNvPr id="15" name="Rectangle 14"/>
                <p:cNvSpPr/>
                <p:nvPr/>
              </p:nvSpPr>
              <p:spPr>
                <a:xfrm rot="10800000" flipV="1">
                  <a:off x="0" y="0"/>
                  <a:ext cx="6983760" cy="620688"/>
                </a:xfrm>
                <a:prstGeom prst="rect">
                  <a:avLst/>
                </a:prstGeom>
                <a:solidFill>
                  <a:srgbClr val="E34F5A"/>
                </a:solidFill>
                <a:ln>
                  <a:noFill/>
                </a:ln>
              </p:spPr>
              <p:style>
                <a:lnRef idx="1">
                  <a:schemeClr val="accent6"/>
                </a:lnRef>
                <a:fillRef idx="3">
                  <a:schemeClr val="accent6"/>
                </a:fillRef>
                <a:effectRef idx="2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>
                    <a:solidFill>
                      <a:prstClr val="white"/>
                    </a:solidFill>
                  </a:endParaRPr>
                </a:p>
              </p:txBody>
            </p:sp>
            <p:grpSp>
              <p:nvGrpSpPr>
                <p:cNvPr id="16" name="Groupe 15"/>
                <p:cNvGrpSpPr/>
                <p:nvPr/>
              </p:nvGrpSpPr>
              <p:grpSpPr>
                <a:xfrm>
                  <a:off x="0" y="6237312"/>
                  <a:ext cx="9144000" cy="648072"/>
                  <a:chOff x="0" y="6237312"/>
                  <a:chExt cx="9144000" cy="648072"/>
                </a:xfrm>
              </p:grpSpPr>
              <p:sp>
                <p:nvSpPr>
                  <p:cNvPr id="18" name="Rectangle 17"/>
                  <p:cNvSpPr/>
                  <p:nvPr/>
                </p:nvSpPr>
                <p:spPr>
                  <a:xfrm>
                    <a:off x="0" y="6309320"/>
                    <a:ext cx="9144000" cy="576064"/>
                  </a:xfrm>
                  <a:prstGeom prst="rect">
                    <a:avLst/>
                  </a:prstGeom>
                  <a:solidFill>
                    <a:srgbClr val="D75BB4"/>
                  </a:solidFill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>
                      <a:solidFill>
                        <a:prstClr val="white"/>
                      </a:solidFill>
                    </a:endParaRPr>
                  </a:p>
                </p:txBody>
              </p:sp>
              <p:sp>
                <p:nvSpPr>
                  <p:cNvPr id="19" name="Rectangle 18"/>
                  <p:cNvSpPr/>
                  <p:nvPr/>
                </p:nvSpPr>
                <p:spPr>
                  <a:xfrm flipV="1">
                    <a:off x="0" y="6237312"/>
                    <a:ext cx="9144000" cy="72008"/>
                  </a:xfrm>
                  <a:prstGeom prst="rect">
                    <a:avLst/>
                  </a:prstGeom>
                  <a:solidFill>
                    <a:srgbClr val="E34F5A"/>
                  </a:solidFill>
                  <a:ln>
                    <a:noFill/>
                  </a:ln>
                </p:spPr>
                <p:style>
                  <a:lnRef idx="1">
                    <a:schemeClr val="accent6"/>
                  </a:lnRef>
                  <a:fillRef idx="3">
                    <a:schemeClr val="accent6"/>
                  </a:fillRef>
                  <a:effectRef idx="2">
                    <a:schemeClr val="accent6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>
                      <a:solidFill>
                        <a:prstClr val="white"/>
                      </a:solidFill>
                    </a:endParaRPr>
                  </a:p>
                </p:txBody>
              </p:sp>
            </p:grpSp>
            <p:sp>
              <p:nvSpPr>
                <p:cNvPr id="17" name="Rectangle 16"/>
                <p:cNvSpPr/>
                <p:nvPr/>
              </p:nvSpPr>
              <p:spPr>
                <a:xfrm rot="10800000" flipV="1">
                  <a:off x="7020272" y="0"/>
                  <a:ext cx="2123728" cy="620688"/>
                </a:xfrm>
                <a:prstGeom prst="rect">
                  <a:avLst/>
                </a:prstGeom>
                <a:solidFill>
                  <a:srgbClr val="D75BB4"/>
                </a:solidFill>
                <a:ln>
                  <a:noFill/>
                </a:ln>
              </p:spPr>
              <p:style>
                <a:lnRef idx="1">
                  <a:schemeClr val="accent6"/>
                </a:lnRef>
                <a:fillRef idx="3">
                  <a:schemeClr val="accent6"/>
                </a:fillRef>
                <a:effectRef idx="2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 dirty="0">
                    <a:solidFill>
                      <a:prstClr val="white"/>
                    </a:solidFill>
                  </a:endParaRPr>
                </a:p>
              </p:txBody>
            </p:sp>
          </p:grpSp>
          <p:pic>
            <p:nvPicPr>
              <p:cNvPr id="9" name="Image 8" descr="3-2-blogging-transparent-thumb.png"/>
              <p:cNvPicPr>
                <a:picLocks noChangeAspect="1"/>
              </p:cNvPicPr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2195736" y="6165304"/>
                <a:ext cx="864096" cy="741369"/>
              </a:xfrm>
              <a:prstGeom prst="rect">
                <a:avLst/>
              </a:prstGeom>
            </p:spPr>
          </p:pic>
          <p:pic>
            <p:nvPicPr>
              <p:cNvPr id="11" name="Image 10" descr="12-2-education-png-image-thumb.png"/>
              <p:cNvPicPr>
                <a:picLocks noChangeAspect="1"/>
              </p:cNvPicPr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8388424" y="5976664"/>
                <a:ext cx="720080" cy="980728"/>
              </a:xfrm>
              <a:prstGeom prst="rect">
                <a:avLst/>
              </a:prstGeom>
            </p:spPr>
          </p:pic>
          <p:sp>
            <p:nvSpPr>
              <p:cNvPr id="12" name="ZoneTexte 11"/>
              <p:cNvSpPr txBox="1"/>
              <p:nvPr/>
            </p:nvSpPr>
            <p:spPr>
              <a:xfrm>
                <a:off x="5652120" y="6381328"/>
                <a:ext cx="280831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 rtl="1"/>
                <a:r>
                  <a:rPr lang="ar-DZ" sz="2000" b="1" dirty="0" smtClean="0">
                    <a:solidFill>
                      <a:prstClr val="white"/>
                    </a:solidFill>
                  </a:rPr>
                  <a:t>متوسطة قلواز </a:t>
                </a:r>
                <a:r>
                  <a:rPr lang="ar-DZ" sz="2000" b="1" dirty="0" err="1" smtClean="0">
                    <a:solidFill>
                      <a:prstClr val="white"/>
                    </a:solidFill>
                  </a:rPr>
                  <a:t>موسى </a:t>
                </a:r>
                <a:r>
                  <a:rPr lang="ar-DZ" sz="2000" b="1" dirty="0" smtClean="0">
                    <a:solidFill>
                      <a:prstClr val="white"/>
                    </a:solidFill>
                  </a:rPr>
                  <a:t>- بوراشد</a:t>
                </a:r>
                <a:endParaRPr lang="fr-FR" sz="2000" b="1" dirty="0">
                  <a:solidFill>
                    <a:prstClr val="white"/>
                  </a:solidFill>
                </a:endParaRPr>
              </a:p>
            </p:txBody>
          </p:sp>
          <p:sp>
            <p:nvSpPr>
              <p:cNvPr id="13" name="ZoneTexte 12"/>
              <p:cNvSpPr txBox="1"/>
              <p:nvPr/>
            </p:nvSpPr>
            <p:spPr>
              <a:xfrm>
                <a:off x="-180528" y="6396335"/>
                <a:ext cx="244827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 rtl="1"/>
                <a:r>
                  <a:rPr lang="ar-DZ" sz="2000" b="1" dirty="0" smtClean="0">
                    <a:solidFill>
                      <a:prstClr val="white"/>
                    </a:solidFill>
                  </a:rPr>
                  <a:t>تصميم الأستاذ ماحي رضا</a:t>
                </a:r>
                <a:endParaRPr lang="fr-FR" sz="2000" b="1" dirty="0">
                  <a:solidFill>
                    <a:prstClr val="white"/>
                  </a:solidFill>
                </a:endParaRPr>
              </a:p>
            </p:txBody>
          </p:sp>
          <p:sp>
            <p:nvSpPr>
              <p:cNvPr id="14" name="ZoneTexte 13"/>
              <p:cNvSpPr txBox="1"/>
              <p:nvPr/>
            </p:nvSpPr>
            <p:spPr>
              <a:xfrm>
                <a:off x="2915816" y="6381328"/>
                <a:ext cx="208823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 rtl="1"/>
                <a:r>
                  <a:rPr lang="ar-DZ" sz="2000" b="1" dirty="0" smtClean="0">
                    <a:solidFill>
                      <a:prstClr val="white"/>
                    </a:solidFill>
                  </a:rPr>
                  <a:t>المستوى:أولى متوسط</a:t>
                </a:r>
                <a:endParaRPr lang="fr-FR" sz="2000" b="1" dirty="0">
                  <a:solidFill>
                    <a:prstClr val="white"/>
                  </a:solidFill>
                </a:endParaRPr>
              </a:p>
            </p:txBody>
          </p:sp>
        </p:grpSp>
        <p:pic>
          <p:nvPicPr>
            <p:cNvPr id="7" name="Image 6" descr="3d print business.png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788024" y="6274668"/>
              <a:ext cx="1296144" cy="583332"/>
            </a:xfrm>
            <a:prstGeom prst="rect">
              <a:avLst/>
            </a:prstGeom>
          </p:spPr>
        </p:pic>
      </p:grpSp>
      <p:pic>
        <p:nvPicPr>
          <p:cNvPr id="20" name="Image 19" descr="Person-question-2-151x300.png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-108520" y="2204864"/>
            <a:ext cx="1438275" cy="3289548"/>
          </a:xfrm>
          <a:prstGeom prst="rect">
            <a:avLst/>
          </a:prstGeom>
        </p:spPr>
      </p:pic>
      <p:sp>
        <p:nvSpPr>
          <p:cNvPr id="21" name="Pensées 20"/>
          <p:cNvSpPr/>
          <p:nvPr/>
        </p:nvSpPr>
        <p:spPr>
          <a:xfrm>
            <a:off x="827584" y="980728"/>
            <a:ext cx="3960440" cy="1800200"/>
          </a:xfrm>
          <a:prstGeom prst="cloudCallout">
            <a:avLst>
              <a:gd name="adj1" fmla="val -49179"/>
              <a:gd name="adj2" fmla="val 74222"/>
            </a:avLst>
          </a:prstGeom>
          <a:solidFill>
            <a:schemeClr val="bg1"/>
          </a:solidFill>
          <a:ln>
            <a:noFill/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prstClr val="white"/>
              </a:solidFill>
            </a:endParaRPr>
          </a:p>
        </p:txBody>
      </p:sp>
      <p:sp>
        <p:nvSpPr>
          <p:cNvPr id="22" name="ZoneTexte 21"/>
          <p:cNvSpPr txBox="1"/>
          <p:nvPr/>
        </p:nvSpPr>
        <p:spPr>
          <a:xfrm>
            <a:off x="1115616" y="1412776"/>
            <a:ext cx="345638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DZ" sz="2000" b="1" dirty="0" smtClean="0">
                <a:ln w="1905"/>
                <a:gradFill>
                  <a:gsLst>
                    <a:gs pos="0">
                      <a:srgbClr val="F79646">
                        <a:shade val="20000"/>
                        <a:satMod val="200000"/>
                      </a:srgbClr>
                    </a:gs>
                    <a:gs pos="78000">
                      <a:srgbClr val="F79646">
                        <a:tint val="90000"/>
                        <a:shade val="89000"/>
                        <a:satMod val="220000"/>
                      </a:srgbClr>
                    </a:gs>
                    <a:gs pos="100000">
                      <a:srgbClr val="F79646">
                        <a:tint val="12000"/>
                        <a:satMod val="255000"/>
                      </a:srgb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ماهي الخطوات المتبعة لتشغيل هذا البرنامج؟</a:t>
            </a:r>
            <a:endParaRPr lang="fr-FR" sz="2000" b="1" dirty="0">
              <a:ln w="1905"/>
              <a:gradFill>
                <a:gsLst>
                  <a:gs pos="0">
                    <a:srgbClr val="F79646">
                      <a:shade val="20000"/>
                      <a:satMod val="200000"/>
                    </a:srgbClr>
                  </a:gs>
                  <a:gs pos="78000">
                    <a:srgbClr val="F79646">
                      <a:tint val="90000"/>
                      <a:shade val="89000"/>
                      <a:satMod val="220000"/>
                    </a:srgbClr>
                  </a:gs>
                  <a:gs pos="100000">
                    <a:srgbClr val="F79646">
                      <a:tint val="12000"/>
                      <a:satMod val="255000"/>
                    </a:srgb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  <p:pic>
        <p:nvPicPr>
          <p:cNvPr id="23" name="Picture 4" descr="C:\Users\RIDHA\Pictures\Image13.png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3419872" y="3548091"/>
            <a:ext cx="1728192" cy="2749448"/>
          </a:xfrm>
          <a:prstGeom prst="rect">
            <a:avLst/>
          </a:prstGeom>
          <a:noFill/>
        </p:spPr>
      </p:pic>
      <p:sp>
        <p:nvSpPr>
          <p:cNvPr id="24" name="ZoneTexte 23"/>
          <p:cNvSpPr txBox="1"/>
          <p:nvPr/>
        </p:nvSpPr>
        <p:spPr>
          <a:xfrm>
            <a:off x="6948264" y="44624"/>
            <a:ext cx="21237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DZ" sz="2800" b="1" dirty="0" smtClean="0">
                <a:solidFill>
                  <a:prstClr val="white"/>
                </a:solidFill>
              </a:rPr>
              <a:t>الحصة </a:t>
            </a:r>
            <a:r>
              <a:rPr lang="ar-DZ" sz="2800" b="1" dirty="0" err="1" smtClean="0">
                <a:solidFill>
                  <a:prstClr val="white"/>
                </a:solidFill>
              </a:rPr>
              <a:t>التعلمية</a:t>
            </a:r>
            <a:endParaRPr lang="fr-FR" sz="2800" b="1" dirty="0">
              <a:solidFill>
                <a:prstClr val="white"/>
              </a:solidFill>
            </a:endParaRPr>
          </a:p>
        </p:txBody>
      </p:sp>
      <p:grpSp>
        <p:nvGrpSpPr>
          <p:cNvPr id="26" name="Groupe 25"/>
          <p:cNvGrpSpPr/>
          <p:nvPr/>
        </p:nvGrpSpPr>
        <p:grpSpPr>
          <a:xfrm>
            <a:off x="4412416" y="3178267"/>
            <a:ext cx="2160240" cy="648072"/>
            <a:chOff x="3563888" y="1268760"/>
            <a:chExt cx="2664296" cy="936104"/>
          </a:xfrm>
        </p:grpSpPr>
        <p:sp>
          <p:nvSpPr>
            <p:cNvPr id="27" name="Pensées 26"/>
            <p:cNvSpPr/>
            <p:nvPr/>
          </p:nvSpPr>
          <p:spPr>
            <a:xfrm>
              <a:off x="3563888" y="1268760"/>
              <a:ext cx="2664296" cy="936104"/>
            </a:xfrm>
            <a:prstGeom prst="cloudCallout">
              <a:avLst>
                <a:gd name="adj1" fmla="val -25273"/>
                <a:gd name="adj2" fmla="val 95060"/>
              </a:avLst>
            </a:prstGeom>
            <a:solidFill>
              <a:schemeClr val="bg1"/>
            </a:solidFill>
            <a:ln>
              <a:noFill/>
            </a:ln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 rtl="1"/>
              <a:endParaRPr lang="fr-FR" b="1" dirty="0">
                <a:solidFill>
                  <a:prstClr val="black"/>
                </a:solidFill>
              </a:endParaRPr>
            </a:p>
          </p:txBody>
        </p:sp>
        <p:sp>
          <p:nvSpPr>
            <p:cNvPr id="28" name="ZoneTexte 27"/>
            <p:cNvSpPr txBox="1"/>
            <p:nvPr/>
          </p:nvSpPr>
          <p:spPr>
            <a:xfrm>
              <a:off x="3779913" y="1484784"/>
              <a:ext cx="2304256" cy="5779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rtl="1"/>
              <a:r>
                <a:rPr lang="ar-DZ" sz="2000" b="1" dirty="0" smtClean="0">
                  <a:solidFill>
                    <a:prstClr val="black"/>
                  </a:solidFill>
                </a:rPr>
                <a:t>الإجابة برفع الإصبع</a:t>
              </a:r>
            </a:p>
          </p:txBody>
        </p:sp>
      </p:grpSp>
      <p:sp>
        <p:nvSpPr>
          <p:cNvPr id="32" name="ZoneTexte 31"/>
          <p:cNvSpPr txBox="1"/>
          <p:nvPr/>
        </p:nvSpPr>
        <p:spPr>
          <a:xfrm>
            <a:off x="2843808" y="24943"/>
            <a:ext cx="28803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DZ" sz="2800" b="1" dirty="0" smtClean="0">
                <a:solidFill>
                  <a:schemeClr val="bg1"/>
                </a:solidFill>
              </a:rPr>
              <a:t>استعمال برنامج الدفتر</a:t>
            </a:r>
            <a:endParaRPr lang="fr-FR" sz="2800" b="1" dirty="0">
              <a:solidFill>
                <a:schemeClr val="bg1"/>
              </a:solidFill>
            </a:endParaRPr>
          </a:p>
        </p:txBody>
      </p:sp>
      <p:pic>
        <p:nvPicPr>
          <p:cNvPr id="29" name="Image 28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6539" y="-27384"/>
            <a:ext cx="1131205" cy="639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05752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Image 26" descr="news-tv-studio-set-45-virtual-green-screen-background-loop_hpc80ufm__F0000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620688"/>
            <a:ext cx="9144000" cy="5688632"/>
          </a:xfrm>
          <a:prstGeom prst="rect">
            <a:avLst/>
          </a:prstGeom>
        </p:spPr>
      </p:pic>
      <p:grpSp>
        <p:nvGrpSpPr>
          <p:cNvPr id="6" name="Groupe 5"/>
          <p:cNvGrpSpPr/>
          <p:nvPr/>
        </p:nvGrpSpPr>
        <p:grpSpPr>
          <a:xfrm>
            <a:off x="-180528" y="0"/>
            <a:ext cx="9324528" cy="6957392"/>
            <a:chOff x="-180528" y="0"/>
            <a:chExt cx="9324528" cy="6957392"/>
          </a:xfrm>
        </p:grpSpPr>
        <p:grpSp>
          <p:nvGrpSpPr>
            <p:cNvPr id="7" name="Groupe 4"/>
            <p:cNvGrpSpPr/>
            <p:nvPr/>
          </p:nvGrpSpPr>
          <p:grpSpPr>
            <a:xfrm>
              <a:off x="-180528" y="0"/>
              <a:ext cx="9324528" cy="6957392"/>
              <a:chOff x="-180528" y="0"/>
              <a:chExt cx="9324528" cy="6957392"/>
            </a:xfrm>
          </p:grpSpPr>
          <p:grpSp>
            <p:nvGrpSpPr>
              <p:cNvPr id="17" name="Groupe 18"/>
              <p:cNvGrpSpPr/>
              <p:nvPr/>
            </p:nvGrpSpPr>
            <p:grpSpPr>
              <a:xfrm>
                <a:off x="0" y="0"/>
                <a:ext cx="9144000" cy="6885384"/>
                <a:chOff x="0" y="0"/>
                <a:chExt cx="9144000" cy="6885384"/>
              </a:xfrm>
            </p:grpSpPr>
            <p:sp>
              <p:nvSpPr>
                <p:cNvPr id="19" name="Rectangle 18"/>
                <p:cNvSpPr/>
                <p:nvPr/>
              </p:nvSpPr>
              <p:spPr>
                <a:xfrm rot="10800000" flipV="1">
                  <a:off x="0" y="0"/>
                  <a:ext cx="6983760" cy="620688"/>
                </a:xfrm>
                <a:prstGeom prst="rect">
                  <a:avLst/>
                </a:prstGeom>
                <a:solidFill>
                  <a:srgbClr val="E34F5A"/>
                </a:solidFill>
                <a:ln>
                  <a:noFill/>
                </a:ln>
              </p:spPr>
              <p:style>
                <a:lnRef idx="1">
                  <a:schemeClr val="accent6"/>
                </a:lnRef>
                <a:fillRef idx="3">
                  <a:schemeClr val="accent6"/>
                </a:fillRef>
                <a:effectRef idx="2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grpSp>
              <p:nvGrpSpPr>
                <p:cNvPr id="20" name="Groupe 15"/>
                <p:cNvGrpSpPr/>
                <p:nvPr/>
              </p:nvGrpSpPr>
              <p:grpSpPr>
                <a:xfrm>
                  <a:off x="0" y="6237312"/>
                  <a:ext cx="9144000" cy="648072"/>
                  <a:chOff x="0" y="6237312"/>
                  <a:chExt cx="9144000" cy="648072"/>
                </a:xfrm>
              </p:grpSpPr>
              <p:sp>
                <p:nvSpPr>
                  <p:cNvPr id="22" name="Rectangle 21"/>
                  <p:cNvSpPr/>
                  <p:nvPr/>
                </p:nvSpPr>
                <p:spPr>
                  <a:xfrm>
                    <a:off x="0" y="6309320"/>
                    <a:ext cx="9144000" cy="576064"/>
                  </a:xfrm>
                  <a:prstGeom prst="rect">
                    <a:avLst/>
                  </a:prstGeom>
                  <a:solidFill>
                    <a:srgbClr val="D75BB4"/>
                  </a:solidFill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  <p:sp>
                <p:nvSpPr>
                  <p:cNvPr id="23" name="Rectangle 22"/>
                  <p:cNvSpPr/>
                  <p:nvPr/>
                </p:nvSpPr>
                <p:spPr>
                  <a:xfrm flipV="1">
                    <a:off x="0" y="6237312"/>
                    <a:ext cx="9144000" cy="72008"/>
                  </a:xfrm>
                  <a:prstGeom prst="rect">
                    <a:avLst/>
                  </a:prstGeom>
                  <a:solidFill>
                    <a:srgbClr val="E34F5A"/>
                  </a:solidFill>
                  <a:ln>
                    <a:noFill/>
                  </a:ln>
                </p:spPr>
                <p:style>
                  <a:lnRef idx="1">
                    <a:schemeClr val="accent6"/>
                  </a:lnRef>
                  <a:fillRef idx="3">
                    <a:schemeClr val="accent6"/>
                  </a:fillRef>
                  <a:effectRef idx="2">
                    <a:schemeClr val="accent6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</p:grpSp>
            <p:sp>
              <p:nvSpPr>
                <p:cNvPr id="21" name="Rectangle 20"/>
                <p:cNvSpPr/>
                <p:nvPr/>
              </p:nvSpPr>
              <p:spPr>
                <a:xfrm rot="10800000" flipV="1">
                  <a:off x="7020272" y="0"/>
                  <a:ext cx="2123728" cy="620688"/>
                </a:xfrm>
                <a:prstGeom prst="rect">
                  <a:avLst/>
                </a:prstGeom>
                <a:solidFill>
                  <a:srgbClr val="D75BB4"/>
                </a:solidFill>
                <a:ln>
                  <a:noFill/>
                </a:ln>
              </p:spPr>
              <p:style>
                <a:lnRef idx="1">
                  <a:schemeClr val="accent6"/>
                </a:lnRef>
                <a:fillRef idx="3">
                  <a:schemeClr val="accent6"/>
                </a:fillRef>
                <a:effectRef idx="2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 dirty="0"/>
                </a:p>
              </p:txBody>
            </p:sp>
          </p:grpSp>
          <p:pic>
            <p:nvPicPr>
              <p:cNvPr id="11" name="Image 10" descr="3-2-blogging-transparent-thumb.png"/>
              <p:cNvPicPr>
                <a:picLocks noChangeAspect="1"/>
              </p:cNvPicPr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2195736" y="6165304"/>
                <a:ext cx="864096" cy="741369"/>
              </a:xfrm>
              <a:prstGeom prst="rect">
                <a:avLst/>
              </a:prstGeom>
            </p:spPr>
          </p:pic>
          <p:pic>
            <p:nvPicPr>
              <p:cNvPr id="13" name="Image 12" descr="12-2-education-png-image-thumb.png"/>
              <p:cNvPicPr>
                <a:picLocks noChangeAspect="1"/>
              </p:cNvPicPr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8388424" y="5976664"/>
                <a:ext cx="720080" cy="980728"/>
              </a:xfrm>
              <a:prstGeom prst="rect">
                <a:avLst/>
              </a:prstGeom>
            </p:spPr>
          </p:pic>
          <p:sp>
            <p:nvSpPr>
              <p:cNvPr id="14" name="ZoneTexte 13"/>
              <p:cNvSpPr txBox="1"/>
              <p:nvPr/>
            </p:nvSpPr>
            <p:spPr>
              <a:xfrm>
                <a:off x="5652120" y="6381328"/>
                <a:ext cx="280831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 rtl="1"/>
                <a:r>
                  <a:rPr lang="ar-DZ" sz="2000" b="1" dirty="0" smtClean="0">
                    <a:solidFill>
                      <a:schemeClr val="bg1"/>
                    </a:solidFill>
                  </a:rPr>
                  <a:t>متوسطة قلواز </a:t>
                </a:r>
                <a:r>
                  <a:rPr lang="ar-DZ" sz="2000" b="1" dirty="0" err="1" smtClean="0">
                    <a:solidFill>
                      <a:schemeClr val="bg1"/>
                    </a:solidFill>
                  </a:rPr>
                  <a:t>موسى </a:t>
                </a:r>
                <a:r>
                  <a:rPr lang="ar-DZ" sz="2000" b="1" dirty="0" smtClean="0">
                    <a:solidFill>
                      <a:schemeClr val="bg1"/>
                    </a:solidFill>
                  </a:rPr>
                  <a:t>- بوراشد</a:t>
                </a:r>
                <a:endParaRPr lang="fr-FR" sz="20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5" name="ZoneTexte 14"/>
              <p:cNvSpPr txBox="1"/>
              <p:nvPr/>
            </p:nvSpPr>
            <p:spPr>
              <a:xfrm>
                <a:off x="-180528" y="6396335"/>
                <a:ext cx="244827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 rtl="1"/>
                <a:r>
                  <a:rPr lang="ar-DZ" sz="2000" b="1" dirty="0" smtClean="0">
                    <a:solidFill>
                      <a:schemeClr val="bg1"/>
                    </a:solidFill>
                  </a:rPr>
                  <a:t>تصميم الأستاذ ماحي رضا</a:t>
                </a:r>
                <a:endParaRPr lang="fr-FR" sz="20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6" name="ZoneTexte 15"/>
              <p:cNvSpPr txBox="1"/>
              <p:nvPr/>
            </p:nvSpPr>
            <p:spPr>
              <a:xfrm>
                <a:off x="2915816" y="6381328"/>
                <a:ext cx="208823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 rtl="1"/>
                <a:r>
                  <a:rPr lang="ar-DZ" sz="2000" b="1" dirty="0" smtClean="0">
                    <a:solidFill>
                      <a:schemeClr val="bg1"/>
                    </a:solidFill>
                  </a:rPr>
                  <a:t>المستوى:أولى متوسط</a:t>
                </a:r>
                <a:endParaRPr lang="fr-FR" sz="2000" b="1" dirty="0">
                  <a:solidFill>
                    <a:schemeClr val="bg1"/>
                  </a:solidFill>
                </a:endParaRPr>
              </a:p>
            </p:txBody>
          </p:sp>
        </p:grpSp>
        <p:pic>
          <p:nvPicPr>
            <p:cNvPr id="8" name="Image 7" descr="3d print business.png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788024" y="6274668"/>
              <a:ext cx="1275464" cy="583332"/>
            </a:xfrm>
            <a:prstGeom prst="rect">
              <a:avLst/>
            </a:prstGeom>
          </p:spPr>
        </p:pic>
      </p:grpSp>
      <p:sp>
        <p:nvSpPr>
          <p:cNvPr id="67" name="ZoneTexte 66"/>
          <p:cNvSpPr txBox="1"/>
          <p:nvPr/>
        </p:nvSpPr>
        <p:spPr>
          <a:xfrm>
            <a:off x="6948264" y="44624"/>
            <a:ext cx="21237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DZ" sz="2800" b="1" dirty="0" smtClean="0">
                <a:solidFill>
                  <a:schemeClr val="bg1"/>
                </a:solidFill>
              </a:rPr>
              <a:t>الحصة </a:t>
            </a:r>
            <a:r>
              <a:rPr lang="ar-DZ" sz="2800" b="1" dirty="0" err="1" smtClean="0">
                <a:solidFill>
                  <a:schemeClr val="bg1"/>
                </a:solidFill>
              </a:rPr>
              <a:t>التعلمية</a:t>
            </a:r>
            <a:endParaRPr lang="fr-FR" sz="2800" b="1" dirty="0">
              <a:solidFill>
                <a:schemeClr val="bg1"/>
              </a:solidFill>
            </a:endParaRPr>
          </a:p>
        </p:txBody>
      </p:sp>
      <p:sp>
        <p:nvSpPr>
          <p:cNvPr id="69" name="Rectangle 52"/>
          <p:cNvSpPr>
            <a:spLocks noChangeArrowheads="1"/>
          </p:cNvSpPr>
          <p:nvPr/>
        </p:nvSpPr>
        <p:spPr bwMode="auto">
          <a:xfrm>
            <a:off x="7404443" y="1628800"/>
            <a:ext cx="613569" cy="3168352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noFill/>
            <a:miter lim="800000"/>
            <a:headEnd/>
            <a:tailEnd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70" name="Group 64"/>
          <p:cNvGrpSpPr/>
          <p:nvPr/>
        </p:nvGrpSpPr>
        <p:grpSpPr>
          <a:xfrm>
            <a:off x="5001370" y="1682042"/>
            <a:ext cx="3024336" cy="556319"/>
            <a:chOff x="568727" y="1693797"/>
            <a:chExt cx="3024336" cy="1026832"/>
          </a:xfrm>
        </p:grpSpPr>
        <p:sp>
          <p:nvSpPr>
            <p:cNvPr id="71" name="Freeform 9"/>
            <p:cNvSpPr>
              <a:spLocks/>
            </p:cNvSpPr>
            <p:nvPr/>
          </p:nvSpPr>
          <p:spPr bwMode="auto">
            <a:xfrm flipH="1">
              <a:off x="568727" y="1943390"/>
              <a:ext cx="2400702" cy="777239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" name="Freeform 10"/>
            <p:cNvSpPr>
              <a:spLocks/>
            </p:cNvSpPr>
            <p:nvPr/>
          </p:nvSpPr>
          <p:spPr bwMode="auto">
            <a:xfrm flipH="1">
              <a:off x="2688188" y="2261625"/>
              <a:ext cx="280988" cy="457589"/>
            </a:xfrm>
            <a:custGeom>
              <a:avLst/>
              <a:gdLst/>
              <a:ahLst/>
              <a:cxnLst>
                <a:cxn ang="0">
                  <a:pos x="177" y="5"/>
                </a:cxn>
                <a:cxn ang="0">
                  <a:pos x="0" y="0"/>
                </a:cxn>
                <a:cxn ang="0">
                  <a:pos x="1" y="220"/>
                </a:cxn>
                <a:cxn ang="0">
                  <a:pos x="177" y="5"/>
                </a:cxn>
              </a:cxnLst>
              <a:rect l="0" t="0" r="r" b="b"/>
              <a:pathLst>
                <a:path w="177" h="220">
                  <a:moveTo>
                    <a:pt x="177" y="5"/>
                  </a:moveTo>
                  <a:lnTo>
                    <a:pt x="0" y="0"/>
                  </a:lnTo>
                  <a:lnTo>
                    <a:pt x="1" y="220"/>
                  </a:lnTo>
                  <a:lnTo>
                    <a:pt x="177" y="5"/>
                  </a:lnTo>
                  <a:close/>
                </a:path>
              </a:pathLst>
            </a:custGeom>
            <a:solidFill>
              <a:schemeClr val="accent2">
                <a:lumMod val="5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" name="Freeform 83"/>
            <p:cNvSpPr>
              <a:spLocks/>
            </p:cNvSpPr>
            <p:nvPr/>
          </p:nvSpPr>
          <p:spPr bwMode="auto">
            <a:xfrm flipH="1">
              <a:off x="2685013" y="1693797"/>
              <a:ext cx="908050" cy="584466"/>
            </a:xfrm>
            <a:custGeom>
              <a:avLst/>
              <a:gdLst/>
              <a:ahLst/>
              <a:cxnLst>
                <a:cxn ang="0">
                  <a:pos x="504" y="4"/>
                </a:cxn>
                <a:cxn ang="0">
                  <a:pos x="0" y="0"/>
                </a:cxn>
                <a:cxn ang="0">
                  <a:pos x="71" y="281"/>
                </a:cxn>
                <a:cxn ang="0">
                  <a:pos x="572" y="281"/>
                </a:cxn>
                <a:cxn ang="0">
                  <a:pos x="504" y="4"/>
                </a:cxn>
              </a:cxnLst>
              <a:rect l="0" t="0" r="r" b="b"/>
              <a:pathLst>
                <a:path w="572" h="281">
                  <a:moveTo>
                    <a:pt x="504" y="4"/>
                  </a:moveTo>
                  <a:lnTo>
                    <a:pt x="0" y="0"/>
                  </a:lnTo>
                  <a:lnTo>
                    <a:pt x="71" y="281"/>
                  </a:lnTo>
                  <a:lnTo>
                    <a:pt x="572" y="281"/>
                  </a:lnTo>
                  <a:lnTo>
                    <a:pt x="504" y="4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9525">
              <a:noFill/>
              <a:round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74" name="TextBox 68"/>
          <p:cNvSpPr txBox="1"/>
          <p:nvPr/>
        </p:nvSpPr>
        <p:spPr>
          <a:xfrm>
            <a:off x="5343437" y="1860155"/>
            <a:ext cx="1440160" cy="30732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lvl="0" algn="r" rtl="1">
              <a:spcBef>
                <a:spcPct val="20000"/>
              </a:spcBef>
              <a:defRPr/>
            </a:pPr>
            <a:r>
              <a:rPr lang="fr-FR" sz="2000" b="1" dirty="0" smtClean="0">
                <a:solidFill>
                  <a:schemeClr val="bg1"/>
                </a:solidFill>
              </a:rPr>
              <a:t>Démarrer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75" name="TextBox 82"/>
          <p:cNvSpPr txBox="1"/>
          <p:nvPr/>
        </p:nvSpPr>
        <p:spPr>
          <a:xfrm>
            <a:off x="7431386" y="1641972"/>
            <a:ext cx="37829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 smtClean="0">
                <a:solidFill>
                  <a:schemeClr val="bg1"/>
                </a:solidFill>
              </a:rPr>
              <a:t>-</a:t>
            </a:r>
            <a:r>
              <a:rPr lang="ar-DZ" sz="2000" b="1" dirty="0">
                <a:solidFill>
                  <a:schemeClr val="bg1"/>
                </a:solidFill>
              </a:rPr>
              <a:t>أ</a:t>
            </a:r>
            <a:endParaRPr lang="en-US" sz="2000" b="1" dirty="0">
              <a:solidFill>
                <a:schemeClr val="bg1"/>
              </a:solidFill>
            </a:endParaRPr>
          </a:p>
        </p:txBody>
      </p:sp>
      <p:grpSp>
        <p:nvGrpSpPr>
          <p:cNvPr id="76" name="Group 64"/>
          <p:cNvGrpSpPr/>
          <p:nvPr/>
        </p:nvGrpSpPr>
        <p:grpSpPr>
          <a:xfrm>
            <a:off x="4283968" y="2485342"/>
            <a:ext cx="3741738" cy="549944"/>
            <a:chOff x="-148675" y="1693797"/>
            <a:chExt cx="3741738" cy="1026832"/>
          </a:xfrm>
        </p:grpSpPr>
        <p:sp>
          <p:nvSpPr>
            <p:cNvPr id="77" name="Freeform 9"/>
            <p:cNvSpPr>
              <a:spLocks/>
            </p:cNvSpPr>
            <p:nvPr/>
          </p:nvSpPr>
          <p:spPr bwMode="auto">
            <a:xfrm flipH="1">
              <a:off x="-148675" y="1943390"/>
              <a:ext cx="3118104" cy="777239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0" name="Freeform 10"/>
            <p:cNvSpPr>
              <a:spLocks/>
            </p:cNvSpPr>
            <p:nvPr/>
          </p:nvSpPr>
          <p:spPr bwMode="auto">
            <a:xfrm flipH="1">
              <a:off x="2688188" y="2261625"/>
              <a:ext cx="280988" cy="457589"/>
            </a:xfrm>
            <a:custGeom>
              <a:avLst/>
              <a:gdLst/>
              <a:ahLst/>
              <a:cxnLst>
                <a:cxn ang="0">
                  <a:pos x="177" y="5"/>
                </a:cxn>
                <a:cxn ang="0">
                  <a:pos x="0" y="0"/>
                </a:cxn>
                <a:cxn ang="0">
                  <a:pos x="1" y="220"/>
                </a:cxn>
                <a:cxn ang="0">
                  <a:pos x="177" y="5"/>
                </a:cxn>
              </a:cxnLst>
              <a:rect l="0" t="0" r="r" b="b"/>
              <a:pathLst>
                <a:path w="177" h="220">
                  <a:moveTo>
                    <a:pt x="177" y="5"/>
                  </a:moveTo>
                  <a:lnTo>
                    <a:pt x="0" y="0"/>
                  </a:lnTo>
                  <a:lnTo>
                    <a:pt x="1" y="220"/>
                  </a:lnTo>
                  <a:lnTo>
                    <a:pt x="177" y="5"/>
                  </a:lnTo>
                  <a:close/>
                </a:path>
              </a:pathLst>
            </a:custGeom>
            <a:solidFill>
              <a:schemeClr val="accent3">
                <a:lumMod val="75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1" name="Freeform 83"/>
            <p:cNvSpPr>
              <a:spLocks/>
            </p:cNvSpPr>
            <p:nvPr/>
          </p:nvSpPr>
          <p:spPr bwMode="auto">
            <a:xfrm flipH="1">
              <a:off x="2685013" y="1693797"/>
              <a:ext cx="908050" cy="584466"/>
            </a:xfrm>
            <a:custGeom>
              <a:avLst/>
              <a:gdLst/>
              <a:ahLst/>
              <a:cxnLst>
                <a:cxn ang="0">
                  <a:pos x="504" y="4"/>
                </a:cxn>
                <a:cxn ang="0">
                  <a:pos x="0" y="0"/>
                </a:cxn>
                <a:cxn ang="0">
                  <a:pos x="71" y="281"/>
                </a:cxn>
                <a:cxn ang="0">
                  <a:pos x="572" y="281"/>
                </a:cxn>
                <a:cxn ang="0">
                  <a:pos x="504" y="4"/>
                </a:cxn>
              </a:cxnLst>
              <a:rect l="0" t="0" r="r" b="b"/>
              <a:pathLst>
                <a:path w="572" h="281">
                  <a:moveTo>
                    <a:pt x="504" y="4"/>
                  </a:moveTo>
                  <a:lnTo>
                    <a:pt x="0" y="0"/>
                  </a:lnTo>
                  <a:lnTo>
                    <a:pt x="71" y="281"/>
                  </a:lnTo>
                  <a:lnTo>
                    <a:pt x="572" y="281"/>
                  </a:lnTo>
                  <a:lnTo>
                    <a:pt x="504" y="4"/>
                  </a:lnTo>
                  <a:close/>
                </a:path>
              </a:pathLst>
            </a:custGeom>
            <a:solidFill>
              <a:schemeClr val="accent3">
                <a:lumMod val="75000"/>
              </a:schemeClr>
            </a:solidFill>
            <a:ln w="9525">
              <a:noFill/>
              <a:round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82" name="TextBox 68"/>
          <p:cNvSpPr txBox="1"/>
          <p:nvPr/>
        </p:nvSpPr>
        <p:spPr>
          <a:xfrm>
            <a:off x="4603263" y="2670409"/>
            <a:ext cx="2414331" cy="30777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r" rtl="1">
              <a:spcAft>
                <a:spcPts val="0"/>
              </a:spcAft>
            </a:pPr>
            <a:r>
              <a:rPr lang="fr-FR" sz="2000" b="1" dirty="0" smtClean="0">
                <a:solidFill>
                  <a:schemeClr val="bg1"/>
                </a:solidFill>
              </a:rPr>
              <a:t>Tous les programmes</a:t>
            </a:r>
            <a:endParaRPr lang="fr-FR" sz="2000" b="1" dirty="0">
              <a:solidFill>
                <a:schemeClr val="bg1"/>
              </a:solidFill>
              <a:latin typeface="Times New Roman"/>
              <a:ea typeface="Times New Roman"/>
            </a:endParaRPr>
          </a:p>
        </p:txBody>
      </p:sp>
      <p:sp>
        <p:nvSpPr>
          <p:cNvPr id="83" name="TextBox 82"/>
          <p:cNvSpPr txBox="1"/>
          <p:nvPr/>
        </p:nvSpPr>
        <p:spPr>
          <a:xfrm>
            <a:off x="7431386" y="2434060"/>
            <a:ext cx="4863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 smtClean="0">
                <a:solidFill>
                  <a:schemeClr val="bg1"/>
                </a:solidFill>
              </a:rPr>
              <a:t>-</a:t>
            </a:r>
            <a:r>
              <a:rPr lang="ar-DZ" sz="2000" b="1" dirty="0" smtClean="0">
                <a:solidFill>
                  <a:schemeClr val="bg1"/>
                </a:solidFill>
              </a:rPr>
              <a:t>ب</a:t>
            </a:r>
            <a:endParaRPr lang="en-US" sz="2000" b="1" dirty="0">
              <a:solidFill>
                <a:schemeClr val="bg1"/>
              </a:solidFill>
            </a:endParaRPr>
          </a:p>
        </p:txBody>
      </p:sp>
      <p:grpSp>
        <p:nvGrpSpPr>
          <p:cNvPr id="84" name="Group 64"/>
          <p:cNvGrpSpPr/>
          <p:nvPr/>
        </p:nvGrpSpPr>
        <p:grpSpPr>
          <a:xfrm>
            <a:off x="5001370" y="3287524"/>
            <a:ext cx="3021658" cy="554758"/>
            <a:chOff x="571405" y="1693797"/>
            <a:chExt cx="3021658" cy="1026832"/>
          </a:xfrm>
        </p:grpSpPr>
        <p:sp>
          <p:nvSpPr>
            <p:cNvPr id="85" name="Freeform 9"/>
            <p:cNvSpPr>
              <a:spLocks/>
            </p:cNvSpPr>
            <p:nvPr/>
          </p:nvSpPr>
          <p:spPr bwMode="auto">
            <a:xfrm flipH="1">
              <a:off x="571405" y="1943391"/>
              <a:ext cx="2398024" cy="777238"/>
            </a:xfrm>
            <a:prstGeom prst="rect">
              <a:avLst/>
            </a:prstGeom>
            <a:solidFill>
              <a:schemeClr val="accent4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6" name="Freeform 10"/>
            <p:cNvSpPr>
              <a:spLocks/>
            </p:cNvSpPr>
            <p:nvPr/>
          </p:nvSpPr>
          <p:spPr bwMode="auto">
            <a:xfrm flipH="1">
              <a:off x="2688188" y="2261625"/>
              <a:ext cx="280988" cy="457589"/>
            </a:xfrm>
            <a:custGeom>
              <a:avLst/>
              <a:gdLst/>
              <a:ahLst/>
              <a:cxnLst>
                <a:cxn ang="0">
                  <a:pos x="177" y="5"/>
                </a:cxn>
                <a:cxn ang="0">
                  <a:pos x="0" y="0"/>
                </a:cxn>
                <a:cxn ang="0">
                  <a:pos x="1" y="220"/>
                </a:cxn>
                <a:cxn ang="0">
                  <a:pos x="177" y="5"/>
                </a:cxn>
              </a:cxnLst>
              <a:rect l="0" t="0" r="r" b="b"/>
              <a:pathLst>
                <a:path w="177" h="220">
                  <a:moveTo>
                    <a:pt x="177" y="5"/>
                  </a:moveTo>
                  <a:lnTo>
                    <a:pt x="0" y="0"/>
                  </a:lnTo>
                  <a:lnTo>
                    <a:pt x="1" y="220"/>
                  </a:lnTo>
                  <a:lnTo>
                    <a:pt x="177" y="5"/>
                  </a:ln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7" name="Freeform 83"/>
            <p:cNvSpPr>
              <a:spLocks/>
            </p:cNvSpPr>
            <p:nvPr/>
          </p:nvSpPr>
          <p:spPr bwMode="auto">
            <a:xfrm flipH="1">
              <a:off x="2685013" y="1693797"/>
              <a:ext cx="908050" cy="584466"/>
            </a:xfrm>
            <a:custGeom>
              <a:avLst/>
              <a:gdLst/>
              <a:ahLst/>
              <a:cxnLst>
                <a:cxn ang="0">
                  <a:pos x="504" y="4"/>
                </a:cxn>
                <a:cxn ang="0">
                  <a:pos x="0" y="0"/>
                </a:cxn>
                <a:cxn ang="0">
                  <a:pos x="71" y="281"/>
                </a:cxn>
                <a:cxn ang="0">
                  <a:pos x="572" y="281"/>
                </a:cxn>
                <a:cxn ang="0">
                  <a:pos x="504" y="4"/>
                </a:cxn>
              </a:cxnLst>
              <a:rect l="0" t="0" r="r" b="b"/>
              <a:pathLst>
                <a:path w="572" h="281">
                  <a:moveTo>
                    <a:pt x="504" y="4"/>
                  </a:moveTo>
                  <a:lnTo>
                    <a:pt x="0" y="0"/>
                  </a:lnTo>
                  <a:lnTo>
                    <a:pt x="71" y="281"/>
                  </a:lnTo>
                  <a:lnTo>
                    <a:pt x="572" y="281"/>
                  </a:lnTo>
                  <a:lnTo>
                    <a:pt x="504" y="4"/>
                  </a:ln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  <a:ln w="9525">
              <a:noFill/>
              <a:round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88" name="TextBox 68"/>
          <p:cNvSpPr txBox="1"/>
          <p:nvPr/>
        </p:nvSpPr>
        <p:spPr>
          <a:xfrm>
            <a:off x="5181390" y="3462497"/>
            <a:ext cx="1764196" cy="30777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r" rtl="1">
              <a:spcAft>
                <a:spcPts val="0"/>
              </a:spcAft>
            </a:pPr>
            <a:r>
              <a:rPr lang="fr-FR" sz="2000" b="1" dirty="0" smtClean="0">
                <a:solidFill>
                  <a:schemeClr val="bg1"/>
                </a:solidFill>
              </a:rPr>
              <a:t>Accessoires</a:t>
            </a:r>
            <a:endParaRPr lang="fr-FR" sz="2000" b="1" dirty="0">
              <a:solidFill>
                <a:schemeClr val="bg1"/>
              </a:solidFill>
              <a:latin typeface="Times New Roman"/>
              <a:ea typeface="Times New Roman"/>
            </a:endParaRPr>
          </a:p>
        </p:txBody>
      </p:sp>
      <p:sp>
        <p:nvSpPr>
          <p:cNvPr id="89" name="TextBox 82"/>
          <p:cNvSpPr txBox="1"/>
          <p:nvPr/>
        </p:nvSpPr>
        <p:spPr>
          <a:xfrm>
            <a:off x="7428708" y="3226148"/>
            <a:ext cx="48898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 smtClean="0">
                <a:solidFill>
                  <a:schemeClr val="bg1"/>
                </a:solidFill>
              </a:rPr>
              <a:t>-</a:t>
            </a:r>
            <a:r>
              <a:rPr lang="ar-DZ" sz="2000" b="1" dirty="0" smtClean="0">
                <a:solidFill>
                  <a:schemeClr val="bg1"/>
                </a:solidFill>
              </a:rPr>
              <a:t>ج</a:t>
            </a:r>
            <a:endParaRPr lang="en-US" sz="2000" b="1" dirty="0">
              <a:solidFill>
                <a:schemeClr val="bg1"/>
              </a:solidFill>
            </a:endParaRPr>
          </a:p>
        </p:txBody>
      </p:sp>
      <p:grpSp>
        <p:nvGrpSpPr>
          <p:cNvPr id="90" name="Group 64"/>
          <p:cNvGrpSpPr/>
          <p:nvPr/>
        </p:nvGrpSpPr>
        <p:grpSpPr>
          <a:xfrm>
            <a:off x="1979712" y="4110570"/>
            <a:ext cx="6045994" cy="535924"/>
            <a:chOff x="-2452931" y="1693797"/>
            <a:chExt cx="6045994" cy="1026832"/>
          </a:xfrm>
        </p:grpSpPr>
        <p:sp>
          <p:nvSpPr>
            <p:cNvPr id="91" name="Freeform 9"/>
            <p:cNvSpPr>
              <a:spLocks/>
            </p:cNvSpPr>
            <p:nvPr/>
          </p:nvSpPr>
          <p:spPr bwMode="auto">
            <a:xfrm flipH="1">
              <a:off x="-2452931" y="1943391"/>
              <a:ext cx="5422360" cy="777238"/>
            </a:xfrm>
            <a:prstGeom prst="rect">
              <a:avLst/>
            </a:prstGeom>
            <a:solidFill>
              <a:schemeClr val="accent6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2" name="Freeform 10"/>
            <p:cNvSpPr>
              <a:spLocks/>
            </p:cNvSpPr>
            <p:nvPr/>
          </p:nvSpPr>
          <p:spPr bwMode="auto">
            <a:xfrm flipH="1">
              <a:off x="2688188" y="2261625"/>
              <a:ext cx="280988" cy="457589"/>
            </a:xfrm>
            <a:custGeom>
              <a:avLst/>
              <a:gdLst/>
              <a:ahLst/>
              <a:cxnLst>
                <a:cxn ang="0">
                  <a:pos x="177" y="5"/>
                </a:cxn>
                <a:cxn ang="0">
                  <a:pos x="0" y="0"/>
                </a:cxn>
                <a:cxn ang="0">
                  <a:pos x="1" y="220"/>
                </a:cxn>
                <a:cxn ang="0">
                  <a:pos x="177" y="5"/>
                </a:cxn>
              </a:cxnLst>
              <a:rect l="0" t="0" r="r" b="b"/>
              <a:pathLst>
                <a:path w="177" h="220">
                  <a:moveTo>
                    <a:pt x="177" y="5"/>
                  </a:moveTo>
                  <a:lnTo>
                    <a:pt x="0" y="0"/>
                  </a:lnTo>
                  <a:lnTo>
                    <a:pt x="1" y="220"/>
                  </a:lnTo>
                  <a:lnTo>
                    <a:pt x="177" y="5"/>
                  </a:lnTo>
                  <a:close/>
                </a:path>
              </a:pathLst>
            </a:custGeom>
            <a:solidFill>
              <a:schemeClr val="accent6">
                <a:lumMod val="5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3" name="Freeform 83"/>
            <p:cNvSpPr>
              <a:spLocks/>
            </p:cNvSpPr>
            <p:nvPr/>
          </p:nvSpPr>
          <p:spPr bwMode="auto">
            <a:xfrm flipH="1">
              <a:off x="2685013" y="1693797"/>
              <a:ext cx="908050" cy="584466"/>
            </a:xfrm>
            <a:custGeom>
              <a:avLst/>
              <a:gdLst/>
              <a:ahLst/>
              <a:cxnLst>
                <a:cxn ang="0">
                  <a:pos x="504" y="4"/>
                </a:cxn>
                <a:cxn ang="0">
                  <a:pos x="0" y="0"/>
                </a:cxn>
                <a:cxn ang="0">
                  <a:pos x="71" y="281"/>
                </a:cxn>
                <a:cxn ang="0">
                  <a:pos x="572" y="281"/>
                </a:cxn>
                <a:cxn ang="0">
                  <a:pos x="504" y="4"/>
                </a:cxn>
              </a:cxnLst>
              <a:rect l="0" t="0" r="r" b="b"/>
              <a:pathLst>
                <a:path w="572" h="281">
                  <a:moveTo>
                    <a:pt x="504" y="4"/>
                  </a:moveTo>
                  <a:lnTo>
                    <a:pt x="0" y="0"/>
                  </a:lnTo>
                  <a:lnTo>
                    <a:pt x="71" y="281"/>
                  </a:lnTo>
                  <a:lnTo>
                    <a:pt x="572" y="281"/>
                  </a:lnTo>
                  <a:lnTo>
                    <a:pt x="504" y="4"/>
                  </a:lnTo>
                  <a:close/>
                </a:path>
              </a:pathLst>
            </a:custGeom>
            <a:solidFill>
              <a:schemeClr val="accent6"/>
            </a:solidFill>
            <a:ln w="9525">
              <a:noFill/>
              <a:round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95" name="TextBox 82"/>
          <p:cNvSpPr txBox="1"/>
          <p:nvPr/>
        </p:nvSpPr>
        <p:spPr>
          <a:xfrm>
            <a:off x="7410157" y="4077072"/>
            <a:ext cx="37829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ar-DZ" sz="2000" b="1" dirty="0" smtClean="0">
                <a:solidFill>
                  <a:schemeClr val="bg1"/>
                </a:solidFill>
              </a:rPr>
              <a:t>د-</a:t>
            </a:r>
            <a:endParaRPr lang="en-US" sz="2000" b="1" dirty="0">
              <a:solidFill>
                <a:schemeClr val="bg1"/>
              </a:solidFill>
            </a:endParaRPr>
          </a:p>
        </p:txBody>
      </p:sp>
      <p:sp>
        <p:nvSpPr>
          <p:cNvPr id="96" name="Shape 856"/>
          <p:cNvSpPr/>
          <p:nvPr/>
        </p:nvSpPr>
        <p:spPr>
          <a:xfrm>
            <a:off x="8316416" y="756101"/>
            <a:ext cx="576064" cy="50729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solidFill>
            <a:srgbClr val="7030A0"/>
          </a:solidFill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square" lIns="50800" tIns="50800" rIns="50800" bIns="50800" numCol="1" anchor="ctr">
            <a:noAutofit/>
          </a:bodyPr>
          <a:lstStyle/>
          <a:p>
            <a:pPr lvl="0" defTabSz="825500">
              <a:defRPr sz="56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/>
          </a:p>
        </p:txBody>
      </p:sp>
      <p:sp>
        <p:nvSpPr>
          <p:cNvPr id="97" name="Shape 859"/>
          <p:cNvSpPr/>
          <p:nvPr/>
        </p:nvSpPr>
        <p:spPr>
          <a:xfrm>
            <a:off x="3419872" y="764704"/>
            <a:ext cx="4824536" cy="49545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68" y="0"/>
                </a:moveTo>
                <a:cubicBezTo>
                  <a:pt x="433" y="0"/>
                  <a:pt x="0" y="3963"/>
                  <a:pt x="0" y="8848"/>
                </a:cubicBezTo>
                <a:lnTo>
                  <a:pt x="0" y="12758"/>
                </a:lnTo>
                <a:cubicBezTo>
                  <a:pt x="0" y="17643"/>
                  <a:pt x="433" y="21600"/>
                  <a:pt x="968" y="21600"/>
                </a:cubicBezTo>
                <a:lnTo>
                  <a:pt x="20197" y="21600"/>
                </a:lnTo>
                <a:cubicBezTo>
                  <a:pt x="20704" y="21600"/>
                  <a:pt x="21119" y="18028"/>
                  <a:pt x="21160" y="13486"/>
                </a:cubicBezTo>
                <a:lnTo>
                  <a:pt x="21600" y="10806"/>
                </a:lnTo>
                <a:lnTo>
                  <a:pt x="21160" y="8119"/>
                </a:lnTo>
                <a:cubicBezTo>
                  <a:pt x="21120" y="3575"/>
                  <a:pt x="20704" y="0"/>
                  <a:pt x="20197" y="0"/>
                </a:cubicBezTo>
                <a:lnTo>
                  <a:pt x="968" y="0"/>
                </a:lnTo>
                <a:close/>
              </a:path>
            </a:pathLst>
          </a:custGeom>
          <a:solidFill>
            <a:srgbClr val="7030A0"/>
          </a:solidFill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lIns="50800" tIns="50800" rIns="50800" bIns="50800" anchor="ctr"/>
          <a:lstStyle/>
          <a:p>
            <a:pPr lvl="0" defTabSz="825500">
              <a:defRPr sz="56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/>
          </a:p>
        </p:txBody>
      </p:sp>
      <p:sp>
        <p:nvSpPr>
          <p:cNvPr id="98" name="ZoneTexte 97"/>
          <p:cNvSpPr txBox="1"/>
          <p:nvPr/>
        </p:nvSpPr>
        <p:spPr>
          <a:xfrm>
            <a:off x="8316416" y="745540"/>
            <a:ext cx="504056" cy="523220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ctr" rtl="1"/>
            <a:r>
              <a:rPr lang="ar-DZ" sz="2800" b="1" dirty="0" smtClean="0">
                <a:solidFill>
                  <a:srgbClr val="FFFF00"/>
                </a:solidFill>
              </a:rPr>
              <a:t>2-</a:t>
            </a:r>
            <a:endParaRPr lang="fr-FR" sz="2800" b="1" dirty="0">
              <a:solidFill>
                <a:srgbClr val="FFFF00"/>
              </a:solidFill>
            </a:endParaRPr>
          </a:p>
        </p:txBody>
      </p:sp>
      <p:sp>
        <p:nvSpPr>
          <p:cNvPr id="99" name="ZoneTexte 98"/>
          <p:cNvSpPr txBox="1"/>
          <p:nvPr/>
        </p:nvSpPr>
        <p:spPr>
          <a:xfrm>
            <a:off x="3635896" y="764704"/>
            <a:ext cx="44644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DZ" sz="2800" b="1" dirty="0" smtClean="0">
                <a:solidFill>
                  <a:srgbClr val="FFFF00"/>
                </a:solidFill>
              </a:rPr>
              <a:t>تشغيل برنامج الدفتر:</a:t>
            </a:r>
            <a:endParaRPr lang="fr-FR" sz="2800" b="1" dirty="0">
              <a:solidFill>
                <a:srgbClr val="FFFF00"/>
              </a:solidFill>
            </a:endParaRPr>
          </a:p>
        </p:txBody>
      </p:sp>
      <p:sp>
        <p:nvSpPr>
          <p:cNvPr id="125" name="TextBox 68"/>
          <p:cNvSpPr txBox="1"/>
          <p:nvPr/>
        </p:nvSpPr>
        <p:spPr>
          <a:xfrm>
            <a:off x="3590575" y="4263092"/>
            <a:ext cx="3429697" cy="30777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r" rtl="1">
              <a:spcAft>
                <a:spcPts val="0"/>
              </a:spcAft>
            </a:pPr>
            <a:r>
              <a:rPr lang="en-US" sz="2000" b="1" dirty="0">
                <a:solidFill>
                  <a:schemeClr val="bg1"/>
                </a:solidFill>
                <a:latin typeface="Times New Roman"/>
                <a:ea typeface="Times New Roman"/>
              </a:rPr>
              <a:t> </a:t>
            </a:r>
            <a:r>
              <a:rPr lang="fr-FR" sz="2000" b="1" dirty="0" err="1" smtClean="0">
                <a:solidFill>
                  <a:schemeClr val="bg1"/>
                </a:solidFill>
                <a:latin typeface="Times New Roman"/>
                <a:ea typeface="Times New Roman"/>
              </a:rPr>
              <a:t>Wordpad</a:t>
            </a:r>
            <a:r>
              <a:rPr lang="fr-FR" sz="2000" b="1" dirty="0" smtClean="0">
                <a:solidFill>
                  <a:schemeClr val="bg1"/>
                </a:solidFill>
                <a:latin typeface="Times New Roman"/>
                <a:ea typeface="Times New Roman"/>
              </a:rPr>
              <a:t> </a:t>
            </a:r>
            <a:r>
              <a:rPr lang="ar-DZ" sz="2000" b="1" dirty="0" smtClean="0">
                <a:solidFill>
                  <a:schemeClr val="bg1"/>
                </a:solidFill>
                <a:latin typeface="Times New Roman"/>
                <a:ea typeface="Times New Roman"/>
              </a:rPr>
              <a:t>لتشغيل برنامج الدفتر.</a:t>
            </a:r>
            <a:endParaRPr lang="fr-FR" sz="2000" b="1" dirty="0">
              <a:solidFill>
                <a:schemeClr val="bg1"/>
              </a:solidFill>
              <a:latin typeface="Times New Roman"/>
              <a:ea typeface="Times New Roman"/>
            </a:endParaRPr>
          </a:p>
        </p:txBody>
      </p:sp>
      <p:sp>
        <p:nvSpPr>
          <p:cNvPr id="52" name="ZoneTexte 51"/>
          <p:cNvSpPr txBox="1"/>
          <p:nvPr/>
        </p:nvSpPr>
        <p:spPr>
          <a:xfrm>
            <a:off x="2627784" y="44624"/>
            <a:ext cx="28803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DZ" sz="2800" b="1" dirty="0" smtClean="0">
                <a:solidFill>
                  <a:schemeClr val="bg1"/>
                </a:solidFill>
              </a:rPr>
              <a:t>استعمال برنامج الدفتر</a:t>
            </a:r>
            <a:endParaRPr lang="fr-FR" sz="2800" b="1" dirty="0">
              <a:solidFill>
                <a:schemeClr val="bg1"/>
              </a:solidFill>
            </a:endParaRPr>
          </a:p>
        </p:txBody>
      </p:sp>
      <p:pic>
        <p:nvPicPr>
          <p:cNvPr id="48" name="Image 47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6539" y="-27384"/>
            <a:ext cx="1131205" cy="6396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5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500"/>
                            </p:stCondLst>
                            <p:childTnLst>
                              <p:par>
                                <p:cTn id="41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3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0"/>
                            </p:stCondLst>
                            <p:childTnLst>
                              <p:par>
                                <p:cTn id="4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7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500"/>
                            </p:stCondLst>
                            <p:childTnLst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6000"/>
                            </p:stCondLst>
                            <p:childTnLst>
                              <p:par>
                                <p:cTn id="5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5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6500"/>
                            </p:stCondLst>
                            <p:childTnLst>
                              <p:par>
                                <p:cTn id="5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9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7000"/>
                            </p:stCondLst>
                            <p:childTnLst>
                              <p:par>
                                <p:cTn id="61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3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7500"/>
                            </p:stCondLst>
                            <p:childTnLst>
                              <p:par>
                                <p:cTn id="6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7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8000"/>
                            </p:stCondLst>
                            <p:childTnLst>
                              <p:par>
                                <p:cTn id="6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1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" grpId="0" animBg="1"/>
      <p:bldP spid="74" grpId="0"/>
      <p:bldP spid="75" grpId="0"/>
      <p:bldP spid="82" grpId="0"/>
      <p:bldP spid="83" grpId="0"/>
      <p:bldP spid="88" grpId="0"/>
      <p:bldP spid="89" grpId="0"/>
      <p:bldP spid="95" grpId="0"/>
      <p:bldP spid="96" grpId="0" animBg="1"/>
      <p:bldP spid="97" grpId="0" animBg="1"/>
      <p:bldP spid="98" grpId="0"/>
      <p:bldP spid="99" grpId="0"/>
      <p:bldP spid="12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 descr="shutterstock_172215422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620688"/>
            <a:ext cx="9144000" cy="5616624"/>
          </a:xfrm>
          <a:prstGeom prst="rect">
            <a:avLst/>
          </a:prstGeom>
        </p:spPr>
      </p:pic>
      <p:grpSp>
        <p:nvGrpSpPr>
          <p:cNvPr id="5" name="Groupe 4"/>
          <p:cNvGrpSpPr/>
          <p:nvPr/>
        </p:nvGrpSpPr>
        <p:grpSpPr>
          <a:xfrm>
            <a:off x="-180528" y="0"/>
            <a:ext cx="9324528" cy="6957392"/>
            <a:chOff x="-180528" y="0"/>
            <a:chExt cx="9324528" cy="6957392"/>
          </a:xfrm>
        </p:grpSpPr>
        <p:grpSp>
          <p:nvGrpSpPr>
            <p:cNvPr id="6" name="Groupe 5"/>
            <p:cNvGrpSpPr/>
            <p:nvPr/>
          </p:nvGrpSpPr>
          <p:grpSpPr>
            <a:xfrm>
              <a:off x="-180528" y="0"/>
              <a:ext cx="9324528" cy="6957392"/>
              <a:chOff x="-180528" y="0"/>
              <a:chExt cx="9324528" cy="6957392"/>
            </a:xfrm>
          </p:grpSpPr>
          <p:grpSp>
            <p:nvGrpSpPr>
              <p:cNvPr id="8" name="Groupe 18"/>
              <p:cNvGrpSpPr/>
              <p:nvPr/>
            </p:nvGrpSpPr>
            <p:grpSpPr>
              <a:xfrm>
                <a:off x="0" y="0"/>
                <a:ext cx="9144000" cy="6885384"/>
                <a:chOff x="0" y="0"/>
                <a:chExt cx="9144000" cy="6885384"/>
              </a:xfrm>
            </p:grpSpPr>
            <p:sp>
              <p:nvSpPr>
                <p:cNvPr id="15" name="Rectangle 14"/>
                <p:cNvSpPr/>
                <p:nvPr/>
              </p:nvSpPr>
              <p:spPr>
                <a:xfrm rot="10800000" flipV="1">
                  <a:off x="0" y="0"/>
                  <a:ext cx="6983760" cy="620688"/>
                </a:xfrm>
                <a:prstGeom prst="rect">
                  <a:avLst/>
                </a:prstGeom>
                <a:solidFill>
                  <a:srgbClr val="E34F5A"/>
                </a:solidFill>
                <a:ln>
                  <a:noFill/>
                </a:ln>
              </p:spPr>
              <p:style>
                <a:lnRef idx="1">
                  <a:schemeClr val="accent6"/>
                </a:lnRef>
                <a:fillRef idx="3">
                  <a:schemeClr val="accent6"/>
                </a:fillRef>
                <a:effectRef idx="2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>
                    <a:solidFill>
                      <a:prstClr val="white"/>
                    </a:solidFill>
                  </a:endParaRPr>
                </a:p>
              </p:txBody>
            </p:sp>
            <p:grpSp>
              <p:nvGrpSpPr>
                <p:cNvPr id="16" name="Groupe 15"/>
                <p:cNvGrpSpPr/>
                <p:nvPr/>
              </p:nvGrpSpPr>
              <p:grpSpPr>
                <a:xfrm>
                  <a:off x="0" y="6237312"/>
                  <a:ext cx="9144000" cy="648072"/>
                  <a:chOff x="0" y="6237312"/>
                  <a:chExt cx="9144000" cy="648072"/>
                </a:xfrm>
              </p:grpSpPr>
              <p:sp>
                <p:nvSpPr>
                  <p:cNvPr id="18" name="Rectangle 17"/>
                  <p:cNvSpPr/>
                  <p:nvPr/>
                </p:nvSpPr>
                <p:spPr>
                  <a:xfrm>
                    <a:off x="0" y="6309320"/>
                    <a:ext cx="9144000" cy="576064"/>
                  </a:xfrm>
                  <a:prstGeom prst="rect">
                    <a:avLst/>
                  </a:prstGeom>
                  <a:solidFill>
                    <a:srgbClr val="D75BB4"/>
                  </a:solidFill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>
                      <a:solidFill>
                        <a:prstClr val="white"/>
                      </a:solidFill>
                    </a:endParaRPr>
                  </a:p>
                </p:txBody>
              </p:sp>
              <p:sp>
                <p:nvSpPr>
                  <p:cNvPr id="19" name="Rectangle 18"/>
                  <p:cNvSpPr/>
                  <p:nvPr/>
                </p:nvSpPr>
                <p:spPr>
                  <a:xfrm flipV="1">
                    <a:off x="0" y="6237312"/>
                    <a:ext cx="9144000" cy="72008"/>
                  </a:xfrm>
                  <a:prstGeom prst="rect">
                    <a:avLst/>
                  </a:prstGeom>
                  <a:solidFill>
                    <a:srgbClr val="E34F5A"/>
                  </a:solidFill>
                  <a:ln>
                    <a:noFill/>
                  </a:ln>
                </p:spPr>
                <p:style>
                  <a:lnRef idx="1">
                    <a:schemeClr val="accent6"/>
                  </a:lnRef>
                  <a:fillRef idx="3">
                    <a:schemeClr val="accent6"/>
                  </a:fillRef>
                  <a:effectRef idx="2">
                    <a:schemeClr val="accent6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>
                      <a:solidFill>
                        <a:prstClr val="white"/>
                      </a:solidFill>
                    </a:endParaRPr>
                  </a:p>
                </p:txBody>
              </p:sp>
            </p:grpSp>
            <p:sp>
              <p:nvSpPr>
                <p:cNvPr id="17" name="Rectangle 16"/>
                <p:cNvSpPr/>
                <p:nvPr/>
              </p:nvSpPr>
              <p:spPr>
                <a:xfrm rot="10800000" flipV="1">
                  <a:off x="7020272" y="0"/>
                  <a:ext cx="2123728" cy="620688"/>
                </a:xfrm>
                <a:prstGeom prst="rect">
                  <a:avLst/>
                </a:prstGeom>
                <a:solidFill>
                  <a:srgbClr val="D75BB4"/>
                </a:solidFill>
                <a:ln>
                  <a:noFill/>
                </a:ln>
              </p:spPr>
              <p:style>
                <a:lnRef idx="1">
                  <a:schemeClr val="accent6"/>
                </a:lnRef>
                <a:fillRef idx="3">
                  <a:schemeClr val="accent6"/>
                </a:fillRef>
                <a:effectRef idx="2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 dirty="0">
                    <a:solidFill>
                      <a:prstClr val="white"/>
                    </a:solidFill>
                  </a:endParaRPr>
                </a:p>
              </p:txBody>
            </p:sp>
          </p:grpSp>
          <p:pic>
            <p:nvPicPr>
              <p:cNvPr id="9" name="Image 8" descr="3-2-blogging-transparent-thumb.png"/>
              <p:cNvPicPr>
                <a:picLocks noChangeAspect="1"/>
              </p:cNvPicPr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2195736" y="6165304"/>
                <a:ext cx="864096" cy="741369"/>
              </a:xfrm>
              <a:prstGeom prst="rect">
                <a:avLst/>
              </a:prstGeom>
            </p:spPr>
          </p:pic>
          <p:pic>
            <p:nvPicPr>
              <p:cNvPr id="11" name="Image 10" descr="12-2-education-png-image-thumb.png"/>
              <p:cNvPicPr>
                <a:picLocks noChangeAspect="1"/>
              </p:cNvPicPr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8388424" y="5976664"/>
                <a:ext cx="720080" cy="980728"/>
              </a:xfrm>
              <a:prstGeom prst="rect">
                <a:avLst/>
              </a:prstGeom>
            </p:spPr>
          </p:pic>
          <p:sp>
            <p:nvSpPr>
              <p:cNvPr id="12" name="ZoneTexte 11"/>
              <p:cNvSpPr txBox="1"/>
              <p:nvPr/>
            </p:nvSpPr>
            <p:spPr>
              <a:xfrm>
                <a:off x="5652120" y="6381328"/>
                <a:ext cx="280831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 rtl="1"/>
                <a:r>
                  <a:rPr lang="ar-DZ" sz="2000" b="1" dirty="0" smtClean="0">
                    <a:solidFill>
                      <a:prstClr val="white"/>
                    </a:solidFill>
                  </a:rPr>
                  <a:t>متوسطة قلواز </a:t>
                </a:r>
                <a:r>
                  <a:rPr lang="ar-DZ" sz="2000" b="1" dirty="0" err="1" smtClean="0">
                    <a:solidFill>
                      <a:prstClr val="white"/>
                    </a:solidFill>
                  </a:rPr>
                  <a:t>موسى </a:t>
                </a:r>
                <a:r>
                  <a:rPr lang="ar-DZ" sz="2000" b="1" dirty="0" smtClean="0">
                    <a:solidFill>
                      <a:prstClr val="white"/>
                    </a:solidFill>
                  </a:rPr>
                  <a:t>- بوراشد</a:t>
                </a:r>
                <a:endParaRPr lang="fr-FR" sz="2000" b="1" dirty="0">
                  <a:solidFill>
                    <a:prstClr val="white"/>
                  </a:solidFill>
                </a:endParaRPr>
              </a:p>
            </p:txBody>
          </p:sp>
          <p:sp>
            <p:nvSpPr>
              <p:cNvPr id="13" name="ZoneTexte 12"/>
              <p:cNvSpPr txBox="1"/>
              <p:nvPr/>
            </p:nvSpPr>
            <p:spPr>
              <a:xfrm>
                <a:off x="-180528" y="6396335"/>
                <a:ext cx="244827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 rtl="1"/>
                <a:r>
                  <a:rPr lang="ar-DZ" sz="2000" b="1" dirty="0" smtClean="0">
                    <a:solidFill>
                      <a:prstClr val="white"/>
                    </a:solidFill>
                  </a:rPr>
                  <a:t>تصميم الأستاذ ماحي رضا</a:t>
                </a:r>
                <a:endParaRPr lang="fr-FR" sz="2000" b="1" dirty="0">
                  <a:solidFill>
                    <a:prstClr val="white"/>
                  </a:solidFill>
                </a:endParaRPr>
              </a:p>
            </p:txBody>
          </p:sp>
          <p:sp>
            <p:nvSpPr>
              <p:cNvPr id="14" name="ZoneTexte 13"/>
              <p:cNvSpPr txBox="1"/>
              <p:nvPr/>
            </p:nvSpPr>
            <p:spPr>
              <a:xfrm>
                <a:off x="2915816" y="6381328"/>
                <a:ext cx="208823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 rtl="1"/>
                <a:r>
                  <a:rPr lang="ar-DZ" sz="2000" b="1" dirty="0" smtClean="0">
                    <a:solidFill>
                      <a:prstClr val="white"/>
                    </a:solidFill>
                  </a:rPr>
                  <a:t>المستوى:أولى متوسط</a:t>
                </a:r>
                <a:endParaRPr lang="fr-FR" sz="2000" b="1" dirty="0">
                  <a:solidFill>
                    <a:prstClr val="white"/>
                  </a:solidFill>
                </a:endParaRPr>
              </a:p>
            </p:txBody>
          </p:sp>
        </p:grpSp>
        <p:pic>
          <p:nvPicPr>
            <p:cNvPr id="7" name="Image 6" descr="3d print business.png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788024" y="6274668"/>
              <a:ext cx="1296144" cy="583332"/>
            </a:xfrm>
            <a:prstGeom prst="rect">
              <a:avLst/>
            </a:prstGeom>
          </p:spPr>
        </p:pic>
      </p:grpSp>
      <p:pic>
        <p:nvPicPr>
          <p:cNvPr id="20" name="Image 19" descr="Person-question-2-151x300.png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-108520" y="2204864"/>
            <a:ext cx="1438275" cy="3289548"/>
          </a:xfrm>
          <a:prstGeom prst="rect">
            <a:avLst/>
          </a:prstGeom>
        </p:spPr>
      </p:pic>
      <p:sp>
        <p:nvSpPr>
          <p:cNvPr id="21" name="Pensées 20"/>
          <p:cNvSpPr/>
          <p:nvPr/>
        </p:nvSpPr>
        <p:spPr>
          <a:xfrm>
            <a:off x="827584" y="980728"/>
            <a:ext cx="3960440" cy="1800200"/>
          </a:xfrm>
          <a:prstGeom prst="cloudCallout">
            <a:avLst>
              <a:gd name="adj1" fmla="val -49179"/>
              <a:gd name="adj2" fmla="val 74222"/>
            </a:avLst>
          </a:prstGeom>
          <a:solidFill>
            <a:schemeClr val="bg1"/>
          </a:solidFill>
          <a:ln>
            <a:noFill/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prstClr val="white"/>
              </a:solidFill>
            </a:endParaRPr>
          </a:p>
        </p:txBody>
      </p:sp>
      <p:sp>
        <p:nvSpPr>
          <p:cNvPr id="22" name="ZoneTexte 21"/>
          <p:cNvSpPr txBox="1"/>
          <p:nvPr/>
        </p:nvSpPr>
        <p:spPr>
          <a:xfrm>
            <a:off x="1027731" y="1326830"/>
            <a:ext cx="3456384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DZ" sz="2200" b="1" dirty="0" smtClean="0">
                <a:ln w="1905"/>
                <a:gradFill>
                  <a:gsLst>
                    <a:gs pos="0">
                      <a:srgbClr val="F79646">
                        <a:shade val="20000"/>
                        <a:satMod val="200000"/>
                      </a:srgbClr>
                    </a:gs>
                    <a:gs pos="78000">
                      <a:srgbClr val="F79646">
                        <a:tint val="90000"/>
                        <a:shade val="89000"/>
                        <a:satMod val="220000"/>
                      </a:srgbClr>
                    </a:gs>
                    <a:gs pos="100000">
                      <a:srgbClr val="F79646">
                        <a:tint val="12000"/>
                        <a:satMod val="255000"/>
                      </a:srgb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بعد تشغيله تظهر واجهته.</a:t>
            </a:r>
          </a:p>
          <a:p>
            <a:pPr algn="ctr" rtl="1"/>
            <a:r>
              <a:rPr lang="ar-DZ" sz="2200" b="1" dirty="0" smtClean="0">
                <a:ln w="1905"/>
                <a:gradFill>
                  <a:gsLst>
                    <a:gs pos="0">
                      <a:srgbClr val="F79646">
                        <a:shade val="20000"/>
                        <a:satMod val="200000"/>
                      </a:srgbClr>
                    </a:gs>
                    <a:gs pos="78000">
                      <a:srgbClr val="F79646">
                        <a:tint val="90000"/>
                        <a:shade val="89000"/>
                        <a:satMod val="220000"/>
                      </a:srgbClr>
                    </a:gs>
                    <a:gs pos="100000">
                      <a:srgbClr val="F79646">
                        <a:tint val="12000"/>
                        <a:satMod val="255000"/>
                      </a:srgb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أذكر </a:t>
            </a:r>
            <a:r>
              <a:rPr lang="ar-DZ" sz="2200" b="1" dirty="0">
                <a:ln w="1905"/>
                <a:gradFill>
                  <a:gsLst>
                    <a:gs pos="0">
                      <a:srgbClr val="F79646">
                        <a:shade val="20000"/>
                        <a:satMod val="200000"/>
                      </a:srgbClr>
                    </a:gs>
                    <a:gs pos="78000">
                      <a:srgbClr val="F79646">
                        <a:tint val="90000"/>
                        <a:shade val="89000"/>
                        <a:satMod val="220000"/>
                      </a:srgbClr>
                    </a:gs>
                    <a:gs pos="100000">
                      <a:srgbClr val="F79646">
                        <a:tint val="12000"/>
                        <a:satMod val="255000"/>
                      </a:srgb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بعض الأدوات المهمة في العمل على برنامج الدفتر </a:t>
            </a:r>
            <a:endParaRPr lang="fr-FR" sz="2200" b="1" dirty="0">
              <a:ln w="1905"/>
              <a:gradFill>
                <a:gsLst>
                  <a:gs pos="0">
                    <a:srgbClr val="F79646">
                      <a:shade val="20000"/>
                      <a:satMod val="200000"/>
                    </a:srgbClr>
                  </a:gs>
                  <a:gs pos="78000">
                    <a:srgbClr val="F79646">
                      <a:tint val="90000"/>
                      <a:shade val="89000"/>
                      <a:satMod val="220000"/>
                    </a:srgbClr>
                  </a:gs>
                  <a:gs pos="100000">
                    <a:srgbClr val="F79646">
                      <a:tint val="12000"/>
                      <a:satMod val="255000"/>
                    </a:srgb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  <p:pic>
        <p:nvPicPr>
          <p:cNvPr id="23" name="Picture 4" descr="C:\Users\RIDHA\Pictures\Image13.png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3491880" y="3722571"/>
            <a:ext cx="1656184" cy="2574967"/>
          </a:xfrm>
          <a:prstGeom prst="rect">
            <a:avLst/>
          </a:prstGeom>
          <a:noFill/>
        </p:spPr>
      </p:pic>
      <p:sp>
        <p:nvSpPr>
          <p:cNvPr id="24" name="ZoneTexte 23"/>
          <p:cNvSpPr txBox="1"/>
          <p:nvPr/>
        </p:nvSpPr>
        <p:spPr>
          <a:xfrm>
            <a:off x="6948264" y="44624"/>
            <a:ext cx="21237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DZ" sz="2800" b="1" dirty="0" smtClean="0">
                <a:solidFill>
                  <a:prstClr val="white"/>
                </a:solidFill>
              </a:rPr>
              <a:t>الحصة </a:t>
            </a:r>
            <a:r>
              <a:rPr lang="ar-DZ" sz="2800" b="1" dirty="0" err="1" smtClean="0">
                <a:solidFill>
                  <a:prstClr val="white"/>
                </a:solidFill>
              </a:rPr>
              <a:t>التعلمية</a:t>
            </a:r>
            <a:endParaRPr lang="fr-FR" sz="2800" b="1" dirty="0">
              <a:solidFill>
                <a:prstClr val="white"/>
              </a:solidFill>
            </a:endParaRPr>
          </a:p>
        </p:txBody>
      </p:sp>
      <p:grpSp>
        <p:nvGrpSpPr>
          <p:cNvPr id="26" name="Groupe 25"/>
          <p:cNvGrpSpPr/>
          <p:nvPr/>
        </p:nvGrpSpPr>
        <p:grpSpPr>
          <a:xfrm>
            <a:off x="4383223" y="3398535"/>
            <a:ext cx="2160240" cy="648072"/>
            <a:chOff x="3563888" y="1268760"/>
            <a:chExt cx="2664296" cy="936104"/>
          </a:xfrm>
        </p:grpSpPr>
        <p:sp>
          <p:nvSpPr>
            <p:cNvPr id="27" name="Pensées 26"/>
            <p:cNvSpPr/>
            <p:nvPr/>
          </p:nvSpPr>
          <p:spPr>
            <a:xfrm>
              <a:off x="3563888" y="1268760"/>
              <a:ext cx="2664296" cy="936104"/>
            </a:xfrm>
            <a:prstGeom prst="cloudCallout">
              <a:avLst>
                <a:gd name="adj1" fmla="val -25273"/>
                <a:gd name="adj2" fmla="val 95060"/>
              </a:avLst>
            </a:prstGeom>
            <a:solidFill>
              <a:schemeClr val="bg1"/>
            </a:solidFill>
            <a:ln>
              <a:noFill/>
            </a:ln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 rtl="1"/>
              <a:endParaRPr lang="fr-FR" b="1" dirty="0">
                <a:solidFill>
                  <a:prstClr val="black"/>
                </a:solidFill>
              </a:endParaRPr>
            </a:p>
          </p:txBody>
        </p:sp>
        <p:sp>
          <p:nvSpPr>
            <p:cNvPr id="28" name="ZoneTexte 27"/>
            <p:cNvSpPr txBox="1"/>
            <p:nvPr/>
          </p:nvSpPr>
          <p:spPr>
            <a:xfrm>
              <a:off x="3779913" y="1484784"/>
              <a:ext cx="2304256" cy="5779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rtl="1"/>
              <a:r>
                <a:rPr lang="ar-DZ" sz="2000" b="1" dirty="0" smtClean="0">
                  <a:solidFill>
                    <a:prstClr val="black"/>
                  </a:solidFill>
                </a:rPr>
                <a:t>الإجابة برفع الإصبع</a:t>
              </a:r>
            </a:p>
          </p:txBody>
        </p:sp>
      </p:grpSp>
      <p:sp>
        <p:nvSpPr>
          <p:cNvPr id="32" name="ZoneTexte 31"/>
          <p:cNvSpPr txBox="1"/>
          <p:nvPr/>
        </p:nvSpPr>
        <p:spPr>
          <a:xfrm>
            <a:off x="2843808" y="24943"/>
            <a:ext cx="28803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DZ" sz="2800" b="1" dirty="0" smtClean="0">
                <a:solidFill>
                  <a:schemeClr val="bg1"/>
                </a:solidFill>
              </a:rPr>
              <a:t>استعمال برنامج الدفتر</a:t>
            </a:r>
            <a:endParaRPr lang="fr-FR" sz="2800" b="1" dirty="0">
              <a:solidFill>
                <a:schemeClr val="bg1"/>
              </a:solidFill>
            </a:endParaRPr>
          </a:p>
        </p:txBody>
      </p:sp>
      <p:pic>
        <p:nvPicPr>
          <p:cNvPr id="29" name="Image 28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6539" y="-27384"/>
            <a:ext cx="1131205" cy="639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9474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Picture 3" descr="C:\Users\RIDHA\Downloads\صور المعلوماتية\711039_colorful-square-frames-on-blue-hd-video-backgrounds-loop-youtube_1920x1080_h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7296"/>
            <a:ext cx="9144000" cy="56360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3" name="Groupe 22"/>
          <p:cNvGrpSpPr/>
          <p:nvPr/>
        </p:nvGrpSpPr>
        <p:grpSpPr>
          <a:xfrm>
            <a:off x="-180528" y="0"/>
            <a:ext cx="9324528" cy="6957392"/>
            <a:chOff x="-180528" y="0"/>
            <a:chExt cx="9324528" cy="6957392"/>
          </a:xfrm>
        </p:grpSpPr>
        <p:grpSp>
          <p:nvGrpSpPr>
            <p:cNvPr id="24" name="Groupe 4"/>
            <p:cNvGrpSpPr/>
            <p:nvPr/>
          </p:nvGrpSpPr>
          <p:grpSpPr>
            <a:xfrm>
              <a:off x="-180528" y="0"/>
              <a:ext cx="9324528" cy="6957392"/>
              <a:chOff x="-180528" y="0"/>
              <a:chExt cx="9324528" cy="6957392"/>
            </a:xfrm>
          </p:grpSpPr>
          <p:grpSp>
            <p:nvGrpSpPr>
              <p:cNvPr id="34" name="Groupe 18"/>
              <p:cNvGrpSpPr/>
              <p:nvPr/>
            </p:nvGrpSpPr>
            <p:grpSpPr>
              <a:xfrm>
                <a:off x="0" y="0"/>
                <a:ext cx="9144000" cy="6885384"/>
                <a:chOff x="0" y="0"/>
                <a:chExt cx="9144000" cy="6885384"/>
              </a:xfrm>
            </p:grpSpPr>
            <p:sp>
              <p:nvSpPr>
                <p:cNvPr id="36" name="Rectangle 35"/>
                <p:cNvSpPr/>
                <p:nvPr/>
              </p:nvSpPr>
              <p:spPr>
                <a:xfrm rot="10800000" flipV="1">
                  <a:off x="0" y="0"/>
                  <a:ext cx="6983760" cy="620688"/>
                </a:xfrm>
                <a:prstGeom prst="rect">
                  <a:avLst/>
                </a:prstGeom>
                <a:solidFill>
                  <a:srgbClr val="E34F5A"/>
                </a:solidFill>
                <a:ln>
                  <a:noFill/>
                </a:ln>
              </p:spPr>
              <p:style>
                <a:lnRef idx="1">
                  <a:schemeClr val="accent6"/>
                </a:lnRef>
                <a:fillRef idx="3">
                  <a:schemeClr val="accent6"/>
                </a:fillRef>
                <a:effectRef idx="2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grpSp>
              <p:nvGrpSpPr>
                <p:cNvPr id="37" name="Groupe 15"/>
                <p:cNvGrpSpPr/>
                <p:nvPr/>
              </p:nvGrpSpPr>
              <p:grpSpPr>
                <a:xfrm>
                  <a:off x="0" y="6237312"/>
                  <a:ext cx="9144000" cy="648072"/>
                  <a:chOff x="0" y="6237312"/>
                  <a:chExt cx="9144000" cy="648072"/>
                </a:xfrm>
              </p:grpSpPr>
              <p:sp>
                <p:nvSpPr>
                  <p:cNvPr id="39" name="Rectangle 38"/>
                  <p:cNvSpPr/>
                  <p:nvPr/>
                </p:nvSpPr>
                <p:spPr>
                  <a:xfrm>
                    <a:off x="0" y="6309320"/>
                    <a:ext cx="9144000" cy="576064"/>
                  </a:xfrm>
                  <a:prstGeom prst="rect">
                    <a:avLst/>
                  </a:prstGeom>
                  <a:solidFill>
                    <a:srgbClr val="D75BB4"/>
                  </a:solidFill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  <p:sp>
                <p:nvSpPr>
                  <p:cNvPr id="40" name="Rectangle 39"/>
                  <p:cNvSpPr/>
                  <p:nvPr/>
                </p:nvSpPr>
                <p:spPr>
                  <a:xfrm flipV="1">
                    <a:off x="0" y="6237312"/>
                    <a:ext cx="9144000" cy="72008"/>
                  </a:xfrm>
                  <a:prstGeom prst="rect">
                    <a:avLst/>
                  </a:prstGeom>
                  <a:solidFill>
                    <a:srgbClr val="E34F5A"/>
                  </a:solidFill>
                  <a:ln>
                    <a:noFill/>
                  </a:ln>
                </p:spPr>
                <p:style>
                  <a:lnRef idx="1">
                    <a:schemeClr val="accent6"/>
                  </a:lnRef>
                  <a:fillRef idx="3">
                    <a:schemeClr val="accent6"/>
                  </a:fillRef>
                  <a:effectRef idx="2">
                    <a:schemeClr val="accent6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</p:grpSp>
            <p:sp>
              <p:nvSpPr>
                <p:cNvPr id="38" name="Rectangle 37"/>
                <p:cNvSpPr/>
                <p:nvPr/>
              </p:nvSpPr>
              <p:spPr>
                <a:xfrm rot="10800000" flipV="1">
                  <a:off x="7020272" y="0"/>
                  <a:ext cx="2123728" cy="620688"/>
                </a:xfrm>
                <a:prstGeom prst="rect">
                  <a:avLst/>
                </a:prstGeom>
                <a:solidFill>
                  <a:srgbClr val="D75BB4"/>
                </a:solidFill>
                <a:ln>
                  <a:noFill/>
                </a:ln>
              </p:spPr>
              <p:style>
                <a:lnRef idx="1">
                  <a:schemeClr val="accent6"/>
                </a:lnRef>
                <a:fillRef idx="3">
                  <a:schemeClr val="accent6"/>
                </a:fillRef>
                <a:effectRef idx="2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 dirty="0"/>
                </a:p>
              </p:txBody>
            </p:sp>
          </p:grpSp>
          <p:pic>
            <p:nvPicPr>
              <p:cNvPr id="28" name="Image 27" descr="3-2-blogging-transparent-thumb.png"/>
              <p:cNvPicPr>
                <a:picLocks noChangeAspect="1"/>
              </p:cNvPicPr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2195736" y="6165304"/>
                <a:ext cx="864096" cy="741369"/>
              </a:xfrm>
              <a:prstGeom prst="rect">
                <a:avLst/>
              </a:prstGeom>
            </p:spPr>
          </p:pic>
          <p:pic>
            <p:nvPicPr>
              <p:cNvPr id="30" name="Image 29" descr="12-2-education-png-image-thumb.png"/>
              <p:cNvPicPr>
                <a:picLocks noChangeAspect="1"/>
              </p:cNvPicPr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8388424" y="5976664"/>
                <a:ext cx="720080" cy="980728"/>
              </a:xfrm>
              <a:prstGeom prst="rect">
                <a:avLst/>
              </a:prstGeom>
            </p:spPr>
          </p:pic>
          <p:sp>
            <p:nvSpPr>
              <p:cNvPr id="31" name="ZoneTexte 30"/>
              <p:cNvSpPr txBox="1"/>
              <p:nvPr/>
            </p:nvSpPr>
            <p:spPr>
              <a:xfrm>
                <a:off x="5652120" y="6381328"/>
                <a:ext cx="280831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 rtl="1"/>
                <a:r>
                  <a:rPr lang="ar-DZ" sz="2000" b="1" dirty="0" smtClean="0">
                    <a:solidFill>
                      <a:schemeClr val="bg1"/>
                    </a:solidFill>
                  </a:rPr>
                  <a:t>متوسطة قلواز </a:t>
                </a:r>
                <a:r>
                  <a:rPr lang="ar-DZ" sz="2000" b="1" dirty="0" err="1" smtClean="0">
                    <a:solidFill>
                      <a:schemeClr val="bg1"/>
                    </a:solidFill>
                  </a:rPr>
                  <a:t>موسى </a:t>
                </a:r>
                <a:r>
                  <a:rPr lang="ar-DZ" sz="2000" b="1" dirty="0" smtClean="0">
                    <a:solidFill>
                      <a:schemeClr val="bg1"/>
                    </a:solidFill>
                  </a:rPr>
                  <a:t>- بوراشد</a:t>
                </a:r>
                <a:endParaRPr lang="fr-FR" sz="20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2" name="ZoneTexte 31"/>
              <p:cNvSpPr txBox="1"/>
              <p:nvPr/>
            </p:nvSpPr>
            <p:spPr>
              <a:xfrm>
                <a:off x="-180528" y="6396335"/>
                <a:ext cx="244827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 rtl="1"/>
                <a:r>
                  <a:rPr lang="ar-DZ" sz="2000" b="1" dirty="0" smtClean="0">
                    <a:solidFill>
                      <a:schemeClr val="bg1"/>
                    </a:solidFill>
                  </a:rPr>
                  <a:t>تصميم الأستاذ ماحي رضا</a:t>
                </a:r>
                <a:endParaRPr lang="fr-FR" sz="20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3" name="ZoneTexte 32"/>
              <p:cNvSpPr txBox="1"/>
              <p:nvPr/>
            </p:nvSpPr>
            <p:spPr>
              <a:xfrm>
                <a:off x="2915816" y="6381328"/>
                <a:ext cx="208823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 rtl="1"/>
                <a:r>
                  <a:rPr lang="ar-DZ" sz="2000" b="1" dirty="0" smtClean="0">
                    <a:solidFill>
                      <a:schemeClr val="bg1"/>
                    </a:solidFill>
                  </a:rPr>
                  <a:t>المستوى:أولى متوسط</a:t>
                </a:r>
                <a:endParaRPr lang="fr-FR" sz="2000" b="1" dirty="0">
                  <a:solidFill>
                    <a:schemeClr val="bg1"/>
                  </a:solidFill>
                </a:endParaRPr>
              </a:p>
            </p:txBody>
          </p:sp>
        </p:grpSp>
        <p:pic>
          <p:nvPicPr>
            <p:cNvPr id="25" name="Image 24" descr="3d print business.png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785012" y="6274668"/>
              <a:ext cx="1299156" cy="583332"/>
            </a:xfrm>
            <a:prstGeom prst="rect">
              <a:avLst/>
            </a:prstGeom>
          </p:spPr>
        </p:pic>
      </p:grpSp>
      <p:sp>
        <p:nvSpPr>
          <p:cNvPr id="46" name="Shape 856"/>
          <p:cNvSpPr/>
          <p:nvPr/>
        </p:nvSpPr>
        <p:spPr>
          <a:xfrm>
            <a:off x="8388424" y="756101"/>
            <a:ext cx="576064" cy="50729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solidFill>
            <a:schemeClr val="accent6">
              <a:lumMod val="75000"/>
            </a:schemeClr>
          </a:solidFill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square" lIns="50800" tIns="50800" rIns="50800" bIns="50800" numCol="1" anchor="ctr">
            <a:noAutofit/>
          </a:bodyPr>
          <a:lstStyle/>
          <a:p>
            <a:pPr lvl="0" defTabSz="825500">
              <a:defRPr sz="56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/>
          </a:p>
        </p:txBody>
      </p:sp>
      <p:sp>
        <p:nvSpPr>
          <p:cNvPr id="47" name="Shape 859"/>
          <p:cNvSpPr/>
          <p:nvPr/>
        </p:nvSpPr>
        <p:spPr>
          <a:xfrm>
            <a:off x="4499992" y="764704"/>
            <a:ext cx="3816423" cy="49545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68" y="0"/>
                </a:moveTo>
                <a:cubicBezTo>
                  <a:pt x="433" y="0"/>
                  <a:pt x="0" y="3963"/>
                  <a:pt x="0" y="8848"/>
                </a:cubicBezTo>
                <a:lnTo>
                  <a:pt x="0" y="12758"/>
                </a:lnTo>
                <a:cubicBezTo>
                  <a:pt x="0" y="17643"/>
                  <a:pt x="433" y="21600"/>
                  <a:pt x="968" y="21600"/>
                </a:cubicBezTo>
                <a:lnTo>
                  <a:pt x="20197" y="21600"/>
                </a:lnTo>
                <a:cubicBezTo>
                  <a:pt x="20704" y="21600"/>
                  <a:pt x="21119" y="18028"/>
                  <a:pt x="21160" y="13486"/>
                </a:cubicBezTo>
                <a:lnTo>
                  <a:pt x="21600" y="10806"/>
                </a:lnTo>
                <a:lnTo>
                  <a:pt x="21160" y="8119"/>
                </a:lnTo>
                <a:cubicBezTo>
                  <a:pt x="21120" y="3575"/>
                  <a:pt x="20704" y="0"/>
                  <a:pt x="20197" y="0"/>
                </a:cubicBezTo>
                <a:lnTo>
                  <a:pt x="968" y="0"/>
                </a:lnTo>
                <a:close/>
              </a:path>
            </a:pathLst>
          </a:custGeom>
          <a:solidFill>
            <a:schemeClr val="accent6">
              <a:lumMod val="75000"/>
            </a:schemeClr>
          </a:solidFill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lIns="50800" tIns="50800" rIns="50800" bIns="50800" anchor="ctr"/>
          <a:lstStyle/>
          <a:p>
            <a:pPr lvl="0" defTabSz="825500">
              <a:defRPr sz="56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/>
          </a:p>
        </p:txBody>
      </p:sp>
      <p:sp>
        <p:nvSpPr>
          <p:cNvPr id="48" name="ZoneTexte 47"/>
          <p:cNvSpPr txBox="1"/>
          <p:nvPr/>
        </p:nvSpPr>
        <p:spPr>
          <a:xfrm>
            <a:off x="8388424" y="745540"/>
            <a:ext cx="504056" cy="523220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ctr" rtl="1"/>
            <a:r>
              <a:rPr lang="ar-DZ" sz="2800" b="1" dirty="0" smtClean="0">
                <a:solidFill>
                  <a:srgbClr val="FFFF00"/>
                </a:solidFill>
              </a:rPr>
              <a:t>3-</a:t>
            </a:r>
            <a:endParaRPr lang="fr-FR" sz="2800" b="1" dirty="0">
              <a:solidFill>
                <a:srgbClr val="FFFF00"/>
              </a:solidFill>
            </a:endParaRPr>
          </a:p>
        </p:txBody>
      </p:sp>
      <p:sp>
        <p:nvSpPr>
          <p:cNvPr id="49" name="ZoneTexte 48"/>
          <p:cNvSpPr txBox="1"/>
          <p:nvPr/>
        </p:nvSpPr>
        <p:spPr>
          <a:xfrm>
            <a:off x="4716016" y="764704"/>
            <a:ext cx="345638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DZ" sz="2800" b="1" dirty="0">
                <a:solidFill>
                  <a:srgbClr val="FFFF00"/>
                </a:solidFill>
              </a:rPr>
              <a:t>أدوات العمل في </a:t>
            </a:r>
            <a:r>
              <a:rPr lang="ar-DZ" sz="2800" b="1" dirty="0" smtClean="0">
                <a:solidFill>
                  <a:srgbClr val="FFFF00"/>
                </a:solidFill>
              </a:rPr>
              <a:t>الدفتر:</a:t>
            </a:r>
            <a:endParaRPr lang="fr-FR" sz="2800" b="1" dirty="0">
              <a:solidFill>
                <a:srgbClr val="FFFF00"/>
              </a:solidFill>
            </a:endParaRPr>
          </a:p>
        </p:txBody>
      </p:sp>
      <p:sp>
        <p:nvSpPr>
          <p:cNvPr id="58" name="ZoneTexte 57"/>
          <p:cNvSpPr txBox="1"/>
          <p:nvPr/>
        </p:nvSpPr>
        <p:spPr>
          <a:xfrm>
            <a:off x="6948264" y="44624"/>
            <a:ext cx="21237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DZ" sz="2800" b="1" dirty="0" smtClean="0">
                <a:solidFill>
                  <a:schemeClr val="bg1"/>
                </a:solidFill>
              </a:rPr>
              <a:t>الحصة </a:t>
            </a:r>
            <a:r>
              <a:rPr lang="ar-DZ" sz="2800" b="1" dirty="0" err="1" smtClean="0">
                <a:solidFill>
                  <a:schemeClr val="bg1"/>
                </a:solidFill>
              </a:rPr>
              <a:t>التعلمية</a:t>
            </a:r>
            <a:endParaRPr lang="fr-FR" sz="2800" b="1" dirty="0">
              <a:solidFill>
                <a:schemeClr val="bg1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627784" y="1556792"/>
            <a:ext cx="604396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rtl="1"/>
            <a:r>
              <a:rPr lang="ar-DZ" sz="2400" b="1" dirty="0" smtClean="0">
                <a:solidFill>
                  <a:schemeClr val="bg1"/>
                </a:solidFill>
                <a:latin typeface="Times New Roman"/>
                <a:ea typeface="Times New Roman"/>
              </a:rPr>
              <a:t> </a:t>
            </a:r>
            <a:r>
              <a:rPr lang="ar-DZ" sz="2400" b="1" dirty="0">
                <a:solidFill>
                  <a:schemeClr val="bg1"/>
                </a:solidFill>
                <a:latin typeface="Times New Roman"/>
                <a:ea typeface="Times New Roman"/>
              </a:rPr>
              <a:t>نستعمل الأدوات التالية من </a:t>
            </a:r>
            <a:r>
              <a:rPr lang="ar-DZ" sz="2400" b="1" dirty="0" smtClean="0">
                <a:solidFill>
                  <a:schemeClr val="bg1"/>
                </a:solidFill>
                <a:latin typeface="Times New Roman"/>
                <a:ea typeface="Times New Roman"/>
              </a:rPr>
              <a:t>التبويب الرئيسي </a:t>
            </a:r>
            <a:r>
              <a:rPr lang="fr-FR" sz="2400" b="1" dirty="0">
                <a:solidFill>
                  <a:schemeClr val="bg1"/>
                </a:solidFill>
                <a:latin typeface="Times New Roman"/>
                <a:ea typeface="Times New Roman"/>
              </a:rPr>
              <a:t>Accueil</a:t>
            </a:r>
            <a:r>
              <a:rPr lang="ar-DZ" sz="2400" b="1" dirty="0">
                <a:solidFill>
                  <a:schemeClr val="bg1"/>
                </a:solidFill>
                <a:latin typeface="Times New Roman"/>
                <a:ea typeface="Times New Roman"/>
              </a:rPr>
              <a:t> :</a:t>
            </a:r>
            <a:endParaRPr lang="fr-FR" sz="2400" dirty="0">
              <a:solidFill>
                <a:schemeClr val="bg1"/>
              </a:solidFill>
              <a:latin typeface="Times New Roman"/>
              <a:ea typeface="Times New Roman"/>
            </a:endParaRPr>
          </a:p>
        </p:txBody>
      </p:sp>
      <p:grpSp>
        <p:nvGrpSpPr>
          <p:cNvPr id="73" name="Group 104"/>
          <p:cNvGrpSpPr/>
          <p:nvPr/>
        </p:nvGrpSpPr>
        <p:grpSpPr>
          <a:xfrm>
            <a:off x="3563887" y="2204864"/>
            <a:ext cx="4744609" cy="634354"/>
            <a:chOff x="-192866" y="1173645"/>
            <a:chExt cx="4552696" cy="1114425"/>
          </a:xfrm>
        </p:grpSpPr>
        <p:sp>
          <p:nvSpPr>
            <p:cNvPr id="74" name="Rectangle 73"/>
            <p:cNvSpPr/>
            <p:nvPr/>
          </p:nvSpPr>
          <p:spPr>
            <a:xfrm flipH="1">
              <a:off x="3947080" y="1373670"/>
              <a:ext cx="412750" cy="914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5" name="Freeform 106"/>
            <p:cNvSpPr/>
            <p:nvPr/>
          </p:nvSpPr>
          <p:spPr>
            <a:xfrm rot="5400000" flipH="1">
              <a:off x="3527344" y="1593696"/>
              <a:ext cx="1114425" cy="274323"/>
            </a:xfrm>
            <a:custGeom>
              <a:avLst/>
              <a:gdLst>
                <a:gd name="connsiteX0" fmla="*/ 0 w 633676"/>
                <a:gd name="connsiteY0" fmla="*/ 274320 h 274320"/>
                <a:gd name="connsiteX1" fmla="*/ 68580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633676"/>
                <a:gd name="connsiteY0" fmla="*/ 274320 h 274320"/>
                <a:gd name="connsiteX1" fmla="*/ 115214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576069"/>
                <a:gd name="connsiteY0" fmla="*/ 274320 h 274320"/>
                <a:gd name="connsiteX1" fmla="*/ 57607 w 576069"/>
                <a:gd name="connsiteY1" fmla="*/ 0 h 274320"/>
                <a:gd name="connsiteX2" fmla="*/ 576069 w 576069"/>
                <a:gd name="connsiteY2" fmla="*/ 0 h 274320"/>
                <a:gd name="connsiteX3" fmla="*/ 507489 w 576069"/>
                <a:gd name="connsiteY3" fmla="*/ 274320 h 274320"/>
                <a:gd name="connsiteX4" fmla="*/ 0 w 576069"/>
                <a:gd name="connsiteY4" fmla="*/ 274320 h 274320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65097 w 633677"/>
                <a:gd name="connsiteY3" fmla="*/ 274320 h 274323"/>
                <a:gd name="connsiteX4" fmla="*/ 0 w 633677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18463 w 633677"/>
                <a:gd name="connsiteY3" fmla="*/ 274323 h 274323"/>
                <a:gd name="connsiteX4" fmla="*/ 0 w 633677"/>
                <a:gd name="connsiteY4" fmla="*/ 274323 h 274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3677" h="274323">
                  <a:moveTo>
                    <a:pt x="0" y="274323"/>
                  </a:moveTo>
                  <a:lnTo>
                    <a:pt x="115215" y="0"/>
                  </a:lnTo>
                  <a:lnTo>
                    <a:pt x="633677" y="0"/>
                  </a:lnTo>
                  <a:lnTo>
                    <a:pt x="518463" y="274323"/>
                  </a:lnTo>
                  <a:lnTo>
                    <a:pt x="0" y="274323"/>
                  </a:lnTo>
                  <a:close/>
                </a:path>
              </a:pathLst>
            </a:cu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6" name="Rectangle 75"/>
            <p:cNvSpPr/>
            <p:nvPr/>
          </p:nvSpPr>
          <p:spPr>
            <a:xfrm flipH="1">
              <a:off x="-192866" y="1373671"/>
              <a:ext cx="3777995" cy="91439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7" name="Freeform 108"/>
            <p:cNvSpPr/>
            <p:nvPr/>
          </p:nvSpPr>
          <p:spPr>
            <a:xfrm rot="16200000" flipH="1" flipV="1">
              <a:off x="2887581" y="1593696"/>
              <a:ext cx="1114425" cy="274323"/>
            </a:xfrm>
            <a:custGeom>
              <a:avLst/>
              <a:gdLst>
                <a:gd name="connsiteX0" fmla="*/ 0 w 633676"/>
                <a:gd name="connsiteY0" fmla="*/ 274320 h 274320"/>
                <a:gd name="connsiteX1" fmla="*/ 68580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633676"/>
                <a:gd name="connsiteY0" fmla="*/ 274320 h 274320"/>
                <a:gd name="connsiteX1" fmla="*/ 115214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576069"/>
                <a:gd name="connsiteY0" fmla="*/ 274320 h 274320"/>
                <a:gd name="connsiteX1" fmla="*/ 57607 w 576069"/>
                <a:gd name="connsiteY1" fmla="*/ 0 h 274320"/>
                <a:gd name="connsiteX2" fmla="*/ 576069 w 576069"/>
                <a:gd name="connsiteY2" fmla="*/ 0 h 274320"/>
                <a:gd name="connsiteX3" fmla="*/ 507489 w 576069"/>
                <a:gd name="connsiteY3" fmla="*/ 274320 h 274320"/>
                <a:gd name="connsiteX4" fmla="*/ 0 w 576069"/>
                <a:gd name="connsiteY4" fmla="*/ 274320 h 274320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65097 w 633677"/>
                <a:gd name="connsiteY3" fmla="*/ 274320 h 274323"/>
                <a:gd name="connsiteX4" fmla="*/ 0 w 633677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18463 w 633677"/>
                <a:gd name="connsiteY3" fmla="*/ 274323 h 274323"/>
                <a:gd name="connsiteX4" fmla="*/ 0 w 633677"/>
                <a:gd name="connsiteY4" fmla="*/ 274323 h 274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3677" h="274323">
                  <a:moveTo>
                    <a:pt x="0" y="274323"/>
                  </a:moveTo>
                  <a:lnTo>
                    <a:pt x="115215" y="0"/>
                  </a:lnTo>
                  <a:lnTo>
                    <a:pt x="633677" y="0"/>
                  </a:lnTo>
                  <a:lnTo>
                    <a:pt x="518463" y="274323"/>
                  </a:lnTo>
                  <a:lnTo>
                    <a:pt x="0" y="274323"/>
                  </a:lnTo>
                  <a:close/>
                </a:path>
              </a:pathLst>
            </a:cu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4" name="Rectangle 83"/>
            <p:cNvSpPr/>
            <p:nvPr/>
          </p:nvSpPr>
          <p:spPr>
            <a:xfrm flipH="1">
              <a:off x="3306524" y="1173645"/>
              <a:ext cx="914400" cy="91440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400" b="1" dirty="0"/>
            </a:p>
          </p:txBody>
        </p:sp>
      </p:grpSp>
      <p:sp>
        <p:nvSpPr>
          <p:cNvPr id="85" name="Rectangle 84"/>
          <p:cNvSpPr/>
          <p:nvPr/>
        </p:nvSpPr>
        <p:spPr>
          <a:xfrm>
            <a:off x="7533031" y="2214541"/>
            <a:ext cx="26161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ar-SA" b="1" dirty="0">
                <a:solidFill>
                  <a:schemeClr val="bg1"/>
                </a:solidFill>
              </a:rPr>
              <a:t>-</a:t>
            </a:r>
            <a:endParaRPr lang="fr-FR" dirty="0"/>
          </a:p>
        </p:txBody>
      </p:sp>
      <p:sp>
        <p:nvSpPr>
          <p:cNvPr id="86" name="TextBox 68"/>
          <p:cNvSpPr txBox="1"/>
          <p:nvPr/>
        </p:nvSpPr>
        <p:spPr>
          <a:xfrm>
            <a:off x="4686652" y="2404448"/>
            <a:ext cx="2414331" cy="30777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lvl="0" algn="r" rtl="1"/>
            <a:r>
              <a:rPr lang="ar-DZ" sz="2000" b="1" dirty="0" smtClean="0">
                <a:solidFill>
                  <a:schemeClr val="bg1"/>
                </a:solidFill>
                <a:latin typeface="Times New Roman"/>
                <a:ea typeface="Times New Roman"/>
              </a:rPr>
              <a:t>لتغيير  </a:t>
            </a:r>
            <a:r>
              <a:rPr lang="ar-DZ" sz="2000" b="1" dirty="0">
                <a:solidFill>
                  <a:schemeClr val="bg1"/>
                </a:solidFill>
                <a:latin typeface="Times New Roman"/>
                <a:ea typeface="Times New Roman"/>
              </a:rPr>
              <a:t>نوع  الخط  </a:t>
            </a:r>
            <a:endParaRPr lang="fr-FR" sz="2000" dirty="0">
              <a:solidFill>
                <a:schemeClr val="bg1"/>
              </a:solidFill>
              <a:latin typeface="Times New Roman"/>
              <a:ea typeface="Times New Roman"/>
            </a:endParaRPr>
          </a:p>
        </p:txBody>
      </p:sp>
      <p:grpSp>
        <p:nvGrpSpPr>
          <p:cNvPr id="87" name="Group 104"/>
          <p:cNvGrpSpPr/>
          <p:nvPr/>
        </p:nvGrpSpPr>
        <p:grpSpPr>
          <a:xfrm>
            <a:off x="3563887" y="3082678"/>
            <a:ext cx="4744609" cy="634354"/>
            <a:chOff x="-192866" y="1173645"/>
            <a:chExt cx="4552696" cy="1114425"/>
          </a:xfrm>
        </p:grpSpPr>
        <p:sp>
          <p:nvSpPr>
            <p:cNvPr id="88" name="Rectangle 87"/>
            <p:cNvSpPr/>
            <p:nvPr/>
          </p:nvSpPr>
          <p:spPr>
            <a:xfrm flipH="1">
              <a:off x="3947080" y="1373670"/>
              <a:ext cx="412750" cy="9144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9" name="Freeform 106"/>
            <p:cNvSpPr/>
            <p:nvPr/>
          </p:nvSpPr>
          <p:spPr>
            <a:xfrm rot="5400000" flipH="1">
              <a:off x="3527344" y="1593696"/>
              <a:ext cx="1114425" cy="274323"/>
            </a:xfrm>
            <a:custGeom>
              <a:avLst/>
              <a:gdLst>
                <a:gd name="connsiteX0" fmla="*/ 0 w 633676"/>
                <a:gd name="connsiteY0" fmla="*/ 274320 h 274320"/>
                <a:gd name="connsiteX1" fmla="*/ 68580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633676"/>
                <a:gd name="connsiteY0" fmla="*/ 274320 h 274320"/>
                <a:gd name="connsiteX1" fmla="*/ 115214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576069"/>
                <a:gd name="connsiteY0" fmla="*/ 274320 h 274320"/>
                <a:gd name="connsiteX1" fmla="*/ 57607 w 576069"/>
                <a:gd name="connsiteY1" fmla="*/ 0 h 274320"/>
                <a:gd name="connsiteX2" fmla="*/ 576069 w 576069"/>
                <a:gd name="connsiteY2" fmla="*/ 0 h 274320"/>
                <a:gd name="connsiteX3" fmla="*/ 507489 w 576069"/>
                <a:gd name="connsiteY3" fmla="*/ 274320 h 274320"/>
                <a:gd name="connsiteX4" fmla="*/ 0 w 576069"/>
                <a:gd name="connsiteY4" fmla="*/ 274320 h 274320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65097 w 633677"/>
                <a:gd name="connsiteY3" fmla="*/ 274320 h 274323"/>
                <a:gd name="connsiteX4" fmla="*/ 0 w 633677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18463 w 633677"/>
                <a:gd name="connsiteY3" fmla="*/ 274323 h 274323"/>
                <a:gd name="connsiteX4" fmla="*/ 0 w 633677"/>
                <a:gd name="connsiteY4" fmla="*/ 274323 h 274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3677" h="274323">
                  <a:moveTo>
                    <a:pt x="0" y="274323"/>
                  </a:moveTo>
                  <a:lnTo>
                    <a:pt x="115215" y="0"/>
                  </a:lnTo>
                  <a:lnTo>
                    <a:pt x="633677" y="0"/>
                  </a:lnTo>
                  <a:lnTo>
                    <a:pt x="518463" y="274323"/>
                  </a:lnTo>
                  <a:lnTo>
                    <a:pt x="0" y="274323"/>
                  </a:ln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0" name="Rectangle 89"/>
            <p:cNvSpPr/>
            <p:nvPr/>
          </p:nvSpPr>
          <p:spPr>
            <a:xfrm flipH="1">
              <a:off x="-192866" y="1373671"/>
              <a:ext cx="3777998" cy="9143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1" name="Freeform 108"/>
            <p:cNvSpPr/>
            <p:nvPr/>
          </p:nvSpPr>
          <p:spPr>
            <a:xfrm rot="16200000" flipH="1" flipV="1">
              <a:off x="2887581" y="1593696"/>
              <a:ext cx="1114425" cy="274323"/>
            </a:xfrm>
            <a:custGeom>
              <a:avLst/>
              <a:gdLst>
                <a:gd name="connsiteX0" fmla="*/ 0 w 633676"/>
                <a:gd name="connsiteY0" fmla="*/ 274320 h 274320"/>
                <a:gd name="connsiteX1" fmla="*/ 68580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633676"/>
                <a:gd name="connsiteY0" fmla="*/ 274320 h 274320"/>
                <a:gd name="connsiteX1" fmla="*/ 115214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576069"/>
                <a:gd name="connsiteY0" fmla="*/ 274320 h 274320"/>
                <a:gd name="connsiteX1" fmla="*/ 57607 w 576069"/>
                <a:gd name="connsiteY1" fmla="*/ 0 h 274320"/>
                <a:gd name="connsiteX2" fmla="*/ 576069 w 576069"/>
                <a:gd name="connsiteY2" fmla="*/ 0 h 274320"/>
                <a:gd name="connsiteX3" fmla="*/ 507489 w 576069"/>
                <a:gd name="connsiteY3" fmla="*/ 274320 h 274320"/>
                <a:gd name="connsiteX4" fmla="*/ 0 w 576069"/>
                <a:gd name="connsiteY4" fmla="*/ 274320 h 274320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65097 w 633677"/>
                <a:gd name="connsiteY3" fmla="*/ 274320 h 274323"/>
                <a:gd name="connsiteX4" fmla="*/ 0 w 633677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18463 w 633677"/>
                <a:gd name="connsiteY3" fmla="*/ 274323 h 274323"/>
                <a:gd name="connsiteX4" fmla="*/ 0 w 633677"/>
                <a:gd name="connsiteY4" fmla="*/ 274323 h 274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3677" h="274323">
                  <a:moveTo>
                    <a:pt x="0" y="274323"/>
                  </a:moveTo>
                  <a:lnTo>
                    <a:pt x="115215" y="0"/>
                  </a:lnTo>
                  <a:lnTo>
                    <a:pt x="633677" y="0"/>
                  </a:lnTo>
                  <a:lnTo>
                    <a:pt x="518463" y="274323"/>
                  </a:lnTo>
                  <a:lnTo>
                    <a:pt x="0" y="274323"/>
                  </a:ln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2" name="Rectangle 91"/>
            <p:cNvSpPr/>
            <p:nvPr/>
          </p:nvSpPr>
          <p:spPr>
            <a:xfrm flipH="1">
              <a:off x="3306524" y="1173645"/>
              <a:ext cx="914400" cy="914400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400" b="1" dirty="0"/>
            </a:p>
          </p:txBody>
        </p:sp>
      </p:grpSp>
      <p:grpSp>
        <p:nvGrpSpPr>
          <p:cNvPr id="93" name="Group 118"/>
          <p:cNvGrpSpPr/>
          <p:nvPr/>
        </p:nvGrpSpPr>
        <p:grpSpPr>
          <a:xfrm>
            <a:off x="3563887" y="4005064"/>
            <a:ext cx="4744611" cy="628746"/>
            <a:chOff x="-192867" y="2392845"/>
            <a:chExt cx="4552697" cy="1114425"/>
          </a:xfrm>
        </p:grpSpPr>
        <p:sp>
          <p:nvSpPr>
            <p:cNvPr id="94" name="Rectangle 93"/>
            <p:cNvSpPr/>
            <p:nvPr/>
          </p:nvSpPr>
          <p:spPr>
            <a:xfrm flipH="1">
              <a:off x="3947080" y="2592870"/>
              <a:ext cx="412750" cy="9144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5" name="Freeform 120"/>
            <p:cNvSpPr/>
            <p:nvPr/>
          </p:nvSpPr>
          <p:spPr>
            <a:xfrm rot="5400000" flipH="1">
              <a:off x="3527344" y="2812896"/>
              <a:ext cx="1114425" cy="274323"/>
            </a:xfrm>
            <a:custGeom>
              <a:avLst/>
              <a:gdLst>
                <a:gd name="connsiteX0" fmla="*/ 0 w 633676"/>
                <a:gd name="connsiteY0" fmla="*/ 274320 h 274320"/>
                <a:gd name="connsiteX1" fmla="*/ 68580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633676"/>
                <a:gd name="connsiteY0" fmla="*/ 274320 h 274320"/>
                <a:gd name="connsiteX1" fmla="*/ 115214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576069"/>
                <a:gd name="connsiteY0" fmla="*/ 274320 h 274320"/>
                <a:gd name="connsiteX1" fmla="*/ 57607 w 576069"/>
                <a:gd name="connsiteY1" fmla="*/ 0 h 274320"/>
                <a:gd name="connsiteX2" fmla="*/ 576069 w 576069"/>
                <a:gd name="connsiteY2" fmla="*/ 0 h 274320"/>
                <a:gd name="connsiteX3" fmla="*/ 507489 w 576069"/>
                <a:gd name="connsiteY3" fmla="*/ 274320 h 274320"/>
                <a:gd name="connsiteX4" fmla="*/ 0 w 576069"/>
                <a:gd name="connsiteY4" fmla="*/ 274320 h 274320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65097 w 633677"/>
                <a:gd name="connsiteY3" fmla="*/ 274320 h 274323"/>
                <a:gd name="connsiteX4" fmla="*/ 0 w 633677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18463 w 633677"/>
                <a:gd name="connsiteY3" fmla="*/ 274323 h 274323"/>
                <a:gd name="connsiteX4" fmla="*/ 0 w 633677"/>
                <a:gd name="connsiteY4" fmla="*/ 274323 h 274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3677" h="274323">
                  <a:moveTo>
                    <a:pt x="0" y="274323"/>
                  </a:moveTo>
                  <a:lnTo>
                    <a:pt x="115215" y="0"/>
                  </a:lnTo>
                  <a:lnTo>
                    <a:pt x="633677" y="0"/>
                  </a:lnTo>
                  <a:lnTo>
                    <a:pt x="518463" y="274323"/>
                  </a:lnTo>
                  <a:lnTo>
                    <a:pt x="0" y="274323"/>
                  </a:lnTo>
                  <a:close/>
                </a:path>
              </a:pathLst>
            </a:custGeom>
            <a:solidFill>
              <a:schemeClr val="accent3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6" name="Rectangle 95"/>
            <p:cNvSpPr/>
            <p:nvPr/>
          </p:nvSpPr>
          <p:spPr>
            <a:xfrm flipH="1">
              <a:off x="-192867" y="2592869"/>
              <a:ext cx="3777993" cy="914401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7" name="Freeform 122"/>
            <p:cNvSpPr/>
            <p:nvPr/>
          </p:nvSpPr>
          <p:spPr>
            <a:xfrm rot="16200000" flipH="1" flipV="1">
              <a:off x="2887581" y="2812896"/>
              <a:ext cx="1114425" cy="274323"/>
            </a:xfrm>
            <a:custGeom>
              <a:avLst/>
              <a:gdLst>
                <a:gd name="connsiteX0" fmla="*/ 0 w 633676"/>
                <a:gd name="connsiteY0" fmla="*/ 274320 h 274320"/>
                <a:gd name="connsiteX1" fmla="*/ 68580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633676"/>
                <a:gd name="connsiteY0" fmla="*/ 274320 h 274320"/>
                <a:gd name="connsiteX1" fmla="*/ 115214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576069"/>
                <a:gd name="connsiteY0" fmla="*/ 274320 h 274320"/>
                <a:gd name="connsiteX1" fmla="*/ 57607 w 576069"/>
                <a:gd name="connsiteY1" fmla="*/ 0 h 274320"/>
                <a:gd name="connsiteX2" fmla="*/ 576069 w 576069"/>
                <a:gd name="connsiteY2" fmla="*/ 0 h 274320"/>
                <a:gd name="connsiteX3" fmla="*/ 507489 w 576069"/>
                <a:gd name="connsiteY3" fmla="*/ 274320 h 274320"/>
                <a:gd name="connsiteX4" fmla="*/ 0 w 576069"/>
                <a:gd name="connsiteY4" fmla="*/ 274320 h 274320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65097 w 633677"/>
                <a:gd name="connsiteY3" fmla="*/ 274320 h 274323"/>
                <a:gd name="connsiteX4" fmla="*/ 0 w 633677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18463 w 633677"/>
                <a:gd name="connsiteY3" fmla="*/ 274323 h 274323"/>
                <a:gd name="connsiteX4" fmla="*/ 0 w 633677"/>
                <a:gd name="connsiteY4" fmla="*/ 274323 h 274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3677" h="274323">
                  <a:moveTo>
                    <a:pt x="0" y="274323"/>
                  </a:moveTo>
                  <a:lnTo>
                    <a:pt x="115215" y="0"/>
                  </a:lnTo>
                  <a:lnTo>
                    <a:pt x="633677" y="0"/>
                  </a:lnTo>
                  <a:lnTo>
                    <a:pt x="518463" y="274323"/>
                  </a:lnTo>
                  <a:lnTo>
                    <a:pt x="0" y="274323"/>
                  </a:lnTo>
                  <a:close/>
                </a:path>
              </a:pathLst>
            </a:custGeom>
            <a:solidFill>
              <a:schemeClr val="accent3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8" name="Rectangle 97"/>
            <p:cNvSpPr/>
            <p:nvPr/>
          </p:nvSpPr>
          <p:spPr>
            <a:xfrm flipH="1">
              <a:off x="3306524" y="2392845"/>
              <a:ext cx="914400" cy="9144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400" b="1" dirty="0"/>
            </a:p>
          </p:txBody>
        </p:sp>
      </p:grpSp>
      <p:sp>
        <p:nvSpPr>
          <p:cNvPr id="99" name="Rectangle 98"/>
          <p:cNvSpPr/>
          <p:nvPr/>
        </p:nvSpPr>
        <p:spPr>
          <a:xfrm>
            <a:off x="4794049" y="3243195"/>
            <a:ext cx="244224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rtl="1"/>
            <a:r>
              <a:rPr lang="ar-DZ" sz="2000" b="1" dirty="0">
                <a:solidFill>
                  <a:schemeClr val="bg1"/>
                </a:solidFill>
                <a:latin typeface="Times New Roman"/>
                <a:ea typeface="Times New Roman"/>
              </a:rPr>
              <a:t>تكبير وتصغير حجم الخط </a:t>
            </a:r>
            <a:endParaRPr lang="fr-FR" sz="2000" dirty="0">
              <a:solidFill>
                <a:schemeClr val="bg1"/>
              </a:solidFill>
              <a:latin typeface="Times New Roman"/>
              <a:ea typeface="Times New Roman"/>
            </a:endParaRPr>
          </a:p>
        </p:txBody>
      </p:sp>
      <p:sp>
        <p:nvSpPr>
          <p:cNvPr id="100" name="Rectangle 99"/>
          <p:cNvSpPr/>
          <p:nvPr/>
        </p:nvSpPr>
        <p:spPr>
          <a:xfrm>
            <a:off x="7581586" y="3089368"/>
            <a:ext cx="26161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ar-SA" b="1" dirty="0">
                <a:solidFill>
                  <a:schemeClr val="bg1"/>
                </a:solidFill>
              </a:rPr>
              <a:t>-</a:t>
            </a:r>
            <a:endParaRPr lang="fr-FR" dirty="0"/>
          </a:p>
        </p:txBody>
      </p:sp>
      <p:sp>
        <p:nvSpPr>
          <p:cNvPr id="101" name="Rectangle 100"/>
          <p:cNvSpPr/>
          <p:nvPr/>
        </p:nvSpPr>
        <p:spPr>
          <a:xfrm>
            <a:off x="7595531" y="4005065"/>
            <a:ext cx="26161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ar-SA" b="1" dirty="0">
                <a:solidFill>
                  <a:schemeClr val="bg1"/>
                </a:solidFill>
              </a:rPr>
              <a:t>-</a:t>
            </a:r>
            <a:endParaRPr lang="fr-FR" dirty="0"/>
          </a:p>
        </p:txBody>
      </p:sp>
      <p:sp>
        <p:nvSpPr>
          <p:cNvPr id="102" name="Rectangle 101"/>
          <p:cNvSpPr/>
          <p:nvPr/>
        </p:nvSpPr>
        <p:spPr>
          <a:xfrm>
            <a:off x="5530121" y="4166069"/>
            <a:ext cx="164019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r" rtl="1">
              <a:tabLst>
                <a:tab pos="1581785" algn="l"/>
              </a:tabLst>
            </a:pPr>
            <a:r>
              <a:rPr lang="ar-DZ" sz="2000" b="1" dirty="0">
                <a:solidFill>
                  <a:schemeClr val="bg1"/>
                </a:solidFill>
                <a:latin typeface="Times New Roman"/>
                <a:ea typeface="Times New Roman"/>
              </a:rPr>
              <a:t>تحديد اتجاه الخط </a:t>
            </a:r>
            <a:endParaRPr lang="fr-FR" sz="2000" dirty="0">
              <a:solidFill>
                <a:schemeClr val="bg1"/>
              </a:solidFill>
              <a:latin typeface="Times New Roman"/>
              <a:ea typeface="Times New Roman"/>
            </a:endParaRPr>
          </a:p>
        </p:txBody>
      </p:sp>
      <p:grpSp>
        <p:nvGrpSpPr>
          <p:cNvPr id="103" name="Group 104"/>
          <p:cNvGrpSpPr/>
          <p:nvPr/>
        </p:nvGrpSpPr>
        <p:grpSpPr>
          <a:xfrm>
            <a:off x="3563887" y="4882878"/>
            <a:ext cx="4747286" cy="634354"/>
            <a:chOff x="-195436" y="1173645"/>
            <a:chExt cx="4555266" cy="1114425"/>
          </a:xfrm>
        </p:grpSpPr>
        <p:sp>
          <p:nvSpPr>
            <p:cNvPr id="104" name="Rectangle 103"/>
            <p:cNvSpPr/>
            <p:nvPr/>
          </p:nvSpPr>
          <p:spPr>
            <a:xfrm flipH="1">
              <a:off x="3947080" y="1373670"/>
              <a:ext cx="412750" cy="9144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5" name="Freeform 106"/>
            <p:cNvSpPr/>
            <p:nvPr/>
          </p:nvSpPr>
          <p:spPr>
            <a:xfrm rot="5400000" flipH="1">
              <a:off x="3527344" y="1593696"/>
              <a:ext cx="1114425" cy="274323"/>
            </a:xfrm>
            <a:custGeom>
              <a:avLst/>
              <a:gdLst>
                <a:gd name="connsiteX0" fmla="*/ 0 w 633676"/>
                <a:gd name="connsiteY0" fmla="*/ 274320 h 274320"/>
                <a:gd name="connsiteX1" fmla="*/ 68580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633676"/>
                <a:gd name="connsiteY0" fmla="*/ 274320 h 274320"/>
                <a:gd name="connsiteX1" fmla="*/ 115214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576069"/>
                <a:gd name="connsiteY0" fmla="*/ 274320 h 274320"/>
                <a:gd name="connsiteX1" fmla="*/ 57607 w 576069"/>
                <a:gd name="connsiteY1" fmla="*/ 0 h 274320"/>
                <a:gd name="connsiteX2" fmla="*/ 576069 w 576069"/>
                <a:gd name="connsiteY2" fmla="*/ 0 h 274320"/>
                <a:gd name="connsiteX3" fmla="*/ 507489 w 576069"/>
                <a:gd name="connsiteY3" fmla="*/ 274320 h 274320"/>
                <a:gd name="connsiteX4" fmla="*/ 0 w 576069"/>
                <a:gd name="connsiteY4" fmla="*/ 274320 h 274320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65097 w 633677"/>
                <a:gd name="connsiteY3" fmla="*/ 274320 h 274323"/>
                <a:gd name="connsiteX4" fmla="*/ 0 w 633677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18463 w 633677"/>
                <a:gd name="connsiteY3" fmla="*/ 274323 h 274323"/>
                <a:gd name="connsiteX4" fmla="*/ 0 w 633677"/>
                <a:gd name="connsiteY4" fmla="*/ 274323 h 274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3677" h="274323">
                  <a:moveTo>
                    <a:pt x="0" y="274323"/>
                  </a:moveTo>
                  <a:lnTo>
                    <a:pt x="115215" y="0"/>
                  </a:lnTo>
                  <a:lnTo>
                    <a:pt x="633677" y="0"/>
                  </a:lnTo>
                  <a:lnTo>
                    <a:pt x="518463" y="274323"/>
                  </a:lnTo>
                  <a:lnTo>
                    <a:pt x="0" y="274323"/>
                  </a:lnTo>
                  <a:close/>
                </a:path>
              </a:pathLst>
            </a:cu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6" name="Rectangle 105"/>
            <p:cNvSpPr/>
            <p:nvPr/>
          </p:nvSpPr>
          <p:spPr>
            <a:xfrm flipH="1">
              <a:off x="-195436" y="1373671"/>
              <a:ext cx="3780563" cy="914399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7" name="Freeform 108"/>
            <p:cNvSpPr/>
            <p:nvPr/>
          </p:nvSpPr>
          <p:spPr>
            <a:xfrm rot="16200000" flipH="1" flipV="1">
              <a:off x="2887581" y="1593696"/>
              <a:ext cx="1114425" cy="274323"/>
            </a:xfrm>
            <a:custGeom>
              <a:avLst/>
              <a:gdLst>
                <a:gd name="connsiteX0" fmla="*/ 0 w 633676"/>
                <a:gd name="connsiteY0" fmla="*/ 274320 h 274320"/>
                <a:gd name="connsiteX1" fmla="*/ 68580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633676"/>
                <a:gd name="connsiteY0" fmla="*/ 274320 h 274320"/>
                <a:gd name="connsiteX1" fmla="*/ 115214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576069"/>
                <a:gd name="connsiteY0" fmla="*/ 274320 h 274320"/>
                <a:gd name="connsiteX1" fmla="*/ 57607 w 576069"/>
                <a:gd name="connsiteY1" fmla="*/ 0 h 274320"/>
                <a:gd name="connsiteX2" fmla="*/ 576069 w 576069"/>
                <a:gd name="connsiteY2" fmla="*/ 0 h 274320"/>
                <a:gd name="connsiteX3" fmla="*/ 507489 w 576069"/>
                <a:gd name="connsiteY3" fmla="*/ 274320 h 274320"/>
                <a:gd name="connsiteX4" fmla="*/ 0 w 576069"/>
                <a:gd name="connsiteY4" fmla="*/ 274320 h 274320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65097 w 633677"/>
                <a:gd name="connsiteY3" fmla="*/ 274320 h 274323"/>
                <a:gd name="connsiteX4" fmla="*/ 0 w 633677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18463 w 633677"/>
                <a:gd name="connsiteY3" fmla="*/ 274323 h 274323"/>
                <a:gd name="connsiteX4" fmla="*/ 0 w 633677"/>
                <a:gd name="connsiteY4" fmla="*/ 274323 h 274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3677" h="274323">
                  <a:moveTo>
                    <a:pt x="0" y="274323"/>
                  </a:moveTo>
                  <a:lnTo>
                    <a:pt x="115215" y="0"/>
                  </a:lnTo>
                  <a:lnTo>
                    <a:pt x="633677" y="0"/>
                  </a:lnTo>
                  <a:lnTo>
                    <a:pt x="518463" y="274323"/>
                  </a:lnTo>
                  <a:lnTo>
                    <a:pt x="0" y="274323"/>
                  </a:lnTo>
                  <a:close/>
                </a:path>
              </a:pathLst>
            </a:cu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8" name="Rectangle 107"/>
            <p:cNvSpPr/>
            <p:nvPr/>
          </p:nvSpPr>
          <p:spPr>
            <a:xfrm flipH="1">
              <a:off x="3306524" y="1173645"/>
              <a:ext cx="914400" cy="914400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400" b="1" dirty="0"/>
            </a:p>
          </p:txBody>
        </p:sp>
      </p:grpSp>
      <p:sp>
        <p:nvSpPr>
          <p:cNvPr id="109" name="Rectangle 108"/>
          <p:cNvSpPr/>
          <p:nvPr/>
        </p:nvSpPr>
        <p:spPr>
          <a:xfrm>
            <a:off x="5432679" y="5041649"/>
            <a:ext cx="173689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rtl="1">
              <a:spcAft>
                <a:spcPts val="0"/>
              </a:spcAft>
            </a:pPr>
            <a:r>
              <a:rPr lang="ar-DZ" sz="2000" b="1" dirty="0">
                <a:solidFill>
                  <a:schemeClr val="bg1"/>
                </a:solidFill>
                <a:latin typeface="Times New Roman"/>
                <a:ea typeface="Times New Roman"/>
              </a:rPr>
              <a:t>تلوين الخط </a:t>
            </a:r>
            <a:endParaRPr lang="fr-FR" sz="2000" b="1" dirty="0">
              <a:solidFill>
                <a:schemeClr val="bg1"/>
              </a:solidFill>
              <a:latin typeface="Times New Roman"/>
              <a:ea typeface="Times New Roman"/>
            </a:endParaRPr>
          </a:p>
        </p:txBody>
      </p:sp>
      <p:sp>
        <p:nvSpPr>
          <p:cNvPr id="110" name="Rectangle 109"/>
          <p:cNvSpPr/>
          <p:nvPr/>
        </p:nvSpPr>
        <p:spPr>
          <a:xfrm>
            <a:off x="7584263" y="4889568"/>
            <a:ext cx="26161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ar-SA" b="1" dirty="0">
                <a:solidFill>
                  <a:schemeClr val="bg1"/>
                </a:solidFill>
              </a:rPr>
              <a:t>-</a:t>
            </a:r>
            <a:endParaRPr lang="fr-FR" dirty="0"/>
          </a:p>
        </p:txBody>
      </p:sp>
      <p:pic>
        <p:nvPicPr>
          <p:cNvPr id="111" name="Image 110" descr="نوع خط"/>
          <p:cNvPicPr/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3959932" y="3267109"/>
            <a:ext cx="667343" cy="3712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6" name="Image 115" descr="خط"/>
          <p:cNvPicPr/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3704487" y="2404448"/>
            <a:ext cx="1728192" cy="3764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7" name="Image 116" descr="لون الخط"/>
          <p:cNvPicPr/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4208543" y="5074234"/>
            <a:ext cx="507473" cy="3901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8" name="Image 117" descr="Capture2.PNG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3789798" y="4179073"/>
            <a:ext cx="1564404" cy="390647"/>
          </a:xfrm>
          <a:prstGeom prst="rect">
            <a:avLst/>
          </a:prstGeom>
        </p:spPr>
      </p:pic>
      <p:sp>
        <p:nvSpPr>
          <p:cNvPr id="78" name="ZoneTexte 77"/>
          <p:cNvSpPr txBox="1"/>
          <p:nvPr/>
        </p:nvSpPr>
        <p:spPr>
          <a:xfrm>
            <a:off x="2771800" y="24943"/>
            <a:ext cx="28803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DZ" sz="2800" b="1" dirty="0" smtClean="0">
                <a:solidFill>
                  <a:schemeClr val="bg1"/>
                </a:solidFill>
              </a:rPr>
              <a:t>استعمال برنامج الدفتر</a:t>
            </a:r>
            <a:endParaRPr lang="fr-FR" sz="2800" b="1" dirty="0">
              <a:solidFill>
                <a:schemeClr val="bg1"/>
              </a:solidFill>
            </a:endParaRPr>
          </a:p>
        </p:txBody>
      </p:sp>
      <p:pic>
        <p:nvPicPr>
          <p:cNvPr id="60" name="Image 59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6539" y="-27384"/>
            <a:ext cx="1131205" cy="639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67551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3000"/>
                            </p:stCondLst>
                            <p:childTnLst>
                              <p:par>
                                <p:cTn id="31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3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500"/>
                            </p:stCondLst>
                            <p:childTnLst>
                              <p:par>
                                <p:cTn id="3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7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4000"/>
                            </p:stCondLst>
                            <p:childTnLst>
                              <p:par>
                                <p:cTn id="3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4500"/>
                            </p:stCondLst>
                            <p:childTnLst>
                              <p:par>
                                <p:cTn id="4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7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0"/>
                            </p:stCondLst>
                            <p:childTnLst>
                              <p:par>
                                <p:cTn id="4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1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500"/>
                            </p:stCondLst>
                            <p:childTnLst>
                              <p:par>
                                <p:cTn id="5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6000"/>
                            </p:stCondLst>
                            <p:childTnLst>
                              <p:par>
                                <p:cTn id="5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1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6500"/>
                            </p:stCondLst>
                            <p:childTnLst>
                              <p:par>
                                <p:cTn id="63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5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7000"/>
                            </p:stCondLst>
                            <p:childTnLst>
                              <p:par>
                                <p:cTn id="6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7500"/>
                            </p:stCondLst>
                            <p:childTnLst>
                              <p:par>
                                <p:cTn id="7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5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 animBg="1"/>
      <p:bldP spid="47" grpId="0" animBg="1"/>
      <p:bldP spid="48" grpId="0"/>
      <p:bldP spid="49" grpId="0"/>
      <p:bldP spid="85" grpId="0"/>
      <p:bldP spid="86" grpId="0"/>
      <p:bldP spid="99" grpId="0"/>
      <p:bldP spid="100" grpId="0"/>
      <p:bldP spid="101" grpId="0"/>
      <p:bldP spid="102" grpId="0"/>
      <p:bldP spid="109" grpId="0"/>
      <p:bldP spid="110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Image 21" descr="news-tv-studio-set-45-virtual-green-screen-background-loop_hpc80ufm__F0000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620688"/>
            <a:ext cx="9144000" cy="5688632"/>
          </a:xfrm>
          <a:prstGeom prst="rect">
            <a:avLst/>
          </a:prstGeom>
        </p:spPr>
      </p:pic>
      <p:grpSp>
        <p:nvGrpSpPr>
          <p:cNvPr id="4" name="Groupe 3"/>
          <p:cNvGrpSpPr/>
          <p:nvPr/>
        </p:nvGrpSpPr>
        <p:grpSpPr>
          <a:xfrm>
            <a:off x="-180528" y="0"/>
            <a:ext cx="9324528" cy="6957392"/>
            <a:chOff x="-180528" y="0"/>
            <a:chExt cx="9324528" cy="6957392"/>
          </a:xfrm>
        </p:grpSpPr>
        <p:grpSp>
          <p:nvGrpSpPr>
            <p:cNvPr id="5" name="Groupe 4"/>
            <p:cNvGrpSpPr/>
            <p:nvPr/>
          </p:nvGrpSpPr>
          <p:grpSpPr>
            <a:xfrm>
              <a:off x="-180528" y="0"/>
              <a:ext cx="9324528" cy="6957392"/>
              <a:chOff x="-180528" y="0"/>
              <a:chExt cx="9324528" cy="6957392"/>
            </a:xfrm>
          </p:grpSpPr>
          <p:grpSp>
            <p:nvGrpSpPr>
              <p:cNvPr id="7" name="Groupe 180"/>
              <p:cNvGrpSpPr/>
              <p:nvPr/>
            </p:nvGrpSpPr>
            <p:grpSpPr>
              <a:xfrm>
                <a:off x="0" y="0"/>
                <a:ext cx="9144000" cy="6885384"/>
                <a:chOff x="0" y="0"/>
                <a:chExt cx="9144000" cy="6885384"/>
              </a:xfrm>
            </p:grpSpPr>
            <p:grpSp>
              <p:nvGrpSpPr>
                <p:cNvPr id="15" name="Groupe 18"/>
                <p:cNvGrpSpPr/>
                <p:nvPr/>
              </p:nvGrpSpPr>
              <p:grpSpPr>
                <a:xfrm>
                  <a:off x="0" y="0"/>
                  <a:ext cx="9144000" cy="6885384"/>
                  <a:chOff x="0" y="0"/>
                  <a:chExt cx="9144000" cy="6885384"/>
                </a:xfrm>
              </p:grpSpPr>
              <p:sp>
                <p:nvSpPr>
                  <p:cNvPr id="17" name="Rectangle 16"/>
                  <p:cNvSpPr/>
                  <p:nvPr/>
                </p:nvSpPr>
                <p:spPr>
                  <a:xfrm rot="10800000" flipV="1">
                    <a:off x="0" y="0"/>
                    <a:ext cx="6983760" cy="620688"/>
                  </a:xfrm>
                  <a:prstGeom prst="rect">
                    <a:avLst/>
                  </a:prstGeom>
                  <a:solidFill>
                    <a:srgbClr val="E34F5A"/>
                  </a:solidFill>
                  <a:ln>
                    <a:noFill/>
                  </a:ln>
                </p:spPr>
                <p:style>
                  <a:lnRef idx="1">
                    <a:schemeClr val="accent6"/>
                  </a:lnRef>
                  <a:fillRef idx="3">
                    <a:schemeClr val="accent6"/>
                  </a:fillRef>
                  <a:effectRef idx="2">
                    <a:schemeClr val="accent6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  <p:grpSp>
                <p:nvGrpSpPr>
                  <p:cNvPr id="18" name="Groupe 15"/>
                  <p:cNvGrpSpPr/>
                  <p:nvPr/>
                </p:nvGrpSpPr>
                <p:grpSpPr>
                  <a:xfrm>
                    <a:off x="0" y="6237312"/>
                    <a:ext cx="9144000" cy="648072"/>
                    <a:chOff x="0" y="6237312"/>
                    <a:chExt cx="9144000" cy="648072"/>
                  </a:xfrm>
                </p:grpSpPr>
                <p:sp>
                  <p:nvSpPr>
                    <p:cNvPr id="20" name="Rectangle 19"/>
                    <p:cNvSpPr/>
                    <p:nvPr/>
                  </p:nvSpPr>
                  <p:spPr>
                    <a:xfrm>
                      <a:off x="0" y="6309320"/>
                      <a:ext cx="9144000" cy="576064"/>
                    </a:xfrm>
                    <a:prstGeom prst="rect">
                      <a:avLst/>
                    </a:prstGeom>
                    <a:solidFill>
                      <a:srgbClr val="D75BB4"/>
                    </a:solidFill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fr-FR"/>
                    </a:p>
                  </p:txBody>
                </p:sp>
                <p:sp>
                  <p:nvSpPr>
                    <p:cNvPr id="21" name="Rectangle 20"/>
                    <p:cNvSpPr/>
                    <p:nvPr/>
                  </p:nvSpPr>
                  <p:spPr>
                    <a:xfrm flipV="1">
                      <a:off x="0" y="6237312"/>
                      <a:ext cx="9144000" cy="72008"/>
                    </a:xfrm>
                    <a:prstGeom prst="rect">
                      <a:avLst/>
                    </a:prstGeom>
                    <a:solidFill>
                      <a:srgbClr val="E34F5A"/>
                    </a:solidFill>
                    <a:ln>
                      <a:noFill/>
                    </a:ln>
                  </p:spPr>
                  <p:style>
                    <a:lnRef idx="1">
                      <a:schemeClr val="accent6"/>
                    </a:lnRef>
                    <a:fillRef idx="3">
                      <a:schemeClr val="accent6"/>
                    </a:fillRef>
                    <a:effectRef idx="2">
                      <a:schemeClr val="accent6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fr-FR"/>
                    </a:p>
                  </p:txBody>
                </p:sp>
              </p:grpSp>
              <p:sp>
                <p:nvSpPr>
                  <p:cNvPr id="19" name="Rectangle 18"/>
                  <p:cNvSpPr/>
                  <p:nvPr/>
                </p:nvSpPr>
                <p:spPr>
                  <a:xfrm rot="10800000" flipV="1">
                    <a:off x="7020272" y="0"/>
                    <a:ext cx="2123728" cy="620688"/>
                  </a:xfrm>
                  <a:prstGeom prst="rect">
                    <a:avLst/>
                  </a:prstGeom>
                  <a:solidFill>
                    <a:srgbClr val="D75BB4"/>
                  </a:solidFill>
                  <a:ln>
                    <a:noFill/>
                  </a:ln>
                </p:spPr>
                <p:style>
                  <a:lnRef idx="1">
                    <a:schemeClr val="accent6"/>
                  </a:lnRef>
                  <a:fillRef idx="3">
                    <a:schemeClr val="accent6"/>
                  </a:fillRef>
                  <a:effectRef idx="2">
                    <a:schemeClr val="accent6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 dirty="0"/>
                  </a:p>
                </p:txBody>
              </p:sp>
            </p:grpSp>
            <p:sp>
              <p:nvSpPr>
                <p:cNvPr id="16" name="ZoneTexte 15"/>
                <p:cNvSpPr txBox="1"/>
                <p:nvPr/>
              </p:nvSpPr>
              <p:spPr>
                <a:xfrm>
                  <a:off x="7164288" y="87015"/>
                  <a:ext cx="1872208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 rtl="1"/>
                  <a:r>
                    <a:rPr lang="ar-DZ" sz="2400" b="1" dirty="0" smtClean="0">
                      <a:solidFill>
                        <a:schemeClr val="bg1"/>
                      </a:solidFill>
                    </a:rPr>
                    <a:t>المجال المفاهيمي</a:t>
                  </a:r>
                  <a:endParaRPr lang="fr-FR" sz="2400" b="1" dirty="0">
                    <a:solidFill>
                      <a:schemeClr val="bg1"/>
                    </a:solidFill>
                  </a:endParaRPr>
                </a:p>
              </p:txBody>
            </p:sp>
          </p:grpSp>
          <p:sp>
            <p:nvSpPr>
              <p:cNvPr id="8" name="ZoneTexte 7"/>
              <p:cNvSpPr txBox="1"/>
              <p:nvPr/>
            </p:nvSpPr>
            <p:spPr>
              <a:xfrm>
                <a:off x="2339752" y="87015"/>
                <a:ext cx="345638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 rtl="1"/>
                <a:r>
                  <a:rPr lang="ar-DZ" sz="2400" b="1" dirty="0" smtClean="0">
                    <a:solidFill>
                      <a:schemeClr val="bg1"/>
                    </a:solidFill>
                  </a:rPr>
                  <a:t>استخــــدام الحاســــــوب</a:t>
                </a:r>
                <a:endParaRPr lang="fr-FR" sz="2400" b="1" dirty="0">
                  <a:solidFill>
                    <a:schemeClr val="bg1"/>
                  </a:solidFill>
                </a:endParaRPr>
              </a:p>
            </p:txBody>
          </p:sp>
          <p:pic>
            <p:nvPicPr>
              <p:cNvPr id="9" name="Image 8" descr="3-2-blogging-transparent-thumb.png"/>
              <p:cNvPicPr>
                <a:picLocks noChangeAspect="1"/>
              </p:cNvPicPr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2195736" y="6165304"/>
                <a:ext cx="864096" cy="741369"/>
              </a:xfrm>
              <a:prstGeom prst="rect">
                <a:avLst/>
              </a:prstGeom>
            </p:spPr>
          </p:pic>
          <p:pic>
            <p:nvPicPr>
              <p:cNvPr id="10" name="Picture 1" descr="C:\Users\RIDHA\Downloads\صور المعلوماتية\computer_pc_PNG7714.png"/>
              <p:cNvPicPr>
                <a:picLocks noChangeAspect="1" noChangeArrowheads="1"/>
              </p:cNvPicPr>
              <p:nvPr/>
            </p:nvPicPr>
            <p:blipFill>
              <a:blip r:embed="rId4" cstate="print"/>
              <a:srcRect/>
              <a:stretch>
                <a:fillRect/>
              </a:stretch>
            </p:blipFill>
            <p:spPr bwMode="auto">
              <a:xfrm>
                <a:off x="971600" y="0"/>
                <a:ext cx="1944216" cy="637297"/>
              </a:xfrm>
              <a:prstGeom prst="rect">
                <a:avLst/>
              </a:prstGeom>
              <a:noFill/>
            </p:spPr>
          </p:pic>
          <p:pic>
            <p:nvPicPr>
              <p:cNvPr id="11" name="Image 10" descr="12-2-education-png-image-thumb.png"/>
              <p:cNvPicPr>
                <a:picLocks noChangeAspect="1"/>
              </p:cNvPicPr>
              <p:nvPr/>
            </p:nvPicPr>
            <p:blipFill>
              <a:blip r:embed="rId5" cstate="print"/>
              <a:stretch>
                <a:fillRect/>
              </a:stretch>
            </p:blipFill>
            <p:spPr>
              <a:xfrm>
                <a:off x="8388424" y="5976664"/>
                <a:ext cx="720080" cy="980728"/>
              </a:xfrm>
              <a:prstGeom prst="rect">
                <a:avLst/>
              </a:prstGeom>
            </p:spPr>
          </p:pic>
          <p:sp>
            <p:nvSpPr>
              <p:cNvPr id="12" name="ZoneTexte 11"/>
              <p:cNvSpPr txBox="1"/>
              <p:nvPr/>
            </p:nvSpPr>
            <p:spPr>
              <a:xfrm>
                <a:off x="5652120" y="6381328"/>
                <a:ext cx="2808312" cy="3847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 rtl="1"/>
                <a:r>
                  <a:rPr lang="ar-DZ" sz="1900" b="1" dirty="0" smtClean="0">
                    <a:solidFill>
                      <a:schemeClr val="bg1"/>
                    </a:solidFill>
                  </a:rPr>
                  <a:t>متوسطة قلواز </a:t>
                </a:r>
                <a:r>
                  <a:rPr lang="ar-DZ" sz="1900" b="1" dirty="0" err="1" smtClean="0">
                    <a:solidFill>
                      <a:schemeClr val="bg1"/>
                    </a:solidFill>
                  </a:rPr>
                  <a:t>موسى </a:t>
                </a:r>
                <a:r>
                  <a:rPr lang="ar-DZ" sz="1900" b="1" dirty="0" smtClean="0">
                    <a:solidFill>
                      <a:schemeClr val="bg1"/>
                    </a:solidFill>
                  </a:rPr>
                  <a:t>- بوراشد</a:t>
                </a:r>
                <a:endParaRPr lang="fr-FR" sz="19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3" name="ZoneTexte 12"/>
              <p:cNvSpPr txBox="1"/>
              <p:nvPr/>
            </p:nvSpPr>
            <p:spPr>
              <a:xfrm>
                <a:off x="-180528" y="6396335"/>
                <a:ext cx="244827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 rtl="1"/>
                <a:r>
                  <a:rPr lang="ar-DZ" sz="2000" b="1" dirty="0" smtClean="0">
                    <a:solidFill>
                      <a:schemeClr val="bg1"/>
                    </a:solidFill>
                  </a:rPr>
                  <a:t>تصميم الأستاذ ماحي رضا</a:t>
                </a:r>
                <a:endParaRPr lang="fr-FR" sz="20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4" name="ZoneTexte 13"/>
              <p:cNvSpPr txBox="1"/>
              <p:nvPr/>
            </p:nvSpPr>
            <p:spPr>
              <a:xfrm>
                <a:off x="2987824" y="6381328"/>
                <a:ext cx="208823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 rtl="1"/>
                <a:r>
                  <a:rPr lang="ar-DZ" sz="2000" b="1" dirty="0" smtClean="0">
                    <a:solidFill>
                      <a:schemeClr val="bg1"/>
                    </a:solidFill>
                  </a:rPr>
                  <a:t>المستوى:أولى متوسط</a:t>
                </a:r>
                <a:endParaRPr lang="fr-FR" sz="2000" b="1" dirty="0">
                  <a:solidFill>
                    <a:schemeClr val="bg1"/>
                  </a:solidFill>
                </a:endParaRPr>
              </a:p>
            </p:txBody>
          </p:sp>
        </p:grpSp>
        <p:pic>
          <p:nvPicPr>
            <p:cNvPr id="6" name="Image 5" descr="3d print business.png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788024" y="6274668"/>
              <a:ext cx="1440160" cy="583332"/>
            </a:xfrm>
            <a:prstGeom prst="rect">
              <a:avLst/>
            </a:prstGeom>
          </p:spPr>
        </p:pic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32127</TotalTime>
  <Words>319</Words>
  <Application>Microsoft Office PowerPoint</Application>
  <PresentationFormat>Affichage à l'écran (4:3)</PresentationFormat>
  <Paragraphs>93</Paragraphs>
  <Slides>11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11</vt:i4>
      </vt:variant>
    </vt:vector>
  </HeadingPairs>
  <TitlesOfParts>
    <vt:vector size="12" baseType="lpstr"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Diapositive 1</dc:title>
  <dc:creator>RIDHA</dc:creator>
  <cp:lastModifiedBy>RIDHA MAHI</cp:lastModifiedBy>
  <cp:revision>283</cp:revision>
  <dcterms:created xsi:type="dcterms:W3CDTF">2017-08-21T12:09:26Z</dcterms:created>
  <dcterms:modified xsi:type="dcterms:W3CDTF">2018-08-15T08:40:55Z</dcterms:modified>
</cp:coreProperties>
</file>