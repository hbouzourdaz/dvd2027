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sldIdLst>
    <p:sldId id="256" r:id="rId2"/>
    <p:sldId id="257" r:id="rId3"/>
    <p:sldId id="258" r:id="rId4"/>
    <p:sldId id="26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22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9" autoAdjust="0"/>
    <p:restoredTop sz="94660"/>
  </p:normalViewPr>
  <p:slideViewPr>
    <p:cSldViewPr snapToGrid="0">
      <p:cViewPr varScale="1">
        <p:scale>
          <a:sx n="67" d="100"/>
          <a:sy n="67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CF4D3AF-5FB5-4A13-AB6F-B3F7A0FA4FD0}" type="datetimeFigureOut">
              <a:rPr lang="en-US" smtClean="0"/>
              <a:t>2020-12-12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FE074CD-18D7-4850-8E50-224CC5253D76}" type="slidenum">
              <a:rPr lang="en-US" smtClean="0"/>
              <a:t>‹N°›</a:t>
            </a:fld>
            <a:endParaRPr lang="en-US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41122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4D3AF-5FB5-4A13-AB6F-B3F7A0FA4FD0}" type="datetimeFigureOut">
              <a:rPr lang="en-US" smtClean="0"/>
              <a:t>2020-12-12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74CD-18D7-4850-8E50-224CC5253D7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718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CF4D3AF-5FB5-4A13-AB6F-B3F7A0FA4FD0}" type="datetimeFigureOut">
              <a:rPr lang="en-US" smtClean="0"/>
              <a:t>2020-12-12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FE074CD-18D7-4850-8E50-224CC5253D76}" type="slidenum">
              <a:rPr lang="en-US" smtClean="0"/>
              <a:t>‹N°›</a:t>
            </a:fld>
            <a:endParaRPr lang="en-US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505594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4D3AF-5FB5-4A13-AB6F-B3F7A0FA4FD0}" type="datetimeFigureOut">
              <a:rPr lang="en-US" smtClean="0"/>
              <a:t>2020-12-12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74CD-18D7-4850-8E50-224CC5253D7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89502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4D3AF-5FB5-4A13-AB6F-B3F7A0FA4FD0}" type="datetimeFigureOut">
              <a:rPr lang="en-US" smtClean="0"/>
              <a:t>2020-12-12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74CD-18D7-4850-8E50-224CC5253D7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682317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4D3AF-5FB5-4A13-AB6F-B3F7A0FA4FD0}" type="datetimeFigureOut">
              <a:rPr lang="en-US" smtClean="0"/>
              <a:t>2020-12-12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74CD-18D7-4850-8E50-224CC5253D7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480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4D3AF-5FB5-4A13-AB6F-B3F7A0FA4FD0}" type="datetimeFigureOut">
              <a:rPr lang="en-US" smtClean="0"/>
              <a:t>2020-12-12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74CD-18D7-4850-8E50-224CC5253D7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76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BCF4D3AF-5FB5-4A13-AB6F-B3F7A0FA4FD0}" type="datetimeFigureOut">
              <a:rPr lang="en-US" smtClean="0"/>
              <a:t>2020-12-12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7FE074CD-18D7-4850-8E50-224CC5253D76}" type="slidenum">
              <a:rPr lang="en-US" smtClean="0"/>
              <a:t>‹N°›</a:t>
            </a:fld>
            <a:endParaRPr lang="en-US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9648314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BCF4D3AF-5FB5-4A13-AB6F-B3F7A0FA4FD0}" type="datetimeFigureOut">
              <a:rPr lang="en-US" smtClean="0"/>
              <a:t>2020-12-12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7FE074CD-18D7-4850-8E50-224CC5253D7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672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4D3AF-5FB5-4A13-AB6F-B3F7A0FA4FD0}" type="datetimeFigureOut">
              <a:rPr lang="en-US" smtClean="0"/>
              <a:t>2020-12-12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74CD-18D7-4850-8E50-224CC5253D7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581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4D3AF-5FB5-4A13-AB6F-B3F7A0FA4FD0}" type="datetimeFigureOut">
              <a:rPr lang="en-US" smtClean="0"/>
              <a:t>2020-12-12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74CD-18D7-4850-8E50-224CC5253D7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102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CF4D3AF-5FB5-4A13-AB6F-B3F7A0FA4FD0}" type="datetimeFigureOut">
              <a:rPr lang="en-US" smtClean="0"/>
              <a:t>2020-12-12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FE074CD-18D7-4850-8E50-224CC5253D76}" type="slidenum">
              <a:rPr lang="en-US" smtClean="0"/>
              <a:t>‹N°›</a:t>
            </a:fld>
            <a:endParaRPr lang="en-US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46189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078523" y="1071557"/>
            <a:ext cx="10318418" cy="3535983"/>
          </a:xfrm>
        </p:spPr>
        <p:txBody>
          <a:bodyPr/>
          <a:lstStyle/>
          <a:p>
            <a:r>
              <a:rPr lang="ar-DZ" sz="8000" spc="0" dirty="0" smtClean="0">
                <a:solidFill>
                  <a:schemeClr val="tx1"/>
                </a:solidFill>
                <a:latin typeface="Ara Alharbi Alhanoof" panose="02000500000000000000" pitchFamily="50" charset="-78"/>
                <a:cs typeface="Ara Alharbi Alhanoof" panose="02000500000000000000" pitchFamily="50" charset="-78"/>
              </a:rPr>
              <a:t>سكراتش</a:t>
            </a:r>
            <a:endParaRPr lang="en-US" sz="8000" spc="0" dirty="0">
              <a:solidFill>
                <a:schemeClr val="tx1"/>
              </a:solidFill>
              <a:latin typeface="Ara Alharbi Alhanoof" panose="02000500000000000000" pitchFamily="50" charset="-78"/>
              <a:cs typeface="Ara Alharbi Alhanoof" panose="02000500000000000000" pitchFamily="50" charset="-78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215045" y="4111139"/>
            <a:ext cx="8045373" cy="992801"/>
          </a:xfrm>
        </p:spPr>
        <p:txBody>
          <a:bodyPr>
            <a:normAutofit/>
          </a:bodyPr>
          <a:lstStyle/>
          <a:p>
            <a:pPr rtl="1"/>
            <a:r>
              <a:rPr lang="ar-DZ" sz="4400" spc="0" dirty="0" smtClean="0">
                <a:solidFill>
                  <a:srgbClr val="00B0F0"/>
                </a:solidFill>
                <a:latin typeface="Ara Alharbi Alhanoof" panose="02000500000000000000" pitchFamily="50" charset="-78"/>
                <a:cs typeface="Ara Alharbi Alhanoof" panose="02000500000000000000" pitchFamily="50" charset="-78"/>
              </a:rPr>
              <a:t>التحسس</a:t>
            </a:r>
            <a:endParaRPr lang="en-US" sz="4000" spc="0" dirty="0">
              <a:solidFill>
                <a:srgbClr val="00B0F0"/>
              </a:solidFill>
              <a:latin typeface="Ara Alharbi Alhanoof" panose="02000500000000000000" pitchFamily="50" charset="-78"/>
              <a:cs typeface="Ara Alharbi Alhanoof" panose="02000500000000000000" pitchFamily="50" charset="-78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357188" y="6057900"/>
            <a:ext cx="47852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ar-DZ" sz="3200" b="1" u="sng" dirty="0" smtClean="0">
                <a:solidFill>
                  <a:srgbClr val="D61A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من إعداد الأستاذ:</a:t>
            </a:r>
            <a:r>
              <a:rPr lang="ar-DZ" sz="3200" b="1" dirty="0" smtClean="0">
                <a:solidFill>
                  <a:srgbClr val="D61A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بن </a:t>
            </a:r>
            <a:r>
              <a:rPr lang="ar-DZ" sz="3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اعمارة</a:t>
            </a:r>
            <a:r>
              <a:rPr lang="ar-DZ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محمد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87450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60640"/>
          </a:xfrm>
        </p:spPr>
        <p:txBody>
          <a:bodyPr/>
          <a:lstStyle/>
          <a:p>
            <a:pPr algn="ctr" rtl="1"/>
            <a:r>
              <a:rPr lang="ar-DZ" b="1" dirty="0" smtClean="0">
                <a:solidFill>
                  <a:srgbClr val="00B0F0"/>
                </a:solidFill>
              </a:rPr>
              <a:t>التحسس</a:t>
            </a:r>
            <a:endParaRPr lang="en-US" b="1" dirty="0">
              <a:solidFill>
                <a:srgbClr val="00B0F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251678" y="1400177"/>
            <a:ext cx="10178322" cy="5086348"/>
          </a:xfrm>
        </p:spPr>
        <p:txBody>
          <a:bodyPr>
            <a:normAutofit fontScale="92500" lnSpcReduction="20000"/>
          </a:bodyPr>
          <a:lstStyle/>
          <a:p>
            <a:pPr algn="r" rtl="1">
              <a:lnSpc>
                <a:spcPct val="150000"/>
              </a:lnSpc>
            </a:pPr>
            <a:r>
              <a:rPr lang="ar-DZ" sz="3200" dirty="0" smtClean="0">
                <a:solidFill>
                  <a:schemeClr val="tx1"/>
                </a:solidFill>
              </a:rPr>
              <a:t>يستعمل لتنفيذ مقطع برمجي عند حدوث إحدى الحالات التالية:</a:t>
            </a:r>
          </a:p>
          <a:p>
            <a:pPr marL="571500"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ar-DZ" sz="3200" dirty="0" smtClean="0">
                <a:solidFill>
                  <a:schemeClr val="tx1"/>
                </a:solidFill>
              </a:rPr>
              <a:t>ملامسة الكائن لكائن آخر</a:t>
            </a:r>
          </a:p>
          <a:p>
            <a:pPr marL="571500"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ar-DZ" sz="3200" dirty="0" smtClean="0">
                <a:solidFill>
                  <a:schemeClr val="tx1"/>
                </a:solidFill>
              </a:rPr>
              <a:t>ملامسة الكائن للون معين</a:t>
            </a:r>
          </a:p>
          <a:p>
            <a:pPr marL="571500"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ar-DZ" sz="3200" dirty="0" smtClean="0">
                <a:solidFill>
                  <a:schemeClr val="tx1"/>
                </a:solidFill>
              </a:rPr>
              <a:t>مطابقة موضع الكائن لإحداثيات معينة</a:t>
            </a:r>
          </a:p>
          <a:p>
            <a:pPr marL="571500"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ar-DZ" sz="3200" dirty="0" smtClean="0">
                <a:solidFill>
                  <a:schemeClr val="tx1"/>
                </a:solidFill>
              </a:rPr>
              <a:t>مطابقة إحداثيات الكائن لإحداثيات كائن آخر</a:t>
            </a:r>
          </a:p>
          <a:p>
            <a:pPr marL="571500"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ar-DZ" sz="3200" dirty="0" smtClean="0">
                <a:solidFill>
                  <a:schemeClr val="tx1"/>
                </a:solidFill>
              </a:rPr>
              <a:t>عندما يقوم المستخدم بالضغط على الفأرة أو لوحة المفاتيح</a:t>
            </a:r>
          </a:p>
          <a:p>
            <a:pPr algn="r" rtl="1">
              <a:lnSpc>
                <a:spcPct val="150000"/>
              </a:lnSpc>
            </a:pPr>
            <a:r>
              <a:rPr lang="ar-DZ" sz="3200" dirty="0" smtClean="0">
                <a:solidFill>
                  <a:schemeClr val="tx1"/>
                </a:solidFill>
              </a:rPr>
              <a:t>يتم تركيب لبنات التحسس داخل لبنات أخرى</a:t>
            </a:r>
            <a:endParaRPr lang="fr-FR" sz="32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1150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60640"/>
          </a:xfrm>
        </p:spPr>
        <p:txBody>
          <a:bodyPr/>
          <a:lstStyle/>
          <a:p>
            <a:pPr algn="ctr" rtl="1"/>
            <a:r>
              <a:rPr lang="ar-DZ" b="1" dirty="0" smtClean="0">
                <a:solidFill>
                  <a:srgbClr val="FFC000"/>
                </a:solidFill>
              </a:rPr>
              <a:t>بعض لبنات </a:t>
            </a:r>
            <a:r>
              <a:rPr lang="ar-DZ" b="1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التحسس</a:t>
            </a:r>
            <a:endParaRPr lang="en-US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2375" y="1947863"/>
            <a:ext cx="3857625" cy="72390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3888" y="2890837"/>
            <a:ext cx="3186112" cy="72390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3889" y="3833811"/>
            <a:ext cx="3186112" cy="723900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2375" y="4776785"/>
            <a:ext cx="3857625" cy="723900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3889" y="5719759"/>
            <a:ext cx="3186112" cy="7239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128713" y="1947863"/>
            <a:ext cx="6264561" cy="628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120000"/>
              </a:lnSpc>
            </a:pPr>
            <a:r>
              <a:rPr lang="ar-DZ" sz="2800" b="1" dirty="0"/>
              <a:t>يتحقق من ملامسة اللون1 للون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28713" y="2890837"/>
            <a:ext cx="6264561" cy="628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120000"/>
              </a:lnSpc>
            </a:pPr>
            <a:r>
              <a:rPr lang="ar-DZ" sz="2800" b="1" dirty="0"/>
              <a:t>يتحقق </a:t>
            </a:r>
            <a:r>
              <a:rPr lang="ar-DZ" sz="2800" b="1" dirty="0" smtClean="0"/>
              <a:t>من ملامسة الكائن للون المحدد</a:t>
            </a:r>
            <a:endParaRPr lang="ar-DZ" sz="2800" b="1" dirty="0"/>
          </a:p>
        </p:txBody>
      </p:sp>
      <p:sp>
        <p:nvSpPr>
          <p:cNvPr id="18" name="Rectangle 17"/>
          <p:cNvSpPr/>
          <p:nvPr/>
        </p:nvSpPr>
        <p:spPr>
          <a:xfrm>
            <a:off x="1128713" y="3833811"/>
            <a:ext cx="6264561" cy="6093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120000"/>
              </a:lnSpc>
            </a:pPr>
            <a:r>
              <a:rPr lang="ar-DZ" sz="2800" b="1" dirty="0" smtClean="0"/>
              <a:t>يتحقق من ملامسة الكائن الحالي للكائن المحدد</a:t>
            </a:r>
            <a:endParaRPr lang="ar-DZ" sz="2800" b="1" dirty="0"/>
          </a:p>
        </p:txBody>
      </p:sp>
      <p:sp>
        <p:nvSpPr>
          <p:cNvPr id="19" name="Rectangle 18"/>
          <p:cNvSpPr/>
          <p:nvPr/>
        </p:nvSpPr>
        <p:spPr>
          <a:xfrm>
            <a:off x="1128713" y="4776785"/>
            <a:ext cx="6264561" cy="6093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120000"/>
              </a:lnSpc>
            </a:pPr>
            <a:r>
              <a:rPr lang="ar-DZ" sz="2800" b="1" dirty="0" smtClean="0"/>
              <a:t>يتحقق إذا تم الضغط على المفتاح المحدد أم لا</a:t>
            </a:r>
            <a:endParaRPr lang="ar-DZ" sz="2800" b="1" dirty="0"/>
          </a:p>
        </p:txBody>
      </p:sp>
      <p:sp>
        <p:nvSpPr>
          <p:cNvPr id="20" name="Rectangle 19"/>
          <p:cNvSpPr/>
          <p:nvPr/>
        </p:nvSpPr>
        <p:spPr>
          <a:xfrm>
            <a:off x="1117660" y="5719759"/>
            <a:ext cx="6264561" cy="6093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120000"/>
              </a:lnSpc>
            </a:pPr>
            <a:r>
              <a:rPr lang="ar-DZ" sz="2800" b="1" dirty="0" smtClean="0"/>
              <a:t>يرجع قيمة المسافة بين الكائن الحالي والكائن المحدد</a:t>
            </a:r>
            <a:endParaRPr lang="ar-DZ" sz="2800" b="1" dirty="0"/>
          </a:p>
        </p:txBody>
      </p:sp>
    </p:spTree>
    <p:extLst>
      <p:ext uri="{BB962C8B-B14F-4D97-AF65-F5344CB8AC3E}">
        <p14:creationId xmlns:p14="http://schemas.microsoft.com/office/powerpoint/2010/main" val="4286780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5" grpId="0"/>
      <p:bldP spid="17" grpId="0"/>
      <p:bldP spid="18" grpId="0"/>
      <p:bldP spid="19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51678" y="800100"/>
            <a:ext cx="10178322" cy="885825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 rtl="1"/>
            <a:r>
              <a:rPr lang="ar-DZ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تطبيق:</a:t>
            </a:r>
            <a:r>
              <a:rPr lang="ar-DZ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المتاهة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251678" y="2357439"/>
            <a:ext cx="10178322" cy="4129086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r" rtl="1">
              <a:lnSpc>
                <a:spcPct val="150000"/>
              </a:lnSpc>
            </a:pPr>
            <a:r>
              <a:rPr lang="ar-DZ" sz="4000" dirty="0" smtClean="0"/>
              <a:t>أدرج كائنا وغير الخلفية للمتاهة</a:t>
            </a:r>
          </a:p>
          <a:p>
            <a:pPr algn="r" rtl="1">
              <a:lnSpc>
                <a:spcPct val="150000"/>
              </a:lnSpc>
            </a:pPr>
            <a:r>
              <a:rPr lang="ar-DZ" sz="4000" dirty="0" smtClean="0"/>
              <a:t>اجعل الكائن يتحرك باستعمال لوحة المفاتيح</a:t>
            </a:r>
          </a:p>
          <a:p>
            <a:pPr algn="r" rtl="1">
              <a:lnSpc>
                <a:spcPct val="150000"/>
              </a:lnSpc>
            </a:pPr>
            <a:r>
              <a:rPr lang="ar-DZ" sz="3600" dirty="0" smtClean="0"/>
              <a:t>تأكد أن الكائن لا يمكنه اختراق جدران المتاهة</a:t>
            </a:r>
            <a:endParaRPr lang="ar-DZ" sz="3400" dirty="0"/>
          </a:p>
          <a:p>
            <a:pPr marL="914400" lvl="1" indent="-514350" algn="r" rtl="1">
              <a:lnSpc>
                <a:spcPct val="150000"/>
              </a:lnSpc>
            </a:pPr>
            <a:r>
              <a:rPr lang="ar-DZ" sz="3400" dirty="0" smtClean="0"/>
              <a:t>عند ملامسة جدار المتاهة لا يمكنه </a:t>
            </a:r>
            <a:r>
              <a:rPr lang="ar-DZ" sz="3400" smtClean="0"/>
              <a:t>التحرك للأمام أكثر</a:t>
            </a:r>
            <a:endParaRPr lang="ar-DZ" sz="3400" dirty="0" smtClean="0"/>
          </a:p>
        </p:txBody>
      </p:sp>
    </p:spTree>
    <p:extLst>
      <p:ext uri="{BB962C8B-B14F-4D97-AF65-F5344CB8AC3E}">
        <p14:creationId xmlns:p14="http://schemas.microsoft.com/office/powerpoint/2010/main" val="3097434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</p:bldLst>
  </p:timing>
</p:sld>
</file>

<file path=ppt/theme/theme1.xml><?xml version="1.0" encoding="utf-8"?>
<a:theme xmlns:a="http://schemas.openxmlformats.org/drawingml/2006/main" name="Badge">
  <a:themeElements>
    <a:clrScheme name="التحسس">
      <a:dk1>
        <a:sysClr val="windowText" lastClr="000000"/>
      </a:dk1>
      <a:lt1>
        <a:sysClr val="window" lastClr="FFFFFF"/>
      </a:lt1>
      <a:dk2>
        <a:srgbClr val="00B0F0"/>
      </a:dk2>
      <a:lt2>
        <a:srgbClr val="F3F3F2"/>
      </a:lt2>
      <a:accent1>
        <a:srgbClr val="FFC000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Override1.xml><?xml version="1.0" encoding="utf-8"?>
<a:themeOverride xmlns:a="http://schemas.openxmlformats.org/drawingml/2006/main">
  <a:clrScheme name="Personnalisé 1">
    <a:dk1>
      <a:sysClr val="windowText" lastClr="000000"/>
    </a:dk1>
    <a:lt1>
      <a:sysClr val="window" lastClr="FFFFFF"/>
    </a:lt1>
    <a:dk2>
      <a:srgbClr val="FFC000"/>
    </a:dk2>
    <a:lt2>
      <a:srgbClr val="F3F3F2"/>
    </a:lt2>
    <a:accent1>
      <a:srgbClr val="FFC000"/>
    </a:accent1>
    <a:accent2>
      <a:srgbClr val="656A59"/>
    </a:accent2>
    <a:accent3>
      <a:srgbClr val="46B2B5"/>
    </a:accent3>
    <a:accent4>
      <a:srgbClr val="8CAA7E"/>
    </a:accent4>
    <a:accent5>
      <a:srgbClr val="D36F68"/>
    </a:accent5>
    <a:accent6>
      <a:srgbClr val="826276"/>
    </a:accent6>
    <a:hlink>
      <a:srgbClr val="46B2B5"/>
    </a:hlink>
    <a:folHlink>
      <a:srgbClr val="A4669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4092</TotalTime>
  <Words>125</Words>
  <Application>Microsoft Office PowerPoint</Application>
  <PresentationFormat>Grand écran</PresentationFormat>
  <Paragraphs>22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11" baseType="lpstr">
      <vt:lpstr>Ara Alharbi Alhanoof</vt:lpstr>
      <vt:lpstr>Arial</vt:lpstr>
      <vt:lpstr>Gill Sans MT</vt:lpstr>
      <vt:lpstr>Impact</vt:lpstr>
      <vt:lpstr>Majalla UI</vt:lpstr>
      <vt:lpstr>Wingdings</vt:lpstr>
      <vt:lpstr>Badge</vt:lpstr>
      <vt:lpstr>سكراتش</vt:lpstr>
      <vt:lpstr>التحسس</vt:lpstr>
      <vt:lpstr>بعض لبنات التحسس</vt:lpstr>
      <vt:lpstr>تطبيق: المتاهة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E.B.S</dc:creator>
  <cp:lastModifiedBy>BENAMARA</cp:lastModifiedBy>
  <cp:revision>44</cp:revision>
  <dcterms:created xsi:type="dcterms:W3CDTF">2020-12-04T20:51:12Z</dcterms:created>
  <dcterms:modified xsi:type="dcterms:W3CDTF">2020-12-12T17:30:53Z</dcterms:modified>
</cp:coreProperties>
</file>